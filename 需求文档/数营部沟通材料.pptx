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bin" ContentType="application/vnd.openxmlformats-officedocument.oleObject"/>
  <Default Extension="emf" ContentType="image/x-emf"/>
  <Default Extension="png" ContentType="image/png"/>
  <Default Extension="rels" ContentType="application/vnd.openxmlformats-package.relationship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7.xml" ContentType="application/vnd.openxmlformats-officedocument.presentationml.tags+xml"/>
  <Override PartName="/ppt/tags/tag71.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7" r:id="rId3"/>
    <p:sldMasterId id="2147483659" r:id="rId4"/>
    <p:sldMasterId id="2147483684" r:id="rId5"/>
    <p:sldMasterId id="2147483695" r:id="rId6"/>
    <p:sldMasterId id="2147483705" r:id="rId7"/>
    <p:sldMasterId id="2147483711" r:id="rId8"/>
  </p:sldMasterIdLst>
  <p:notesMasterIdLst>
    <p:notesMasterId r:id="rId10"/>
  </p:notesMasterIdLst>
  <p:handoutMasterIdLst>
    <p:handoutMasterId r:id="rId31"/>
  </p:handoutMasterIdLst>
  <p:sldIdLst>
    <p:sldId id="16771282" r:id="rId9"/>
    <p:sldId id="16771487" r:id="rId11"/>
    <p:sldId id="16771538" r:id="rId12"/>
    <p:sldId id="16771542" r:id="rId13"/>
    <p:sldId id="16771582" r:id="rId14"/>
    <p:sldId id="16771543" r:id="rId15"/>
    <p:sldId id="16771539" r:id="rId16"/>
    <p:sldId id="16771585" r:id="rId17"/>
    <p:sldId id="16771584" r:id="rId18"/>
    <p:sldId id="16771556" r:id="rId19"/>
    <p:sldId id="16771586" r:id="rId20"/>
    <p:sldId id="16771572" r:id="rId21"/>
    <p:sldId id="16771573" r:id="rId22"/>
    <p:sldId id="16771574" r:id="rId23"/>
    <p:sldId id="16771575" r:id="rId24"/>
    <p:sldId id="16771576" r:id="rId25"/>
    <p:sldId id="16771577" r:id="rId26"/>
    <p:sldId id="16771579" r:id="rId27"/>
    <p:sldId id="16771580" r:id="rId28"/>
    <p:sldId id="16771581" r:id="rId29"/>
    <p:sldId id="16770492" r:id="rId30"/>
  </p:sldIdLst>
  <p:sldSz cx="12192000" cy="6858000"/>
  <p:notesSz cx="9939020" cy="6805295"/>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 Rachel S.Q. (GZ/MC)" initials="LR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3A1"/>
    <a:srgbClr val="DEEBF7"/>
    <a:srgbClr val="005EB8"/>
    <a:srgbClr val="00338D"/>
    <a:srgbClr val="AEAEAE"/>
    <a:srgbClr val="0080B7"/>
    <a:srgbClr val="8497B0"/>
    <a:srgbClr val="2E75B6"/>
    <a:srgbClr val="C55A11"/>
    <a:srgbClr val="C1D8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38" autoAdjust="0"/>
    <p:restoredTop sz="83536" autoAdjust="0"/>
  </p:normalViewPr>
  <p:slideViewPr>
    <p:cSldViewPr snapToGrid="0">
      <p:cViewPr varScale="1">
        <p:scale>
          <a:sx n="55" d="100"/>
          <a:sy n="55" d="100"/>
        </p:scale>
        <p:origin x="748" y="44"/>
      </p:cViewPr>
      <p:guideLst/>
    </p:cSldViewPr>
  </p:slideViewPr>
  <p:outlineViewPr>
    <p:cViewPr>
      <p:scale>
        <a:sx n="33" d="100"/>
        <a:sy n="33" d="100"/>
      </p:scale>
      <p:origin x="0" y="-3344"/>
    </p:cViewPr>
  </p:outlineViewPr>
  <p:notesTextViewPr>
    <p:cViewPr>
      <p:scale>
        <a:sx n="3" d="2"/>
        <a:sy n="3" d="2"/>
      </p:scale>
      <p:origin x="0" y="0"/>
    </p:cViewPr>
  </p:notesTextViewPr>
  <p:sorterViewPr>
    <p:cViewPr>
      <p:scale>
        <a:sx n="80" d="100"/>
        <a:sy n="80" d="100"/>
      </p:scale>
      <p:origin x="0" y="-17216"/>
    </p:cViewPr>
  </p:sorterViewPr>
  <p:notesViewPr>
    <p:cSldViewPr snapToGrid="0">
      <p:cViewPr varScale="1">
        <p:scale>
          <a:sx n="112" d="100"/>
          <a:sy n="112" d="100"/>
        </p:scale>
        <p:origin x="2142"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1.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 Type="http://schemas.openxmlformats.org/officeDocument/2006/relationships/slideMaster" Target="slideMasters/slideMaster3.xml"/><Relationship Id="rId39" Type="http://schemas.openxmlformats.org/officeDocument/2006/relationships/tags" Target="tags/tag71.xml"/><Relationship Id="rId38" Type="http://schemas.openxmlformats.org/officeDocument/2006/relationships/customXml" Target="../customXml/item3.xml"/><Relationship Id="rId37" Type="http://schemas.openxmlformats.org/officeDocument/2006/relationships/customXml" Target="../customXml/item2.xml"/><Relationship Id="rId36" Type="http://schemas.openxmlformats.org/officeDocument/2006/relationships/customXml" Target="../customXml/item1.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7047" cy="341463"/>
          </a:xfrm>
          <a:prstGeom prst="rect">
            <a:avLst/>
          </a:prstGeom>
        </p:spPr>
        <p:txBody>
          <a:bodyPr vert="horz" lIns="91440" tIns="45720" rIns="91440" bIns="45720" rtlCol="0"/>
          <a:lstStyle>
            <a:lvl1pPr algn="l">
              <a:defRPr sz="1200"/>
            </a:lvl1pPr>
          </a:lstStyle>
          <a:p>
            <a:endParaRPr lang="en-GB">
              <a:latin typeface="微软雅黑" panose="020B0503020204020204" pitchFamily="34" charset="-122"/>
              <a:ea typeface="微软雅黑" panose="020B0503020204020204" pitchFamily="34" charset="-122"/>
            </a:endParaRPr>
          </a:p>
        </p:txBody>
      </p:sp>
      <p:sp>
        <p:nvSpPr>
          <p:cNvPr id="3" name="Date Placeholder 2"/>
          <p:cNvSpPr>
            <a:spLocks noGrp="1"/>
          </p:cNvSpPr>
          <p:nvPr>
            <p:ph type="dt" sz="quarter" idx="1"/>
          </p:nvPr>
        </p:nvSpPr>
        <p:spPr>
          <a:xfrm>
            <a:off x="5629992" y="0"/>
            <a:ext cx="4307047" cy="341463"/>
          </a:xfrm>
          <a:prstGeom prst="rect">
            <a:avLst/>
          </a:prstGeom>
        </p:spPr>
        <p:txBody>
          <a:bodyPr vert="horz" lIns="91440" tIns="45720" rIns="91440" bIns="45720" rtlCol="0"/>
          <a:lstStyle>
            <a:lvl1pPr algn="r">
              <a:defRPr sz="1200"/>
            </a:lvl1pPr>
          </a:lstStyle>
          <a:p>
            <a:fld id="{AA2CA457-A97C-4AEC-9838-EDE6684F8094}" type="datetimeFigureOut">
              <a:rPr lang="en-GB" smtClean="0">
                <a:latin typeface="微软雅黑" panose="020B0503020204020204" pitchFamily="34" charset="-122"/>
                <a:ea typeface="微软雅黑" panose="020B0503020204020204" pitchFamily="34" charset="-122"/>
              </a:rPr>
            </a:fld>
            <a:endParaRPr lang="en-GB">
              <a:latin typeface="微软雅黑" panose="020B0503020204020204" pitchFamily="34" charset="-122"/>
              <a:ea typeface="微软雅黑" panose="020B0503020204020204" pitchFamily="34" charset="-122"/>
            </a:endParaRPr>
          </a:p>
        </p:txBody>
      </p:sp>
      <p:sp>
        <p:nvSpPr>
          <p:cNvPr id="4" name="Footer Placeholder 3"/>
          <p:cNvSpPr>
            <a:spLocks noGrp="1"/>
          </p:cNvSpPr>
          <p:nvPr>
            <p:ph type="ftr" sz="quarter" idx="2"/>
          </p:nvPr>
        </p:nvSpPr>
        <p:spPr>
          <a:xfrm>
            <a:off x="0" y="6464152"/>
            <a:ext cx="4307047" cy="341462"/>
          </a:xfrm>
          <a:prstGeom prst="rect">
            <a:avLst/>
          </a:prstGeom>
        </p:spPr>
        <p:txBody>
          <a:bodyPr vert="horz" lIns="91440" tIns="45720" rIns="91440" bIns="45720" rtlCol="0" anchor="b"/>
          <a:lstStyle>
            <a:lvl1pPr algn="l">
              <a:defRPr sz="1200"/>
            </a:lvl1pPr>
          </a:lstStyle>
          <a:p>
            <a:endParaRPr lang="en-GB">
              <a:latin typeface="微软雅黑" panose="020B0503020204020204" pitchFamily="34" charset="-122"/>
              <a:ea typeface="微软雅黑" panose="020B0503020204020204" pitchFamily="34" charset="-122"/>
            </a:endParaRPr>
          </a:p>
        </p:txBody>
      </p:sp>
      <p:sp>
        <p:nvSpPr>
          <p:cNvPr id="5" name="Slide Number Placeholder 4"/>
          <p:cNvSpPr>
            <a:spLocks noGrp="1"/>
          </p:cNvSpPr>
          <p:nvPr>
            <p:ph type="sldNum" sz="quarter" idx="3"/>
          </p:nvPr>
        </p:nvSpPr>
        <p:spPr>
          <a:xfrm>
            <a:off x="5629992" y="6464152"/>
            <a:ext cx="4307047" cy="341462"/>
          </a:xfrm>
          <a:prstGeom prst="rect">
            <a:avLst/>
          </a:prstGeom>
        </p:spPr>
        <p:txBody>
          <a:bodyPr vert="horz" lIns="91440" tIns="45720" rIns="91440" bIns="45720" rtlCol="0" anchor="b"/>
          <a:lstStyle>
            <a:lvl1pPr algn="r">
              <a:defRPr sz="1200"/>
            </a:lvl1pPr>
          </a:lstStyle>
          <a:p>
            <a:fld id="{36755459-8ECF-4672-B953-790FA88AF0B2}" type="slidenum">
              <a:rPr lang="en-GB" smtClean="0">
                <a:latin typeface="微软雅黑" panose="020B0503020204020204" pitchFamily="34" charset="-122"/>
                <a:ea typeface="微软雅黑" panose="020B0503020204020204" pitchFamily="34" charset="-122"/>
              </a:rPr>
            </a:fld>
            <a:endParaRPr lang="en-GB">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07047" cy="341463"/>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en-GB"/>
          </a:p>
        </p:txBody>
      </p:sp>
      <p:sp>
        <p:nvSpPr>
          <p:cNvPr id="3" name="Date Placeholder 2"/>
          <p:cNvSpPr>
            <a:spLocks noGrp="1"/>
          </p:cNvSpPr>
          <p:nvPr>
            <p:ph type="dt" idx="1"/>
          </p:nvPr>
        </p:nvSpPr>
        <p:spPr>
          <a:xfrm>
            <a:off x="5629992" y="0"/>
            <a:ext cx="4307047" cy="341463"/>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68B2BE96-1D28-4B89-B604-10F88B5BAAE5}" type="datetimeFigureOut">
              <a:rPr lang="en-GB" smtClean="0"/>
            </a:fld>
            <a:endParaRPr lang="en-GB"/>
          </a:p>
        </p:txBody>
      </p:sp>
      <p:sp>
        <p:nvSpPr>
          <p:cNvPr id="4" name="Slide Image Placeholder 3"/>
          <p:cNvSpPr>
            <a:spLocks noGrp="1" noRot="1" noChangeAspect="1"/>
          </p:cNvSpPr>
          <p:nvPr>
            <p:ph type="sldImg" idx="2"/>
          </p:nvPr>
        </p:nvSpPr>
        <p:spPr>
          <a:xfrm>
            <a:off x="2927350" y="850900"/>
            <a:ext cx="4084638" cy="2297113"/>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993935" y="3275202"/>
            <a:ext cx="7951470" cy="2679710"/>
          </a:xfrm>
          <a:prstGeom prst="rect">
            <a:avLst/>
          </a:prstGeom>
        </p:spPr>
        <p:txBody>
          <a:bodyPr vert="horz" lIns="91440" tIns="45720" rIns="91440" bIns="45720" rtlCol="0"/>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
        <p:nvSpPr>
          <p:cNvPr id="6" name="Footer Placeholder 5"/>
          <p:cNvSpPr>
            <a:spLocks noGrp="1"/>
          </p:cNvSpPr>
          <p:nvPr>
            <p:ph type="ftr" sz="quarter" idx="4"/>
          </p:nvPr>
        </p:nvSpPr>
        <p:spPr>
          <a:xfrm>
            <a:off x="0" y="6464152"/>
            <a:ext cx="4307047" cy="341462"/>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en-GB"/>
          </a:p>
        </p:txBody>
      </p:sp>
      <p:sp>
        <p:nvSpPr>
          <p:cNvPr id="7" name="Slide Number Placeholder 6"/>
          <p:cNvSpPr>
            <a:spLocks noGrp="1"/>
          </p:cNvSpPr>
          <p:nvPr>
            <p:ph type="sldNum" sz="quarter" idx="5"/>
          </p:nvPr>
        </p:nvSpPr>
        <p:spPr>
          <a:xfrm>
            <a:off x="5629992" y="6464152"/>
            <a:ext cx="4307047" cy="341462"/>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CC3EC957-2CB0-4E14-8A5D-A0E8A71794B0}"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9B5D948F-A673-4DC7-A0E9-FA274EAF3634}" type="slidenum">
              <a:rPr lang="en-GB" smtClean="0"/>
            </a:fld>
            <a:endParaRPr lang="en-GB"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81013" y="528638"/>
            <a:ext cx="6137275" cy="3452812"/>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3117E8B6-20A1-4382-870B-8FA764EE56E0}"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wrap="square" lIns="91440" tIns="45720" rIns="91440" bIns="45720" rtlCol="0" anchor="t">
            <a:noAutofit/>
          </a:bodyPr>
          <a:lstStyle>
            <a:lvl1pPr algn="l">
              <a:lnSpc>
                <a:spcPct val="100000"/>
              </a:lnSpc>
              <a:defRPr sz="1200" b="0" i="0" u="none" strike="noStrike"/>
            </a:lvl1pPr>
          </a:lstStyle>
          <a:p>
            <a:pPr indent="0" algn="l">
              <a:lnSpc>
                <a:spcPct val="100000"/>
              </a:lnSpc>
            </a:pPr>
            <a:r>
              <a:rPr lang="en-US" sz="1200" b="0" i="0" u="none" strike="noStrike">
                <a:solidFill>
                  <a:srgbClr val="000000"/>
                </a:solidFill>
                <a:latin typeface="微软雅黑"/>
                <a:ea typeface="微软雅黑"/>
                <a:cs typeface="微软雅黑"/>
                <a:sym typeface="微软雅黑"/>
              </a:rPr>
              <a:t>单击此处添加文本</a:t>
            </a:r>
            <a:endParaRPr lang="en-US" sz="1200" b="0" i="0" u="none" strike="noStrike">
              <a:solidFill>
                <a:srgbClr val="000000"/>
              </a:solidFill>
              <a:latin typeface="微软雅黑"/>
              <a:ea typeface="微软雅黑"/>
              <a:cs typeface="微软雅黑"/>
              <a:sym typeface="微软雅黑"/>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微软雅黑" panose="020B0503020204020204" pitchFamily="34" charset="-122"/>
                <a:ea typeface="+mn-ea"/>
                <a:cs typeface="+mn-cs"/>
              </a:rPr>
            </a:fld>
            <a:endParaRPr kumimoji="0" lang="en-GB" sz="1200" b="0" i="0" u="none" strike="noStrike" kern="1200" cap="none" spc="0" normalizeH="0" baseline="0" noProof="0" dirty="0">
              <a:ln>
                <a:noFill/>
              </a:ln>
              <a:solidFill>
                <a:prstClr val="black"/>
              </a:solidFill>
              <a:effectLst/>
              <a:uLnTx/>
              <a:uFillTx/>
              <a:latin typeface="微软雅黑" panose="020B0503020204020204" pitchFamily="34" charset="-122"/>
              <a:ea typeface="+mn-ea"/>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tags" Target="../tags/tag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tags" Target="../tags/tag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image" Target="../media/image2.jpeg"/><Relationship Id="rId4" Type="http://schemas.openxmlformats.org/officeDocument/2006/relationships/image" Target="../media/image1.emf"/><Relationship Id="rId3" Type="http://schemas.openxmlformats.org/officeDocument/2006/relationships/oleObject" Target="../embeddings/oleObject1.bin"/><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tags" Target="../tags/tag6.xml"/><Relationship Id="rId4" Type="http://schemas.openxmlformats.org/officeDocument/2006/relationships/image" Target="../media/image3.emf"/><Relationship Id="rId3" Type="http://schemas.openxmlformats.org/officeDocument/2006/relationships/oleObject" Target="../embeddings/oleObject2.bin"/><Relationship Id="rId2" Type="http://schemas.openxmlformats.org/officeDocument/2006/relationships/tags" Target="../tags/tag5.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tags" Target="../tags/tag9.xml"/><Relationship Id="rId4" Type="http://schemas.openxmlformats.org/officeDocument/2006/relationships/image" Target="../media/image6.emf"/><Relationship Id="rId3" Type="http://schemas.openxmlformats.org/officeDocument/2006/relationships/oleObject" Target="../embeddings/oleObject4.bin"/><Relationship Id="rId2" Type="http://schemas.openxmlformats.org/officeDocument/2006/relationships/tags" Target="../tags/tag8.xml"/><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tags" Target="../tags/tag12.xml"/><Relationship Id="rId4" Type="http://schemas.openxmlformats.org/officeDocument/2006/relationships/image" Target="../media/image3.emf"/><Relationship Id="rId3" Type="http://schemas.openxmlformats.org/officeDocument/2006/relationships/oleObject" Target="../embeddings/oleObject5.bin"/><Relationship Id="rId2" Type="http://schemas.openxmlformats.org/officeDocument/2006/relationships/tags" Target="../tags/tag11.xml"/><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tags" Target="../tags/tag15.xml"/><Relationship Id="rId4" Type="http://schemas.openxmlformats.org/officeDocument/2006/relationships/image" Target="../media/image6.emf"/><Relationship Id="rId3" Type="http://schemas.openxmlformats.org/officeDocument/2006/relationships/oleObject" Target="../embeddings/oleObject6.bin"/><Relationship Id="rId2" Type="http://schemas.openxmlformats.org/officeDocument/2006/relationships/tags" Target="../tags/tag14.xml"/><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目录页2">
    <p:spTree>
      <p:nvGrpSpPr>
        <p:cNvPr id="1" name=""/>
        <p:cNvGrpSpPr/>
        <p:nvPr/>
      </p:nvGrpSpPr>
      <p:grpSpPr>
        <a:xfrm>
          <a:off x="0" y="0"/>
          <a:ext cx="0" cy="0"/>
          <a:chOff x="0" y="0"/>
          <a:chExt cx="0" cy="0"/>
        </a:xfrm>
      </p:grpSpPr>
      <p:sp>
        <p:nvSpPr>
          <p:cNvPr id="9" name="矩形 8"/>
          <p:cNvSpPr/>
          <p:nvPr userDrawn="1"/>
        </p:nvSpPr>
        <p:spPr>
          <a:xfrm>
            <a:off x="2" y="1"/>
            <a:ext cx="12191997" cy="6858000"/>
          </a:xfrm>
          <a:prstGeom prst="rect">
            <a:avLst/>
          </a:prstGeom>
          <a:solidFill>
            <a:srgbClr val="5B9BD5"/>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8"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11" name="Title 3"/>
          <p:cNvSpPr txBox="1"/>
          <p:nvPr userDrawn="1"/>
        </p:nvSpPr>
        <p:spPr>
          <a:xfrm>
            <a:off x="2881594" y="1188427"/>
            <a:ext cx="2625973" cy="769441"/>
          </a:xfrm>
          <a:prstGeom prst="rect">
            <a:avLst/>
          </a:prstGeom>
          <a:noFill/>
        </p:spPr>
        <p:txBody>
          <a:bodyPr wrap="square">
            <a:spAutoFit/>
          </a:bodyPr>
          <a:lstStyle>
            <a:defPPr>
              <a:defRPr lang="en-US"/>
            </a:defPPr>
            <a:lvl1pPr marR="0" lvl="0" indent="0" algn="ctr" defTabSz="457200" fontAlgn="auto">
              <a:lnSpc>
                <a:spcPct val="100000"/>
              </a:lnSpc>
              <a:spcBef>
                <a:spcPts val="0"/>
              </a:spcBef>
              <a:spcAft>
                <a:spcPts val="0"/>
              </a:spcAft>
              <a:buClrTx/>
              <a:buSzTx/>
              <a:buFontTx/>
              <a:buNone/>
              <a:defRPr kumimoji="0" sz="4400" b="1" i="0" u="none" strike="noStrike" cap="none" spc="0" normalizeH="0" baseline="0">
                <a:ln>
                  <a:noFill/>
                </a:ln>
                <a:solidFill>
                  <a:prstClr val="white"/>
                </a:solidFill>
                <a:effectLst/>
                <a:uLnTx/>
                <a:uFillTx/>
                <a:latin typeface="微软雅黑" panose="020B0503020204020204" pitchFamily="34" charset="-122"/>
                <a:ea typeface="微软雅黑" panose="020B0503020204020204" pitchFamily="34" charset="-122"/>
              </a:defRPr>
            </a:lvl1pPr>
          </a:lstStyle>
          <a:p>
            <a:pPr lvl="0" algn="l"/>
            <a:r>
              <a:rPr lang="zh-CN" altLang="en-US" sz="4400" dirty="0"/>
              <a:t>目录</a:t>
            </a:r>
            <a:endParaRPr lang="en-GB" sz="4400" dirty="0"/>
          </a:p>
        </p:txBody>
      </p:sp>
      <p:sp>
        <p:nvSpPr>
          <p:cNvPr id="10" name="Freeform 19"/>
          <p:cNvSpPr>
            <a:spLocks noEditPoints="1"/>
          </p:cNvSpPr>
          <p:nvPr userDrawn="1"/>
        </p:nvSpPr>
        <p:spPr bwMode="auto">
          <a:xfrm>
            <a:off x="3034991" y="527532"/>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结束页1">
    <p:spTree>
      <p:nvGrpSpPr>
        <p:cNvPr id="1" name=""/>
        <p:cNvGrpSpPr/>
        <p:nvPr/>
      </p:nvGrpSpPr>
      <p:grpSpPr>
        <a:xfrm>
          <a:off x="0" y="0"/>
          <a:ext cx="0" cy="0"/>
          <a:chOff x="0" y="0"/>
          <a:chExt cx="0" cy="0"/>
        </a:xfrm>
      </p:grpSpPr>
      <p:sp>
        <p:nvSpPr>
          <p:cNvPr id="13" name="矩形 12"/>
          <p:cNvSpPr/>
          <p:nvPr userDrawn="1"/>
        </p:nvSpPr>
        <p:spPr>
          <a:xfrm>
            <a:off x="152400" y="6038850"/>
            <a:ext cx="12039597" cy="8191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algn="ctr"/>
            <a:endParaRPr lang="zh-CN" altLang="en-US" sz="1100" b="1" dirty="0">
              <a:solidFill>
                <a:schemeClr val="bg1"/>
              </a:solidFill>
              <a:latin typeface="微软雅黑" panose="020B0503020204020204" pitchFamily="34" charset="-122"/>
              <a:ea typeface="微软雅黑" panose="020B0503020204020204" pitchFamily="34" charset="-122"/>
            </a:endParaRPr>
          </a:p>
        </p:txBody>
      </p:sp>
      <p:sp>
        <p:nvSpPr>
          <p:cNvPr id="6" name="object 3"/>
          <p:cNvSpPr/>
          <p:nvPr userDrawn="1"/>
        </p:nvSpPr>
        <p:spPr>
          <a:xfrm>
            <a:off x="3" y="0"/>
            <a:ext cx="192442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400" dirty="0">
              <a:latin typeface="微软雅黑" panose="020B0503020204020204" pitchFamily="34" charset="-122"/>
              <a:ea typeface="微软雅黑" panose="020B0503020204020204" pitchFamily="34" charset="-122"/>
              <a:sym typeface="Arial" panose="020B0604020202090204" pitchFamily="34" charset="0"/>
            </a:endParaRPr>
          </a:p>
        </p:txBody>
      </p:sp>
      <p:sp>
        <p:nvSpPr>
          <p:cNvPr id="8" name="Text Placeholder 1"/>
          <p:cNvSpPr txBox="1"/>
          <p:nvPr userDrawn="1"/>
        </p:nvSpPr>
        <p:spPr>
          <a:xfrm>
            <a:off x="2332859" y="4209717"/>
            <a:ext cx="9188159" cy="2302054"/>
          </a:xfrm>
          <a:prstGeom prst="rect">
            <a:avLst/>
          </a:prstGeom>
        </p:spPr>
        <p:txBody>
          <a:bodyPr/>
          <a:lstStyle>
            <a:lvl1pPr marL="0" indent="0" algn="l" defTabSz="914400" rtl="0" eaLnBrk="1" latinLnBrk="0" hangingPunct="1">
              <a:lnSpc>
                <a:spcPct val="100000"/>
              </a:lnSpc>
              <a:spcBef>
                <a:spcPts val="0"/>
              </a:spcBef>
              <a:spcAft>
                <a:spcPts val="600"/>
              </a:spcAft>
              <a:buFontTx/>
              <a:buNone/>
              <a:defRPr sz="10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just">
              <a:lnSpc>
                <a:spcPts val="1660"/>
              </a:lnSpc>
              <a:spcBef>
                <a:spcPts val="275"/>
              </a:spcBef>
              <a:spcAft>
                <a:spcPts val="0"/>
              </a:spcAft>
              <a:tabLst>
                <a:tab pos="2808605" algn="r"/>
              </a:tabLst>
            </a:pPr>
            <a:endParaRPr lang="en-US" altLang="zh-CN" sz="925" dirty="0">
              <a:solidFill>
                <a:schemeClr val="tx1"/>
              </a:solidFill>
              <a:latin typeface="微软雅黑" panose="020B0503020204020204" pitchFamily="34" charset="-122"/>
              <a:ea typeface="微软雅黑" panose="020B0503020204020204" pitchFamily="34" charset="-122"/>
            </a:endParaRPr>
          </a:p>
          <a:p>
            <a:pPr algn="just">
              <a:lnSpc>
                <a:spcPts val="1660"/>
              </a:lnSpc>
              <a:spcBef>
                <a:spcPts val="275"/>
              </a:spcBef>
              <a:spcAft>
                <a:spcPts val="0"/>
              </a:spcAft>
              <a:tabLst>
                <a:tab pos="2808605" algn="r"/>
              </a:tabLst>
            </a:pPr>
            <a:r>
              <a:rPr lang="zh-CN" altLang="en-US" sz="925" dirty="0">
                <a:solidFill>
                  <a:schemeClr val="tx1"/>
                </a:solidFill>
                <a:latin typeface="微软雅黑" panose="020B0503020204020204" pitchFamily="34" charset="-122"/>
                <a:ea typeface="微软雅黑" panose="020B0503020204020204" pitchFamily="34" charset="-122"/>
              </a:rPr>
              <a:t>免责声明</a:t>
            </a:r>
            <a:endParaRPr lang="en-US" altLang="zh-CN" sz="925" dirty="0">
              <a:solidFill>
                <a:schemeClr val="tx1"/>
              </a:solidFill>
              <a:latin typeface="微软雅黑" panose="020B0503020204020204" pitchFamily="34" charset="-122"/>
              <a:ea typeface="微软雅黑" panose="020B0503020204020204" pitchFamily="34" charset="-122"/>
              <a:cs typeface="Arial" panose="020B0604020202090204" pitchFamily="34" charset="0"/>
            </a:endParaRPr>
          </a:p>
          <a:p>
            <a:pPr algn="just">
              <a:lnSpc>
                <a:spcPts val="1385"/>
              </a:lnSpc>
              <a:tabLst>
                <a:tab pos="2808605" algn="r"/>
              </a:tabLst>
            </a:pP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毕马威企业咨询 (中国) 有限公司是一家</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中国有限责任公司</a:t>
            </a:r>
            <a:r>
              <a:rPr lang="zh-CN" altLang="zh-CN"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同时也是与瑞士合作组织毕马威国际相关联的独立成员所全球性组织中的成员</a:t>
            </a:r>
            <a:r>
              <a:rPr lang="zh-CN" altLang="en-GB"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830" b="0" dirty="0">
                <a:solidFill>
                  <a:schemeClr val="tx1"/>
                </a:solidFill>
                <a:latin typeface="微软雅黑" panose="020B0503020204020204" pitchFamily="34" charset="-122"/>
                <a:ea typeface="微软雅黑" panose="020B0503020204020204" pitchFamily="34" charset="-122"/>
                <a:cs typeface="Arial" panose="020B0604020202090204" pitchFamily="34" charset="0"/>
              </a:rPr>
              <a:t>毕马威国际不提供任何客户服务。成员所与第三方的约定对毕马威国际或任何其他成员所均不具有任何约束力；而毕马威国际对任何成员所也不具有任何上述约束力。</a:t>
            </a:r>
            <a:endParaRPr lang="en-GB" altLang="zh-CN" sz="830" b="0" dirty="0">
              <a:solidFill>
                <a:schemeClr val="tx1"/>
              </a:solidFill>
              <a:latin typeface="微软雅黑" panose="020B0503020204020204" pitchFamily="34" charset="-122"/>
              <a:ea typeface="微软雅黑" panose="020B0503020204020204" pitchFamily="34" charset="-122"/>
            </a:endParaRPr>
          </a:p>
          <a:p>
            <a:pPr algn="just">
              <a:lnSpc>
                <a:spcPts val="1385"/>
              </a:lnSpc>
              <a:spcBef>
                <a:spcPts val="275"/>
              </a:spcBef>
              <a:defRPr/>
            </a:pP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毕马威企业咨询（中国）有限公司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中国有限责任公司，是与英国私营担保有限公司 </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毕马威国际有限公司 </a:t>
            </a:r>
            <a:r>
              <a:rPr lang="en-US" altLang="zh-CN" sz="830" b="0" dirty="0">
                <a:solidFill>
                  <a:schemeClr val="tx1"/>
                </a:solidFill>
                <a:latin typeface="微软雅黑" panose="020B0503020204020204" pitchFamily="34" charset="-122"/>
                <a:ea typeface="微软雅黑" panose="020B0503020204020204" pitchFamily="34" charset="-122"/>
              </a:rPr>
              <a:t>(“</a:t>
            </a:r>
            <a:r>
              <a:rPr lang="zh-CN" altLang="en-US" sz="830" b="0" dirty="0">
                <a:solidFill>
                  <a:schemeClr val="tx1"/>
                </a:solidFill>
                <a:latin typeface="微软雅黑" panose="020B0503020204020204" pitchFamily="34" charset="-122"/>
                <a:ea typeface="微软雅黑" panose="020B0503020204020204" pitchFamily="34" charset="-122"/>
              </a:rPr>
              <a:t>毕马威国际”</a:t>
            </a:r>
            <a:r>
              <a:rPr lang="en-US" altLang="zh-CN" sz="830" b="0" dirty="0">
                <a:solidFill>
                  <a:schemeClr val="tx1"/>
                </a:solidFill>
                <a:latin typeface="微软雅黑" panose="020B0503020204020204" pitchFamily="34" charset="-122"/>
                <a:ea typeface="微软雅黑" panose="020B0503020204020204" pitchFamily="34" charset="-122"/>
              </a:rPr>
              <a:t>) </a:t>
            </a:r>
            <a:r>
              <a:rPr lang="zh-CN" altLang="en-US" sz="830" b="0" dirty="0">
                <a:solidFill>
                  <a:schemeClr val="tx1"/>
                </a:solidFill>
                <a:latin typeface="微软雅黑" panose="020B0503020204020204" pitchFamily="34" charset="-122"/>
                <a:ea typeface="微软雅黑" panose="020B0503020204020204" pitchFamily="34" charset="-122"/>
              </a:rPr>
              <a:t>相关联的独立成员所全球性组织中的成员。版权所有，不得转载。中国印刷。 </a:t>
            </a:r>
            <a:endParaRPr lang="en-US" altLang="zh-CN" sz="740" b="0" dirty="0">
              <a:solidFill>
                <a:schemeClr val="tx1"/>
              </a:solidFill>
              <a:latin typeface="微软雅黑" panose="020B0503020204020204" pitchFamily="34" charset="-122"/>
              <a:ea typeface="微软雅黑" panose="020B0503020204020204" pitchFamily="34" charset="-122"/>
            </a:endParaRPr>
          </a:p>
          <a:p>
            <a:pPr algn="just">
              <a:lnSpc>
                <a:spcPts val="1475"/>
              </a:lnSpc>
              <a:spcBef>
                <a:spcPts val="275"/>
              </a:spcBef>
              <a:defRPr/>
            </a:pPr>
            <a:r>
              <a:rPr lang="zh-CN" altLang="en-US" sz="830" b="0" dirty="0">
                <a:solidFill>
                  <a:schemeClr val="tx1"/>
                </a:solidFill>
                <a:latin typeface="微软雅黑" panose="020B0503020204020204" pitchFamily="34" charset="-122"/>
                <a:ea typeface="微软雅黑" panose="020B0503020204020204" pitchFamily="34" charset="-122"/>
              </a:rPr>
              <a:t>毕马威的名称和标识均属于毕马威国际的商标或注册商标。</a:t>
            </a:r>
            <a:endParaRPr lang="zh-CN" altLang="en-US" sz="830" b="0" dirty="0">
              <a:solidFill>
                <a:schemeClr val="tx1"/>
              </a:solidFill>
              <a:latin typeface="微软雅黑" panose="020B0503020204020204" pitchFamily="34" charset="-122"/>
              <a:ea typeface="微软雅黑" panose="020B0503020204020204" pitchFamily="34" charset="-122"/>
            </a:endParaRPr>
          </a:p>
        </p:txBody>
      </p:sp>
      <p:sp>
        <p:nvSpPr>
          <p:cNvPr id="9" name="TextBox 9"/>
          <p:cNvSpPr txBox="1"/>
          <p:nvPr userDrawn="1"/>
        </p:nvSpPr>
        <p:spPr>
          <a:xfrm>
            <a:off x="234979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高人伯</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合伙人</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136 8888 8990</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dennis.gao</a:t>
            </a:r>
            <a:r>
              <a:rPr lang="en-US" altLang="en-US" sz="1200" dirty="0">
                <a:latin typeface="微软雅黑" panose="020B0503020204020204" pitchFamily="34" charset="-122"/>
                <a:ea typeface="微软雅黑" panose="020B0503020204020204" pitchFamily="34" charset="-122"/>
              </a:rPr>
              <a:t>@kpmg.com</a:t>
            </a:r>
            <a:endParaRPr lang="en-GB" altLang="en-US" sz="1200" dirty="0">
              <a:latin typeface="微软雅黑" panose="020B0503020204020204" pitchFamily="34" charset="-122"/>
              <a:ea typeface="微软雅黑" panose="020B0503020204020204" pitchFamily="34" charset="-122"/>
            </a:endParaRPr>
          </a:p>
        </p:txBody>
      </p:sp>
      <p:sp>
        <p:nvSpPr>
          <p:cNvPr id="10" name="矩形 77"/>
          <p:cNvSpPr/>
          <p:nvPr userDrawn="1"/>
        </p:nvSpPr>
        <p:spPr>
          <a:xfrm>
            <a:off x="2321570" y="1565804"/>
            <a:ext cx="2714071" cy="830997"/>
          </a:xfrm>
          <a:prstGeom prst="rect">
            <a:avLst/>
          </a:prstGeom>
        </p:spPr>
        <p:txBody>
          <a:bodyPr wrap="square">
            <a:spAutoFit/>
          </a:bodyPr>
          <a:lstStyle/>
          <a:p>
            <a:pPr lvl="0" algn="l" fontAlgn="t">
              <a:defRPr/>
            </a:pPr>
            <a:r>
              <a:rPr lang="zh-CN" altLang="en-US" sz="4800" b="1" dirty="0">
                <a:solidFill>
                  <a:srgbClr val="00338D"/>
                </a:solidFill>
                <a:latin typeface="微软雅黑" panose="020B0503020204020204" pitchFamily="34" charset="-122"/>
                <a:ea typeface="微软雅黑" panose="020B0503020204020204" pitchFamily="34" charset="-122"/>
              </a:rPr>
              <a:t>谢谢！</a:t>
            </a:r>
            <a:endParaRPr lang="en-US" altLang="zh-CN" sz="4800" b="1" dirty="0">
              <a:solidFill>
                <a:srgbClr val="00338D"/>
              </a:solidFill>
              <a:latin typeface="微软雅黑" panose="020B0503020204020204" pitchFamily="34" charset="-122"/>
              <a:ea typeface="微软雅黑" panose="020B0503020204020204" pitchFamily="34" charset="-122"/>
            </a:endParaRPr>
          </a:p>
        </p:txBody>
      </p:sp>
      <p:sp>
        <p:nvSpPr>
          <p:cNvPr id="11" name="Freeform 19"/>
          <p:cNvSpPr>
            <a:spLocks noEditPoints="1"/>
          </p:cNvSpPr>
          <p:nvPr userDrawn="1"/>
        </p:nvSpPr>
        <p:spPr bwMode="auto">
          <a:xfrm>
            <a:off x="2424347" y="497975"/>
            <a:ext cx="1087573" cy="442592"/>
          </a:xfrm>
          <a:custGeom>
            <a:avLst/>
            <a:gdLst>
              <a:gd name="T0" fmla="*/ 2027486088 w 283"/>
              <a:gd name="T1" fmla="*/ 592971472 h 114"/>
              <a:gd name="T2" fmla="*/ 1673241368 w 283"/>
              <a:gd name="T3" fmla="*/ 669979423 h 114"/>
              <a:gd name="T4" fmla="*/ 1839059563 w 283"/>
              <a:gd name="T5" fmla="*/ 462056017 h 114"/>
              <a:gd name="T6" fmla="*/ 2027486088 w 283"/>
              <a:gd name="T7" fmla="*/ 431251728 h 114"/>
              <a:gd name="T8" fmla="*/ 1673241368 w 283"/>
              <a:gd name="T9" fmla="*/ 15402144 h 114"/>
              <a:gd name="T10" fmla="*/ 2117933124 w 283"/>
              <a:gd name="T11" fmla="*/ 669979423 h 114"/>
              <a:gd name="T12" fmla="*/ 1673241368 w 283"/>
              <a:gd name="T13" fmla="*/ 685381567 h 114"/>
              <a:gd name="T14" fmla="*/ 1854132697 w 283"/>
              <a:gd name="T15" fmla="*/ 777794433 h 114"/>
              <a:gd name="T16" fmla="*/ 1545110124 w 283"/>
              <a:gd name="T17" fmla="*/ 631476833 h 114"/>
              <a:gd name="T18" fmla="*/ 1530036989 w 283"/>
              <a:gd name="T19" fmla="*/ 400447439 h 114"/>
              <a:gd name="T20" fmla="*/ 1160716392 w 283"/>
              <a:gd name="T21" fmla="*/ 669979423 h 114"/>
              <a:gd name="T22" fmla="*/ 1605408148 w 283"/>
              <a:gd name="T23" fmla="*/ 408148511 h 114"/>
              <a:gd name="T24" fmla="*/ 1288847636 w 283"/>
              <a:gd name="T25" fmla="*/ 669979423 h 114"/>
              <a:gd name="T26" fmla="*/ 1356683599 w 283"/>
              <a:gd name="T27" fmla="*/ 669979423 h 114"/>
              <a:gd name="T28" fmla="*/ 904453904 w 283"/>
              <a:gd name="T29" fmla="*/ 669979423 h 114"/>
              <a:gd name="T30" fmla="*/ 881842831 w 283"/>
              <a:gd name="T31" fmla="*/ 431251728 h 114"/>
              <a:gd name="T32" fmla="*/ 648191416 w 283"/>
              <a:gd name="T33" fmla="*/ 15402144 h 114"/>
              <a:gd name="T34" fmla="*/ 1092883172 w 283"/>
              <a:gd name="T35" fmla="*/ 400447439 h 114"/>
              <a:gd name="T36" fmla="*/ 1070272099 w 283"/>
              <a:gd name="T37" fmla="*/ 669979423 h 114"/>
              <a:gd name="T38" fmla="*/ 700951501 w 283"/>
              <a:gd name="T39" fmla="*/ 608373617 h 114"/>
              <a:gd name="T40" fmla="*/ 670805232 w 283"/>
              <a:gd name="T41" fmla="*/ 608373617 h 114"/>
              <a:gd name="T42" fmla="*/ 655729355 w 283"/>
              <a:gd name="T43" fmla="*/ 531362895 h 114"/>
              <a:gd name="T44" fmla="*/ 716027379 w 283"/>
              <a:gd name="T45" fmla="*/ 477458161 h 114"/>
              <a:gd name="T46" fmla="*/ 700951501 w 283"/>
              <a:gd name="T47" fmla="*/ 608373617 h 114"/>
              <a:gd name="T48" fmla="*/ 504987037 w 283"/>
              <a:gd name="T49" fmla="*/ 662278351 h 114"/>
              <a:gd name="T50" fmla="*/ 278873561 w 283"/>
              <a:gd name="T51" fmla="*/ 631476833 h 114"/>
              <a:gd name="T52" fmla="*/ 188429268 w 283"/>
              <a:gd name="T53" fmla="*/ 592971472 h 114"/>
              <a:gd name="T54" fmla="*/ 135669183 w 283"/>
              <a:gd name="T55" fmla="*/ 15402144 h 114"/>
              <a:gd name="T56" fmla="*/ 572820257 w 283"/>
              <a:gd name="T57" fmla="*/ 423550656 h 114"/>
              <a:gd name="T58" fmla="*/ 165815452 w 283"/>
              <a:gd name="T59" fmla="*/ 669979423 h 114"/>
              <a:gd name="T60" fmla="*/ 1658168233 w 283"/>
              <a:gd name="T61" fmla="*/ 0 h 114"/>
              <a:gd name="T62" fmla="*/ 1620481283 w 283"/>
              <a:gd name="T63" fmla="*/ 0 h 114"/>
              <a:gd name="T64" fmla="*/ 1107956307 w 283"/>
              <a:gd name="T65" fmla="*/ 400447439 h 114"/>
              <a:gd name="T66" fmla="*/ 633118281 w 283"/>
              <a:gd name="T67" fmla="*/ 400447439 h 114"/>
              <a:gd name="T68" fmla="*/ 120593305 w 283"/>
              <a:gd name="T69" fmla="*/ 0 h 114"/>
              <a:gd name="T70" fmla="*/ 105520171 w 283"/>
              <a:gd name="T71" fmla="*/ 870204528 h 114"/>
              <a:gd name="T72" fmla="*/ 263800427 w 283"/>
              <a:gd name="T73" fmla="*/ 870204528 h 114"/>
              <a:gd name="T74" fmla="*/ 497449099 w 283"/>
              <a:gd name="T75" fmla="*/ 685381567 h 114"/>
              <a:gd name="T76" fmla="*/ 610507208 w 283"/>
              <a:gd name="T77" fmla="*/ 685381567 h 114"/>
              <a:gd name="T78" fmla="*/ 678340428 w 283"/>
              <a:gd name="T79" fmla="*/ 685381567 h 114"/>
              <a:gd name="T80" fmla="*/ 844158623 w 283"/>
              <a:gd name="T81" fmla="*/ 870204528 h 114"/>
              <a:gd name="T82" fmla="*/ 1070272099 w 283"/>
              <a:gd name="T83" fmla="*/ 685381567 h 114"/>
              <a:gd name="T84" fmla="*/ 1281312440 w 283"/>
              <a:gd name="T85" fmla="*/ 685381567 h 114"/>
              <a:gd name="T86" fmla="*/ 1432054757 w 283"/>
              <a:gd name="T87" fmla="*/ 870204528 h 114"/>
              <a:gd name="T88" fmla="*/ 1582797075 w 283"/>
              <a:gd name="T89" fmla="*/ 831699167 h 114"/>
              <a:gd name="T90" fmla="*/ 2004875015 w 283"/>
              <a:gd name="T91" fmla="*/ 685381567 h 114"/>
              <a:gd name="T92" fmla="*/ 1658168233 w 283"/>
              <a:gd name="T93" fmla="*/ 0 h 11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rgbClr val="00338D"/>
          </a:solidFill>
          <a:ln>
            <a:noFill/>
          </a:ln>
          <a:extLst>
            <a:ext uri="{91240B29-F687-4F45-9708-019B960494DF}">
              <a14:hiddenLine xmlns:a14="http://schemas.microsoft.com/office/drawing/2010/main" w="9525">
                <a:solidFill>
                  <a:srgbClr val="000000"/>
                </a:solidFill>
                <a:round/>
              </a14:hiddenLine>
            </a:ext>
          </a:extLst>
        </p:spPr>
        <p:txBody>
          <a:bodyPr/>
          <a:lstStyle/>
          <a:p>
            <a:pPr marL="0" marR="0" lvl="0" indent="0" defTabSz="914400" eaLnBrk="0" fontAlgn="base" latinLnBrk="0" hangingPunct="0">
              <a:lnSpc>
                <a:spcPct val="100000"/>
              </a:lnSpc>
              <a:spcBef>
                <a:spcPct val="0"/>
              </a:spcBef>
              <a:spcAft>
                <a:spcPct val="0"/>
              </a:spcAft>
              <a:buClrTx/>
              <a:buSzTx/>
              <a:buFontTx/>
              <a:buNone/>
              <a:defRPr/>
            </a:pPr>
            <a:endParaRPr kumimoji="0" lang="en-GB" sz="1800" b="0" i="0" u="none" strike="noStrike" kern="0" cap="none" spc="0" normalizeH="0" baseline="0" noProof="0">
              <a:ln>
                <a:noFill/>
              </a:ln>
              <a:solidFill>
                <a:srgbClr val="000000"/>
              </a:solidFill>
              <a:effectLst/>
              <a:uLnTx/>
              <a:uFillTx/>
              <a:latin typeface="Arial" panose="020B0604020202090204" pitchFamily="34" charset="0"/>
            </a:endParaRPr>
          </a:p>
        </p:txBody>
      </p:sp>
      <p:sp>
        <p:nvSpPr>
          <p:cNvPr id="12" name="TextBox 9"/>
          <p:cNvSpPr txBox="1"/>
          <p:nvPr userDrawn="1"/>
        </p:nvSpPr>
        <p:spPr>
          <a:xfrm>
            <a:off x="4528773" y="2965395"/>
            <a:ext cx="3584448" cy="813669"/>
          </a:xfrm>
          <a:prstGeom prst="rect">
            <a:avLst/>
          </a:prstGeom>
          <a:noFill/>
        </p:spPr>
        <p:txBody>
          <a:bodyPr wrap="square" lIns="74280" tIns="37140" rIns="74280" bIns="37140" rtlCol="0">
            <a:spAutoFit/>
          </a:bodyPr>
          <a:lstStyle/>
          <a:p>
            <a:r>
              <a:rPr lang="zh-CN" altLang="en-US" sz="1200" b="1" dirty="0">
                <a:latin typeface="微软雅黑" panose="020B0503020204020204" pitchFamily="34" charset="-122"/>
                <a:ea typeface="微软雅黑" panose="020B0503020204020204" pitchFamily="34" charset="-122"/>
              </a:rPr>
              <a:t>王克宇</a:t>
            </a:r>
            <a:endParaRPr lang="en-US" altLang="zh-CN" sz="1200" b="1" dirty="0">
              <a:latin typeface="微软雅黑" panose="020B0503020204020204" pitchFamily="34" charset="-122"/>
              <a:ea typeface="微软雅黑" panose="020B0503020204020204" pitchFamily="34" charset="-122"/>
            </a:endParaRPr>
          </a:p>
          <a:p>
            <a:r>
              <a:rPr lang="zh-CN" altLang="en-US" sz="1200" b="1" dirty="0">
                <a:latin typeface="微软雅黑" panose="020B0503020204020204" pitchFamily="34" charset="-122"/>
                <a:ea typeface="微软雅黑" panose="020B0503020204020204" pitchFamily="34" charset="-122"/>
              </a:rPr>
              <a:t>副总监</a:t>
            </a:r>
            <a:endParaRPr lang="en-US" altLang="zh-CN" sz="1200" b="1"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手机：</a:t>
            </a:r>
            <a:r>
              <a:rPr lang="en-US" altLang="zh-CN" sz="1200" dirty="0">
                <a:latin typeface="微软雅黑" panose="020B0503020204020204" pitchFamily="34" charset="-122"/>
                <a:ea typeface="微软雅黑" panose="020B0503020204020204" pitchFamily="34" charset="-122"/>
              </a:rPr>
              <a:t>186 0086 2073</a:t>
            </a:r>
            <a:endParaRPr lang="en-US" altLang="zh-CN" sz="1200" dirty="0">
              <a:latin typeface="微软雅黑" panose="020B0503020204020204" pitchFamily="34" charset="-122"/>
              <a:ea typeface="微软雅黑" panose="020B0503020204020204" pitchFamily="34" charset="-122"/>
            </a:endParaRPr>
          </a:p>
          <a:p>
            <a:r>
              <a:rPr lang="en-US" altLang="zh-CN" sz="1200" dirty="0">
                <a:latin typeface="微软雅黑" panose="020B0503020204020204" pitchFamily="34" charset="-122"/>
                <a:ea typeface="微软雅黑" panose="020B0503020204020204" pitchFamily="34" charset="-122"/>
              </a:rPr>
              <a:t>k.k.wang@kpmg.com</a:t>
            </a:r>
            <a:endParaRPr lang="en-GB" altLang="en-US" sz="1200" dirty="0">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0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6"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1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96348" y="1330126"/>
            <a:ext cx="11022494" cy="4835724"/>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1_DIVIDER 3">
    <p:bg>
      <p:bgPr>
        <a:solidFill>
          <a:schemeClr val="tx2"/>
        </a:solidFill>
        <a:effectLst/>
      </p:bgPr>
    </p:bg>
    <p:spTree>
      <p:nvGrpSpPr>
        <p:cNvPr id="1" name=""/>
        <p:cNvGrpSpPr/>
        <p:nvPr/>
      </p:nvGrpSpPr>
      <p:grpSpPr>
        <a:xfrm>
          <a:off x="0" y="0"/>
          <a:ext cx="0" cy="0"/>
          <a:chOff x="0" y="0"/>
          <a:chExt cx="0" cy="0"/>
        </a:xfrm>
      </p:grpSpPr>
      <p:sp>
        <p:nvSpPr>
          <p:cNvPr id="7" name="Title 1"/>
          <p:cNvSpPr>
            <a:spLocks noGrp="1"/>
          </p:cNvSpPr>
          <p:nvPr>
            <p:ph type="ctrTitle"/>
          </p:nvPr>
        </p:nvSpPr>
        <p:spPr>
          <a:xfrm>
            <a:off x="2709863" y="1435300"/>
            <a:ext cx="8489950" cy="3510000"/>
          </a:xfrm>
          <a:prstGeom prst="rect">
            <a:avLst/>
          </a:prstGeom>
        </p:spPr>
        <p:txBody>
          <a:bodyPr anchor="t" anchorCtr="0"/>
          <a:lstStyle>
            <a:lvl1pPr algn="l">
              <a:defRPr sz="11000" baseline="0">
                <a:solidFill>
                  <a:schemeClr val="bg1"/>
                </a:solidFill>
              </a:defRPr>
            </a:lvl1pPr>
          </a:lstStyle>
          <a:p>
            <a:r>
              <a:rPr lang="en-US"/>
              <a:t>Click to edit Master title style</a:t>
            </a:r>
            <a:endParaRPr lang="en-US" dirty="0"/>
          </a:p>
        </p:txBody>
      </p:sp>
      <p:sp>
        <p:nvSpPr>
          <p:cNvPr id="9"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ndParaRPr>
          </a:p>
        </p:txBody>
      </p:sp>
      <p:sp>
        <p:nvSpPr>
          <p:cNvPr id="10" name="object 3"/>
          <p:cNvSpPr/>
          <p:nvPr userDrawn="1"/>
        </p:nvSpPr>
        <p:spPr>
          <a:xfrm>
            <a:off x="2" y="1"/>
            <a:ext cx="1587730"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chemeClr val="accent1"/>
          </a:solidFill>
        </p:spPr>
        <p:txBody>
          <a:bodyPr wrap="square" lIns="0" tIns="0" rIns="0" bIns="0" rtlCol="0">
            <a:noAutofit/>
          </a:bodyPr>
          <a:lstStyle/>
          <a:p>
            <a:endParaRPr sz="1800" dirty="0">
              <a:latin typeface="微软雅黑" panose="020B0503020204020204" pitchFamily="34" charset="-122"/>
            </a:endParaRPr>
          </a:p>
        </p:txBody>
      </p:sp>
      <p:sp>
        <p:nvSpPr>
          <p:cNvPr id="6" name="Text Placeholder 3"/>
          <p:cNvSpPr>
            <a:spLocks noGrp="1"/>
          </p:cNvSpPr>
          <p:nvPr>
            <p:ph type="body" sz="quarter" idx="11"/>
          </p:nvPr>
        </p:nvSpPr>
        <p:spPr>
          <a:xfrm>
            <a:off x="2749464" y="5390900"/>
            <a:ext cx="8450350" cy="216000"/>
          </a:xfrm>
        </p:spPr>
        <p:txBody>
          <a:bodyPr/>
          <a:lstStyle>
            <a:lvl1pPr>
              <a:defRPr sz="1100">
                <a:solidFill>
                  <a:schemeClr val="bg1"/>
                </a:solidFill>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2_ONE COLUMN TEXT">
    <p:spTree>
      <p:nvGrpSpPr>
        <p:cNvPr id="1" name=""/>
        <p:cNvGrpSpPr/>
        <p:nvPr/>
      </p:nvGrpSpPr>
      <p:grpSpPr>
        <a:xfrm>
          <a:off x="0" y="0"/>
          <a:ext cx="0" cy="0"/>
          <a:chOff x="0" y="0"/>
          <a:chExt cx="0" cy="0"/>
        </a:xfrm>
      </p:grpSpPr>
      <p:sp>
        <p:nvSpPr>
          <p:cNvPr id="3" name="Title 2"/>
          <p:cNvSpPr>
            <a:spLocks noGrp="1"/>
          </p:cNvSpPr>
          <p:nvPr>
            <p:ph type="title"/>
          </p:nvPr>
        </p:nvSpPr>
        <p:spPr>
          <a:xfrm>
            <a:off x="596348" y="431800"/>
            <a:ext cx="11022495" cy="533400"/>
          </a:xfrm>
          <a:prstGeom prst="rect">
            <a:avLst/>
          </a:prstGeom>
        </p:spPr>
        <p:txBody>
          <a:bodyPr/>
          <a:lstStyle/>
          <a:p>
            <a:r>
              <a:rPr lang="zh-CN" altLang="en-US" dirty="0"/>
              <a:t>单击此处编辑母版标题样式</a:t>
            </a:r>
            <a:endParaRPr lang="en-GB" dirty="0"/>
          </a:p>
        </p:txBody>
      </p:sp>
      <p:sp>
        <p:nvSpPr>
          <p:cNvPr id="7" name="文本占位符 6"/>
          <p:cNvSpPr>
            <a:spLocks noGrp="1"/>
          </p:cNvSpPr>
          <p:nvPr>
            <p:ph type="body" sz="quarter" idx="11"/>
          </p:nvPr>
        </p:nvSpPr>
        <p:spPr>
          <a:xfrm>
            <a:off x="596348" y="0"/>
            <a:ext cx="11022494" cy="296745"/>
          </a:xfrm>
          <a:prstGeom prst="rect">
            <a:avLst/>
          </a:prstGeom>
        </p:spPr>
        <p:txBody>
          <a:bodyPr/>
          <a:lstStyle>
            <a:lvl1pPr>
              <a:defRPr sz="1200"/>
            </a:lvl1pPr>
            <a:lvl5pPr marL="539750" indent="0">
              <a:buNone/>
              <a:defRPr/>
            </a:lvl5pPr>
          </a:lstStyle>
          <a:p>
            <a:pPr lvl="0"/>
            <a:r>
              <a:rPr lang="zh-CN" altLang="en-US" dirty="0"/>
              <a:t>单击此处编辑母版文本样式</a:t>
            </a:r>
            <a:endParaRPr lang="zh-CN" altLang="en-US" dirty="0"/>
          </a:p>
        </p:txBody>
      </p:sp>
      <p:sp>
        <p:nvSpPr>
          <p:cNvPr id="8" name="TextBox 24"/>
          <p:cNvSpPr txBox="1"/>
          <p:nvPr userDrawn="1"/>
        </p:nvSpPr>
        <p:spPr>
          <a:xfrm>
            <a:off x="2594344" y="6637578"/>
            <a:ext cx="6953693" cy="135362"/>
          </a:xfrm>
          <a:prstGeom prst="rect">
            <a:avLst/>
          </a:prstGeom>
          <a:noFill/>
        </p:spPr>
        <p:txBody>
          <a:bodyPr wrap="square" lIns="0" tIns="0" rIns="0" bIns="0" rtlCol="0">
            <a:noAutofit/>
          </a:bodyPr>
          <a:lstStyle/>
          <a:p>
            <a:pPr algn="ctr" defTabSz="914400">
              <a:defRPr/>
            </a:pPr>
            <a:r>
              <a:rPr lang="zh-CN" altLang="en-US" sz="600" b="1" dirty="0">
                <a:solidFill>
                  <a:srgbClr val="000000"/>
                </a:solidFill>
                <a:latin typeface="微软雅黑" panose="020B0503020204020204" pitchFamily="34" charset="-122"/>
                <a:ea typeface="微软雅黑" panose="020B0503020204020204" pitchFamily="34" charset="-122"/>
              </a:rPr>
              <a:t>文档分类</a:t>
            </a:r>
            <a:r>
              <a:rPr lang="en-US" altLang="zh-CN" sz="600" b="1" dirty="0">
                <a:solidFill>
                  <a:srgbClr val="000000"/>
                </a:solidFill>
                <a:latin typeface="微软雅黑" panose="020B0503020204020204" pitchFamily="34" charset="-122"/>
                <a:ea typeface="微软雅黑" panose="020B0503020204020204" pitchFamily="34" charset="-122"/>
              </a:rPr>
              <a:t>:</a:t>
            </a:r>
            <a:r>
              <a:rPr lang="zh-TW" altLang="en-US" sz="600" b="1" dirty="0">
                <a:solidFill>
                  <a:srgbClr val="000000"/>
                </a:solidFill>
                <a:latin typeface="微软雅黑" panose="020B0503020204020204" pitchFamily="34" charset="-122"/>
                <a:ea typeface="微软雅黑" panose="020B0503020204020204" pitchFamily="34" charset="-122"/>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en-GB" sz="600" b="1" dirty="0">
              <a:solidFill>
                <a:srgbClr val="000000"/>
              </a:solidFill>
              <a:latin typeface="微软雅黑" panose="020B0503020204020204" pitchFamily="34" charset="-122"/>
              <a:ea typeface="微软雅黑" panose="020B0503020204020204" pitchFamily="34" charset="-122"/>
            </a:endParaRPr>
          </a:p>
        </p:txBody>
      </p:sp>
      <p:sp>
        <p:nvSpPr>
          <p:cNvPr id="10" name="Freeform 19"/>
          <p:cNvSpPr>
            <a:spLocks noEditPoints="1"/>
          </p:cNvSpPr>
          <p:nvPr userDrawn="1"/>
        </p:nvSpPr>
        <p:spPr bwMode="auto">
          <a:xfrm>
            <a:off x="1003204" y="6267005"/>
            <a:ext cx="484029" cy="196893"/>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3" name="Shape 8"/>
          <p:cNvSpPr txBox="1"/>
          <p:nvPr userDrawn="1"/>
        </p:nvSpPr>
        <p:spPr>
          <a:xfrm>
            <a:off x="10739443" y="6266996"/>
            <a:ext cx="728657" cy="159203"/>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mtClean="0">
                <a:solidFill>
                  <a:srgbClr val="00338D"/>
                </a:solidFill>
                <a:latin typeface="微软雅黑" panose="020B0503020204020204" pitchFamily="34" charset="-122"/>
                <a:ea typeface="微软雅黑" panose="020B0503020204020204" pitchFamily="34" charset="-122"/>
                <a:cs typeface="Arial" panose="020B0604020202090204" pitchFamily="34" charset="0"/>
              </a:rPr>
            </a:fld>
            <a:endParaRPr lang="en-US" dirty="0">
              <a:solidFill>
                <a:srgbClr val="00338D"/>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TextBox 29"/>
          <p:cNvSpPr txBox="1"/>
          <p:nvPr userDrawn="1">
            <p:custDataLst>
              <p:tags r:id="rId2"/>
            </p:custDataLst>
          </p:nvPr>
        </p:nvSpPr>
        <p:spPr>
          <a:xfrm>
            <a:off x="2234935" y="6266997"/>
            <a:ext cx="7756800" cy="370800"/>
          </a:xfrm>
          <a:prstGeom prst="rect">
            <a:avLst/>
          </a:prstGeom>
          <a:noFill/>
        </p:spPr>
        <p:txBody>
          <a:bodyPr wrap="square" lIns="0" tIns="0" rIns="0" bIns="0" rtlCol="0">
            <a:noAutofit/>
          </a:bodyPr>
          <a:lstStyle/>
          <a:p>
            <a:pPr defTabSz="914400">
              <a:defRPr/>
            </a:pPr>
            <a:r>
              <a:rPr lang="en-US" altLang="zh-CN" sz="600" dirty="0">
                <a:solidFill>
                  <a:prstClr val="white">
                    <a:lumMod val="65000"/>
                  </a:prstClr>
                </a:solidFill>
                <a:latin typeface="微软雅黑" panose="020B0503020204020204" pitchFamily="34" charset="-122"/>
              </a:rPr>
              <a:t>© 2022 </a:t>
            </a:r>
            <a:r>
              <a:rPr lang="zh-CN" altLang="en-US" sz="600" dirty="0">
                <a:solidFill>
                  <a:prstClr val="white">
                    <a:lumMod val="65000"/>
                  </a:prstClr>
                </a:solidFill>
                <a:latin typeface="微软雅黑" panose="020B0503020204020204" pitchFamily="34" charset="-122"/>
              </a:rPr>
              <a:t>毕马威企业咨询（中国）有限公司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中国有限责任公司，是与英国私营担保有限公司 </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毕马威国际有限公司 </a:t>
            </a:r>
            <a:r>
              <a:rPr lang="en-US" altLang="zh-CN" sz="600" dirty="0">
                <a:solidFill>
                  <a:prstClr val="white">
                    <a:lumMod val="65000"/>
                  </a:prstClr>
                </a:solidFill>
                <a:latin typeface="微软雅黑" panose="020B0503020204020204" pitchFamily="34" charset="-122"/>
              </a:rPr>
              <a:t>(“</a:t>
            </a:r>
            <a:r>
              <a:rPr lang="zh-CN" altLang="en-US" sz="600" dirty="0">
                <a:solidFill>
                  <a:prstClr val="white">
                    <a:lumMod val="65000"/>
                  </a:prstClr>
                </a:solidFill>
                <a:latin typeface="微软雅黑" panose="020B0503020204020204" pitchFamily="34" charset="-122"/>
              </a:rPr>
              <a:t>毕马威国际”</a:t>
            </a:r>
            <a:r>
              <a:rPr lang="en-US" altLang="zh-CN" sz="600" dirty="0">
                <a:solidFill>
                  <a:prstClr val="white">
                    <a:lumMod val="65000"/>
                  </a:prstClr>
                </a:solidFill>
                <a:latin typeface="微软雅黑" panose="020B0503020204020204" pitchFamily="34" charset="-122"/>
              </a:rPr>
              <a:t>) </a:t>
            </a:r>
            <a:r>
              <a:rPr lang="zh-CN" altLang="en-US" sz="600" dirty="0">
                <a:solidFill>
                  <a:prstClr val="white">
                    <a:lumMod val="65000"/>
                  </a:prstClr>
                </a:solidFill>
                <a:latin typeface="微软雅黑" panose="020B0503020204020204" pitchFamily="34" charset="-122"/>
              </a:rPr>
              <a:t>相关联的独立成员所全球性组织中的成员。版权所有，不得转载。中国印刷。</a:t>
            </a:r>
            <a:endParaRPr lang="en-US" sz="600" dirty="0">
              <a:solidFill>
                <a:prstClr val="white">
                  <a:lumMod val="65000"/>
                </a:prstClr>
              </a:solidFill>
              <a:latin typeface="微软雅黑" panose="020B0503020204020204"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2_TITLE SLIDE - Right vertical dark image">
    <p:bg>
      <p:bgPr>
        <a:solidFill>
          <a:schemeClr val="accent4"/>
        </a:solidFill>
        <a:effectLst/>
      </p:bgPr>
    </p:bg>
    <p:spTree>
      <p:nvGrpSpPr>
        <p:cNvPr id="1" name=""/>
        <p:cNvGrpSpPr/>
        <p:nvPr/>
      </p:nvGrpSpPr>
      <p:grpSpPr>
        <a:xfrm>
          <a:off x="0" y="0"/>
          <a:ext cx="0" cy="0"/>
          <a:chOff x="0" y="0"/>
          <a:chExt cx="0" cy="0"/>
        </a:xfrm>
      </p:grpSpPr>
      <p:graphicFrame>
        <p:nvGraphicFramePr>
          <p:cNvPr id="4" name="think-cell data - do not delete"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think-cell data - do not delete"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19"/>
          <p:cNvSpPr>
            <a:spLocks noChangeAspect="1" noEditPoints="1"/>
          </p:cNvSpPr>
          <p:nvPr userDrawn="1"/>
        </p:nvSpPr>
        <p:spPr bwMode="auto">
          <a:xfrm>
            <a:off x="998476" y="371311"/>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3" name="Title 1"/>
          <p:cNvSpPr>
            <a:spLocks noGrp="1"/>
          </p:cNvSpPr>
          <p:nvPr>
            <p:ph type="ctrTitle" hasCustomPrompt="1"/>
          </p:nvPr>
        </p:nvSpPr>
        <p:spPr>
          <a:xfrm>
            <a:off x="998476" y="1485243"/>
            <a:ext cx="3600000" cy="3420000"/>
          </a:xfrm>
        </p:spPr>
        <p:txBody>
          <a:bodyPr vert="horz" anchor="t" anchorCtr="0"/>
          <a:lstStyle>
            <a:lvl1pPr algn="l">
              <a:defRPr sz="6600" baseline="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text only</a:t>
            </a:r>
            <a:endParaRPr lang="en-US" dirty="0"/>
          </a:p>
        </p:txBody>
      </p:sp>
      <p:sp>
        <p:nvSpPr>
          <p:cNvPr id="6" name="Text Placeholder 3"/>
          <p:cNvSpPr>
            <a:spLocks noGrp="1"/>
          </p:cNvSpPr>
          <p:nvPr>
            <p:ph type="body" sz="quarter" idx="11"/>
          </p:nvPr>
        </p:nvSpPr>
        <p:spPr>
          <a:xfrm>
            <a:off x="998478" y="5007010"/>
            <a:ext cx="3600000" cy="810000"/>
          </a:xfrm>
        </p:spPr>
        <p:txBody>
          <a:bodyPr anchor="b"/>
          <a:lstStyle>
            <a:lvl1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400">
                <a:solidFill>
                  <a:schemeClr val="tx2"/>
                </a:solidFill>
                <a:latin typeface="微软雅黑" panose="020B0503020204020204" pitchFamily="34" charset="-122"/>
                <a:ea typeface="微软雅黑" panose="020B0503020204020204" pitchFamily="34" charset="-122"/>
                <a:sym typeface="微软雅黑" panose="020B0503020204020204" pitchFamily="34" charset="-122"/>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dirty="0"/>
              <a:t>Click to edit Master text styles</a:t>
            </a:r>
            <a:endParaRPr lang="en-US" dirty="0"/>
          </a:p>
          <a:p>
            <a:pPr lvl="1"/>
            <a:r>
              <a:rPr lang="en-US" dirty="0"/>
              <a:t>Second level</a:t>
            </a:r>
            <a:endParaRPr lang="en-US" dirty="0"/>
          </a:p>
        </p:txBody>
      </p:sp>
      <p:sp>
        <p:nvSpPr>
          <p:cNvPr id="12" name="Freeform 19"/>
          <p:cNvSpPr>
            <a:spLocks noEditPoints="1"/>
          </p:cNvSpPr>
          <p:nvPr userDrawn="1"/>
        </p:nvSpPr>
        <p:spPr bwMode="auto">
          <a:xfrm>
            <a:off x="614363" y="556966"/>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1" rIns="91440" bIns="45721" numCol="1" anchor="t" anchorCtr="0" compatLnSpc="1"/>
          <a:lstStyle/>
          <a:p>
            <a:endParaRPr lang="en-GB" sz="1800" dirty="0">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10" name="Picture 9"/>
          <p:cNvPicPr>
            <a:picLocks noChangeAspect="1"/>
          </p:cNvPicPr>
          <p:nvPr userDrawn="1"/>
        </p:nvPicPr>
        <p:blipFill>
          <a:blip r:embed="rId5" cstate="email"/>
          <a:stretch>
            <a:fillRect/>
          </a:stretch>
        </p:blipFill>
        <p:spPr>
          <a:xfrm>
            <a:off x="3235452" y="0"/>
            <a:ext cx="8956548" cy="6858000"/>
          </a:xfrm>
          <a:prstGeom prst="rect">
            <a:avLst/>
          </a:prstGeom>
        </p:spPr>
      </p:pic>
      <p:sp>
        <p:nvSpPr>
          <p:cNvPr id="5" name="矩形 4"/>
          <p:cNvSpPr/>
          <p:nvPr userDrawn="1"/>
        </p:nvSpPr>
        <p:spPr>
          <a:xfrm>
            <a:off x="-1" y="0"/>
            <a:ext cx="7205133" cy="6858000"/>
          </a:xfrm>
          <a:prstGeom prst="rect">
            <a:avLst/>
          </a:prstGeom>
          <a:gradFill flip="none" rotWithShape="1">
            <a:gsLst>
              <a:gs pos="0">
                <a:schemeClr val="bg1"/>
              </a:gs>
              <a:gs pos="91000">
                <a:srgbClr val="FFFFFF">
                  <a:alpha val="40000"/>
                </a:srgbClr>
              </a:gs>
              <a:gs pos="82000">
                <a:srgbClr val="FFFFFF">
                  <a:alpha val="70000"/>
                </a:srgbClr>
              </a:gs>
              <a:gs pos="68000">
                <a:schemeClr val="bg1"/>
              </a:gs>
              <a:gs pos="100000">
                <a:schemeClr val="bg1">
                  <a:alpha val="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775" y="1400"/>
          <a:ext cx="1775" cy="1401"/>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Object 2" hidden="1"/>
                      <p:cNvPicPr/>
                      <p:nvPr/>
                    </p:nvPicPr>
                    <p:blipFill>
                      <a:blip r:embed="rId4"/>
                      <a:stretch>
                        <a:fillRect/>
                      </a:stretch>
                    </p:blipFill>
                    <p:spPr>
                      <a:xfrm>
                        <a:off x="1775" y="1400"/>
                        <a:ext cx="1775" cy="1401"/>
                      </a:xfrm>
                      <a:prstGeom prst="rect">
                        <a:avLst/>
                      </a:prstGeom>
                    </p:spPr>
                  </p:pic>
                </p:oleObj>
              </mc:Fallback>
            </mc:AlternateContent>
          </a:graphicData>
        </a:graphic>
      </p:graphicFrame>
      <p:sp>
        <p:nvSpPr>
          <p:cNvPr id="4" name="Rectangle 1" hidden="1"/>
          <p:cNvSpPr/>
          <p:nvPr userDrawn="1">
            <p:custDataLst>
              <p:tags r:id="rId5"/>
            </p:custDataLst>
          </p:nvPr>
        </p:nvSpPr>
        <p:spPr>
          <a:xfrm>
            <a:off x="0" y="0"/>
            <a:ext cx="177441" cy="140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115" b="0" i="0" baseline="0" dirty="0">
              <a:solidFill>
                <a:schemeClr val="bg1"/>
              </a:solidFill>
              <a:latin typeface="Arial" panose="020B0604020202090204" pitchFamily="34" charset="0"/>
              <a:ea typeface="黑体" panose="02010609060101010101" pitchFamily="49" charset="-122"/>
              <a:cs typeface="+mj-cs"/>
              <a:sym typeface="Arial" panose="020B0604020202090204" pitchFamily="34" charset="0"/>
            </a:endParaRPr>
          </a:p>
        </p:txBody>
      </p:sp>
      <p:sp>
        <p:nvSpPr>
          <p:cNvPr id="6" name="Title 1"/>
          <p:cNvSpPr>
            <a:spLocks noGrp="1"/>
          </p:cNvSpPr>
          <p:nvPr>
            <p:ph type="title"/>
          </p:nvPr>
        </p:nvSpPr>
        <p:spPr>
          <a:xfrm>
            <a:off x="705102" y="436496"/>
            <a:ext cx="10856980" cy="518400"/>
          </a:xfrm>
        </p:spPr>
        <p:txBody>
          <a:bodyPr/>
          <a:lstStyle>
            <a:lvl1pPr>
              <a:lnSpc>
                <a:spcPct val="100000"/>
              </a:lnSpc>
              <a:defRPr sz="2000" b="1" baseline="0">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5" name="Text Placeholder 4"/>
          <p:cNvSpPr>
            <a:spLocks noGrp="1"/>
          </p:cNvSpPr>
          <p:nvPr>
            <p:ph type="body" sz="quarter" idx="10" hasCustomPrompt="1"/>
          </p:nvPr>
        </p:nvSpPr>
        <p:spPr>
          <a:xfrm>
            <a:off x="705102" y="213574"/>
            <a:ext cx="7816047" cy="184822"/>
          </a:xfrm>
          <a:ln>
            <a:noFill/>
          </a:ln>
        </p:spPr>
        <p:txBody>
          <a:bodyPr/>
          <a:lstStyle>
            <a:lvl1pPr>
              <a:defRPr sz="1060">
                <a:ln>
                  <a:noFill/>
                </a:ln>
                <a:latin typeface="微软雅黑" panose="020B0503020204020204" pitchFamily="34" charset="-122"/>
                <a:ea typeface="微软雅黑" panose="020B0503020204020204" pitchFamily="34" charset="-122"/>
              </a:defRPr>
            </a:lvl1pPr>
          </a:lstStyle>
          <a:p>
            <a:pPr lvl="0"/>
            <a:r>
              <a:rPr lang="en-US" dirty="0"/>
              <a:t>Click to edit Master text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仅标题">
    <p:spTree>
      <p:nvGrpSpPr>
        <p:cNvPr id="1" name=""/>
        <p:cNvGrpSpPr/>
        <p:nvPr/>
      </p:nvGrpSpPr>
      <p:grpSpPr>
        <a:xfrm>
          <a:off x="0" y="0"/>
          <a:ext cx="0" cy="0"/>
          <a:chOff x="0" y="0"/>
          <a:chExt cx="0" cy="0"/>
        </a:xfrm>
      </p:grpSpPr>
      <p:sp>
        <p:nvSpPr>
          <p:cNvPr id="3" name="Title 2"/>
          <p:cNvSpPr>
            <a:spLocks noGrp="1"/>
          </p:cNvSpPr>
          <p:nvPr>
            <p:ph type="title"/>
          </p:nvPr>
        </p:nvSpPr>
        <p:spPr>
          <a:xfrm>
            <a:off x="995363" y="431800"/>
            <a:ext cx="10800000" cy="608400"/>
          </a:xfrm>
        </p:spPr>
        <p:txBody>
          <a:bodyPr vert="horz" lIns="0" tIns="0" rIns="0" bIns="0" rtlCol="0" anchor="ctr" anchorCtr="0">
            <a:noAutofit/>
          </a:bodyPr>
          <a:lstStyle>
            <a:lvl1pPr>
              <a:lnSpc>
                <a:spcPct val="100000"/>
              </a:lnSpc>
              <a:defRPr lang="en-GB" sz="2400" b="1" dirty="0">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GB" dirty="0"/>
          </a:p>
        </p:txBody>
      </p:sp>
      <p:grpSp>
        <p:nvGrpSpPr>
          <p:cNvPr id="22" name="Group 1"/>
          <p:cNvGrpSpPr/>
          <p:nvPr userDrawn="1"/>
        </p:nvGrpSpPr>
        <p:grpSpPr>
          <a:xfrm>
            <a:off x="-894462" y="431800"/>
            <a:ext cx="914400" cy="5254052"/>
            <a:chOff x="-894462" y="431800"/>
            <a:chExt cx="914400" cy="5254052"/>
          </a:xfrm>
        </p:grpSpPr>
        <p:pic>
          <p:nvPicPr>
            <p:cNvPr id="23" name="Picture 3"/>
            <p:cNvPicPr>
              <a:picLocks noChangeAspect="1"/>
            </p:cNvPicPr>
            <p:nvPr userDrawn="1"/>
          </p:nvPicPr>
          <p:blipFill>
            <a:blip r:embed="rId2" cstate="email"/>
            <a:stretch>
              <a:fillRect/>
            </a:stretch>
          </p:blipFill>
          <p:spPr>
            <a:xfrm>
              <a:off x="-878870" y="736000"/>
              <a:ext cx="252856" cy="4159578"/>
            </a:xfrm>
            <a:prstGeom prst="rect">
              <a:avLst/>
            </a:prstGeom>
          </p:spPr>
        </p:pic>
        <p:grpSp>
          <p:nvGrpSpPr>
            <p:cNvPr id="24" name="Group 4"/>
            <p:cNvGrpSpPr/>
            <p:nvPr userDrawn="1"/>
          </p:nvGrpSpPr>
          <p:grpSpPr>
            <a:xfrm>
              <a:off x="-488782" y="736000"/>
              <a:ext cx="252856" cy="4949852"/>
              <a:chOff x="-966764" y="736000"/>
              <a:chExt cx="252856" cy="4949852"/>
            </a:xfrm>
          </p:grpSpPr>
          <p:sp>
            <p:nvSpPr>
              <p:cNvPr id="26" name="Rectangle 6"/>
              <p:cNvSpPr/>
              <p:nvPr userDrawn="1"/>
            </p:nvSpPr>
            <p:spPr>
              <a:xfrm>
                <a:off x="-966763" y="1070597"/>
                <a:ext cx="252855" cy="265500"/>
              </a:xfrm>
              <a:prstGeom prst="rect">
                <a:avLst/>
              </a:prstGeom>
              <a:solidFill>
                <a:srgbClr val="1E49E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7" name="Rectangle 7"/>
              <p:cNvSpPr/>
              <p:nvPr userDrawn="1"/>
            </p:nvSpPr>
            <p:spPr>
              <a:xfrm>
                <a:off x="-966763" y="736000"/>
                <a:ext cx="252855" cy="265500"/>
              </a:xfrm>
              <a:prstGeom prst="rect">
                <a:avLst/>
              </a:prstGeom>
              <a:solidFill>
                <a:srgbClr val="00338D"/>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8" name="Rectangle 8"/>
              <p:cNvSpPr/>
              <p:nvPr userDrawn="1"/>
            </p:nvSpPr>
            <p:spPr>
              <a:xfrm>
                <a:off x="-966763" y="1405194"/>
                <a:ext cx="252855" cy="265500"/>
              </a:xfrm>
              <a:prstGeom prst="rect">
                <a:avLst/>
              </a:prstGeom>
              <a:solidFill>
                <a:srgbClr val="0C233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9" name="Rectangle 9"/>
              <p:cNvSpPr/>
              <p:nvPr userDrawn="1"/>
            </p:nvSpPr>
            <p:spPr>
              <a:xfrm>
                <a:off x="-966763" y="1739791"/>
                <a:ext cx="252855" cy="265500"/>
              </a:xfrm>
              <a:prstGeom prst="rect">
                <a:avLst/>
              </a:prstGeom>
              <a:solidFill>
                <a:srgbClr val="ACEA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0" name="Rectangle 10"/>
              <p:cNvSpPr/>
              <p:nvPr userDrawn="1"/>
            </p:nvSpPr>
            <p:spPr>
              <a:xfrm>
                <a:off x="-966764" y="5085761"/>
                <a:ext cx="252856" cy="265500"/>
              </a:xfrm>
              <a:prstGeom prst="rect">
                <a:avLst/>
              </a:prstGeom>
              <a:solidFill>
                <a:srgbClr val="76D2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1" name="Rectangle 11"/>
              <p:cNvSpPr/>
              <p:nvPr userDrawn="1"/>
            </p:nvSpPr>
            <p:spPr>
              <a:xfrm>
                <a:off x="-966763" y="2074388"/>
                <a:ext cx="252855" cy="265500"/>
              </a:xfrm>
              <a:prstGeom prst="rect">
                <a:avLst/>
              </a:prstGeom>
              <a:solidFill>
                <a:srgbClr val="00B8F5"/>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2" name="Rectangle 12"/>
              <p:cNvSpPr/>
              <p:nvPr userDrawn="1"/>
            </p:nvSpPr>
            <p:spPr>
              <a:xfrm>
                <a:off x="-966763" y="2408985"/>
                <a:ext cx="252855" cy="265500"/>
              </a:xfrm>
              <a:prstGeom prst="rect">
                <a:avLst/>
              </a:prstGeom>
              <a:solidFill>
                <a:srgbClr val="7213E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3" name="Rectangle 13"/>
              <p:cNvSpPr/>
              <p:nvPr userDrawn="1"/>
            </p:nvSpPr>
            <p:spPr>
              <a:xfrm>
                <a:off x="-966763" y="2743582"/>
                <a:ext cx="252855" cy="265500"/>
              </a:xfrm>
              <a:prstGeom prst="rect">
                <a:avLst/>
              </a:prstGeom>
              <a:solidFill>
                <a:srgbClr val="FD349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4" name="Rectangle 14"/>
              <p:cNvSpPr/>
              <p:nvPr userDrawn="1"/>
            </p:nvSpPr>
            <p:spPr>
              <a:xfrm>
                <a:off x="-966764" y="5420352"/>
                <a:ext cx="252856" cy="265500"/>
              </a:xfrm>
              <a:prstGeom prst="rect">
                <a:avLst/>
              </a:prstGeom>
              <a:solidFill>
                <a:srgbClr val="510DB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5" name="Rectangle 15"/>
              <p:cNvSpPr/>
              <p:nvPr userDrawn="1"/>
            </p:nvSpPr>
            <p:spPr>
              <a:xfrm>
                <a:off x="-966763" y="3078179"/>
                <a:ext cx="252855" cy="265500"/>
              </a:xfrm>
              <a:prstGeom prst="rect">
                <a:avLst/>
              </a:prstGeom>
              <a:solidFill>
                <a:srgbClr val="B497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6" name="Rectangle 16"/>
              <p:cNvSpPr/>
              <p:nvPr userDrawn="1"/>
            </p:nvSpPr>
            <p:spPr>
              <a:xfrm>
                <a:off x="-966763" y="3412776"/>
                <a:ext cx="252855" cy="265500"/>
              </a:xfrm>
              <a:prstGeom prst="rect">
                <a:avLst/>
              </a:prstGeom>
              <a:solidFill>
                <a:srgbClr val="AB0D8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7" name="Rectangle 17"/>
              <p:cNvSpPr/>
              <p:nvPr userDrawn="1"/>
            </p:nvSpPr>
            <p:spPr>
              <a:xfrm>
                <a:off x="-966763" y="3747373"/>
                <a:ext cx="252855" cy="265500"/>
              </a:xfrm>
              <a:prstGeom prst="rect">
                <a:avLst/>
              </a:prstGeom>
              <a:solidFill>
                <a:srgbClr val="FFA3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8" name="Rectangle 18"/>
              <p:cNvSpPr/>
              <p:nvPr userDrawn="1"/>
            </p:nvSpPr>
            <p:spPr>
              <a:xfrm>
                <a:off x="-966763" y="4081970"/>
                <a:ext cx="252855" cy="265500"/>
              </a:xfrm>
              <a:prstGeom prst="rect">
                <a:avLst/>
              </a:prstGeom>
              <a:solidFill>
                <a:srgbClr val="098E7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9" name="Rectangle 19"/>
              <p:cNvSpPr/>
              <p:nvPr userDrawn="1"/>
            </p:nvSpPr>
            <p:spPr>
              <a:xfrm>
                <a:off x="-966763" y="4751164"/>
                <a:ext cx="252855" cy="265500"/>
              </a:xfrm>
              <a:prstGeom prst="rect">
                <a:avLst/>
              </a:prstGeom>
              <a:solidFill>
                <a:srgbClr val="00C0A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40" name="Rectangle 20"/>
              <p:cNvSpPr/>
              <p:nvPr userDrawn="1"/>
            </p:nvSpPr>
            <p:spPr>
              <a:xfrm>
                <a:off x="-966763" y="4416567"/>
                <a:ext cx="252855" cy="265500"/>
              </a:xfrm>
              <a:prstGeom prst="rect">
                <a:avLst/>
              </a:prstGeom>
              <a:solidFill>
                <a:srgbClr val="63EB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0C233C"/>
                  </a:solidFill>
                  <a:effectLst/>
                  <a:uLnTx/>
                  <a:uFillTx/>
                </a:endParaRPr>
              </a:p>
            </p:txBody>
          </p:sp>
        </p:grpSp>
        <p:sp>
          <p:nvSpPr>
            <p:cNvPr id="25" name="TextBox 5"/>
            <p:cNvSpPr txBox="1"/>
            <p:nvPr userDrawn="1"/>
          </p:nvSpPr>
          <p:spPr>
            <a:xfrm>
              <a:off x="-894462" y="431800"/>
              <a:ext cx="914400" cy="251091"/>
            </a:xfrm>
            <a:prstGeom prst="rect">
              <a:avLst/>
            </a:prstGeom>
            <a:noFill/>
          </p:spPr>
          <p:txBody>
            <a:bodyPr wrap="none" lIns="54610" tIns="54610" rIns="54610" bIns="54610" rtlCol="0">
              <a:noAutofit/>
            </a:bodyPr>
            <a:lstStyle/>
            <a:p>
              <a:pPr marL="0" marR="0" lvl="0" indent="0" defTabSz="914400" eaLnBrk="1" fontAlgn="auto" latinLnBrk="0" hangingPunct="1">
                <a:lnSpc>
                  <a:spcPct val="100000"/>
                </a:lnSpc>
                <a:spcBef>
                  <a:spcPts val="0"/>
                </a:spcBef>
                <a:spcAft>
                  <a:spcPts val="600"/>
                </a:spcAft>
                <a:buClrTx/>
                <a:buSzTx/>
                <a:buFontTx/>
                <a:buNone/>
                <a:defRPr/>
              </a:pPr>
              <a:r>
                <a:rPr kumimoji="0" lang="en-US" altLang="zh-CN" sz="1000" b="0" i="0" u="none" strike="noStrike" kern="0" cap="none" spc="0" normalizeH="0" baseline="0" noProof="0" dirty="0">
                  <a:ln>
                    <a:noFill/>
                  </a:ln>
                  <a:solidFill>
                    <a:srgbClr val="000000"/>
                  </a:solidFill>
                  <a:effectLst/>
                  <a:uLnTx/>
                  <a:uFillTx/>
                </a:rPr>
                <a:t>Color bar</a:t>
              </a:r>
              <a:endParaRPr kumimoji="0" lang="en-US" sz="1000" b="0" i="0" u="none" strike="noStrike" kern="0" cap="none" spc="0" normalizeH="0" baseline="0" noProof="0" dirty="0">
                <a:ln>
                  <a:noFill/>
                </a:ln>
                <a:solidFill>
                  <a:srgbClr val="000000"/>
                </a:solidFill>
                <a:effectLst/>
                <a:uLnTx/>
                <a:uFillTx/>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userDrawn="1">
  <p:cSld name="FINAL SLIDE">
    <p:bg>
      <p:bgPr>
        <a:solidFill>
          <a:schemeClr val="accent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1"/>
          </p:nvPr>
        </p:nvSpPr>
        <p:spPr>
          <a:xfrm>
            <a:off x="2112000" y="51133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18" name="Text Placeholder 2"/>
          <p:cNvSpPr>
            <a:spLocks noGrp="1"/>
          </p:cNvSpPr>
          <p:nvPr>
            <p:ph type="body" sz="quarter" idx="12"/>
          </p:nvPr>
        </p:nvSpPr>
        <p:spPr>
          <a:xfrm>
            <a:off x="2112000" y="5902325"/>
            <a:ext cx="9077569" cy="119064"/>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9" name="Text Placeholder 2"/>
          <p:cNvSpPr>
            <a:spLocks noGrp="1"/>
          </p:cNvSpPr>
          <p:nvPr>
            <p:ph type="body" sz="quarter" idx="13"/>
          </p:nvPr>
        </p:nvSpPr>
        <p:spPr>
          <a:xfrm>
            <a:off x="2112000" y="43132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20" name="Text Placeholder 2"/>
          <p:cNvSpPr>
            <a:spLocks noGrp="1"/>
          </p:cNvSpPr>
          <p:nvPr>
            <p:ph type="body" sz="quarter" idx="14"/>
          </p:nvPr>
        </p:nvSpPr>
        <p:spPr>
          <a:xfrm>
            <a:off x="211199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21" name="Text Placeholder 2"/>
          <p:cNvSpPr>
            <a:spLocks noGrp="1"/>
          </p:cNvSpPr>
          <p:nvPr>
            <p:ph type="body" sz="quarter" idx="15"/>
          </p:nvPr>
        </p:nvSpPr>
        <p:spPr>
          <a:xfrm>
            <a:off x="587733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1" name="TextBox 10"/>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2" name="Freeform 19"/>
          <p:cNvSpPr>
            <a:spLocks noEditPoints="1"/>
          </p:cNvSpPr>
          <p:nvPr userDrawn="1"/>
        </p:nvSpPr>
        <p:spPr bwMode="auto">
          <a:xfrm>
            <a:off x="2169322" y="902274"/>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endParaRPr lang="en-GB" dirty="0">
              <a:solidFill>
                <a:srgbClr val="000000"/>
              </a:solidFill>
              <a:latin typeface="微软雅黑" panose="020B0503020204020204" pitchFamily="34" charset="-122"/>
            </a:endParaRPr>
          </a:p>
        </p:txBody>
      </p:sp>
      <p:sp>
        <p:nvSpPr>
          <p:cNvPr id="10"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3"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_Blank">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11200" y="276084"/>
            <a:ext cx="11139055" cy="723600"/>
          </a:xfrm>
        </p:spPr>
        <p:txBody>
          <a:bodyPr/>
          <a:lstStyle>
            <a:lvl1pPr>
              <a:defRPr sz="2400" b="0"/>
            </a:lvl1pPr>
          </a:lstStyle>
          <a:p>
            <a:r>
              <a:rPr lang="en-US" dirty="0"/>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SLIDE 6 - No image">
    <p:bg>
      <p:bgPr>
        <a:solidFill>
          <a:schemeClr val="accent1"/>
        </a:solidFill>
        <a:effectLst/>
      </p:bgPr>
    </p:bg>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3" imgW="0" imgH="0" progId="TCLayout.ActiveDocument.1">
                  <p:embed/>
                </p:oleObj>
              </mc:Choice>
              <mc:Fallback>
                <p:oleObj name="think-cell 幻灯片" r:id="rId3" imgW="0" imgH="0" progId="TCLayout.ActiveDocument.1">
                  <p:embed/>
                  <p:pic>
                    <p:nvPicPr>
                      <p:cNvPr id="0" name="对象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矩形 2" hidden="1"/>
          <p:cNvSpPr/>
          <p:nvPr userDrawn="1">
            <p:custDataLst>
              <p:tags r:id="rId5"/>
            </p:custDataLst>
          </p:nvPr>
        </p:nvSpPr>
        <p:spPr>
          <a:xfrm>
            <a:off x="0" y="0"/>
            <a:ext cx="158750" cy="1587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GB" altLang="zh-CN" sz="10000" b="1" i="0" baseline="0" dirty="0" err="1">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4" name="Title 1"/>
          <p:cNvSpPr>
            <a:spLocks noGrp="1"/>
          </p:cNvSpPr>
          <p:nvPr>
            <p:ph type="ctrTitle" hasCustomPrompt="1"/>
          </p:nvPr>
        </p:nvSpPr>
        <p:spPr>
          <a:xfrm>
            <a:off x="2726400" y="1346400"/>
            <a:ext cx="8256000" cy="3510000"/>
          </a:xfrm>
        </p:spPr>
        <p:txBody>
          <a:bodyPr anchor="t" anchorCtr="0"/>
          <a:lstStyle>
            <a:lvl1pPr algn="l">
              <a:defRPr sz="10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6</a:t>
            </a:r>
            <a:br>
              <a:rPr lang="en-GB" dirty="0"/>
            </a:br>
            <a:r>
              <a:rPr lang="en-GB" dirty="0"/>
              <a:t>no image</a:t>
            </a:r>
            <a:endParaRPr lang="en-US" dirty="0"/>
          </a:p>
        </p:txBody>
      </p:sp>
      <p:sp>
        <p:nvSpPr>
          <p:cNvPr id="6"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ext Placeholder 3"/>
          <p:cNvSpPr>
            <a:spLocks noGrp="1"/>
          </p:cNvSpPr>
          <p:nvPr>
            <p:ph type="body" sz="quarter" idx="11"/>
          </p:nvPr>
        </p:nvSpPr>
        <p:spPr>
          <a:xfrm>
            <a:off x="2752133" y="5036400"/>
            <a:ext cx="8230267" cy="216000"/>
          </a:xfrm>
        </p:spPr>
        <p:txBody>
          <a:bodyPr/>
          <a:lstStyle>
            <a:lvl1pPr>
              <a:defRPr sz="11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zh-CN" altLang="en-US"/>
              <a:t>单击此处编辑母版文本样式</a:t>
            </a:r>
            <a:endParaRPr lang="zh-CN" altLang="en-US"/>
          </a:p>
        </p:txBody>
      </p:sp>
      <p:sp>
        <p:nvSpPr>
          <p:cNvPr id="8"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3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8400" y="1330126"/>
            <a:ext cx="10195200" cy="454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1">
                <a:solidFill>
                  <a:srgbClr val="00338D"/>
                </a:solidFill>
                <a:latin typeface="微软雅黑"/>
                <a:cs typeface="微软雅黑"/>
              </a:defRPr>
            </a:lvl1pPr>
          </a:lstStyle>
          <a:p/>
        </p:txBody>
      </p:sp>
      <p:sp>
        <p:nvSpPr>
          <p:cNvPr id="3" name="Holder 3"/>
          <p:cNvSpPr>
            <a:spLocks noGrp="1"/>
          </p:cNvSpPr>
          <p:nvPr>
            <p:ph type="body" idx="1"/>
          </p:nvPr>
        </p:nvSpPr>
        <p:spPr/>
        <p:txBody>
          <a:bodyPr lIns="0" tIns="0" rIns="0" bIns="0"/>
          <a:lstStyle>
            <a:lvl1pPr>
              <a:defRPr sz="1200" b="0" i="0">
                <a:solidFill>
                  <a:srgbClr val="00338D"/>
                </a:solidFill>
                <a:latin typeface="微软雅黑"/>
                <a:cs typeface="微软雅黑"/>
              </a:defRPr>
            </a:lvl1pPr>
          </a:lstStyle>
          <a:p/>
        </p:txBody>
      </p:sp>
      <p:sp>
        <p:nvSpPr>
          <p:cNvPr id="4" name="Holder 4"/>
          <p:cNvSpPr>
            <a:spLocks noGrp="1"/>
          </p:cNvSpPr>
          <p:nvPr>
            <p:ph type="ftr" sz="quarter" idx="5"/>
          </p:nvPr>
        </p:nvSpPr>
        <p:spPr>
          <a:xfrm>
            <a:off x="5798686" y="6660258"/>
            <a:ext cx="650240" cy="126365"/>
          </a:xfrm>
          <a:prstGeom prst="rect">
            <a:avLst/>
          </a:prstGeom>
        </p:spPr>
        <p:txBody>
          <a:bodyPr lIns="0" tIns="0" rIns="0" bIns="0"/>
          <a:lstStyle>
            <a:lvl1pPr>
              <a:defRPr sz="600" b="1" i="1">
                <a:solidFill>
                  <a:schemeClr val="tx1"/>
                </a:solidFill>
                <a:latin typeface="微软雅黑"/>
                <a:cs typeface="微软雅黑"/>
              </a:defRPr>
            </a:lvl1pPr>
          </a:lstStyle>
          <a:p>
            <a:pPr marL="12700">
              <a:spcBef>
                <a:spcPts val="135"/>
              </a:spcBef>
            </a:pPr>
            <a:endParaRPr lang="zh-CN" altLang="en-US"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3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4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5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cxnSp>
        <p:nvCxnSpPr>
          <p:cNvPr id="3" name="Straight Connector 2"/>
          <p:cNvCxnSpPr/>
          <p:nvPr userDrawn="1"/>
        </p:nvCxnSpPr>
        <p:spPr>
          <a:xfrm flipH="1">
            <a:off x="311564" y="692696"/>
            <a:ext cx="11502139" cy="0"/>
          </a:xfrm>
          <a:prstGeom prst="line">
            <a:avLst/>
          </a:prstGeom>
          <a:ln w="34925" cap="sq">
            <a:gradFill>
              <a:gsLst>
                <a:gs pos="0">
                  <a:schemeClr val="bg1">
                    <a:lumMod val="100000"/>
                  </a:schemeClr>
                </a:gs>
                <a:gs pos="50000">
                  <a:schemeClr val="bg1">
                    <a:lumMod val="92000"/>
                  </a:schemeClr>
                </a:gs>
                <a:gs pos="99000">
                  <a:schemeClr val="bg1"/>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email"/>
          <a:stretch>
            <a:fillRect/>
          </a:stretch>
        </p:blipFill>
        <p:spPr>
          <a:xfrm>
            <a:off x="10931579" y="167624"/>
            <a:ext cx="949007" cy="290547"/>
          </a:xfrm>
          <a:prstGeom prst="rect">
            <a:avLst/>
          </a:prstGeom>
        </p:spPr>
      </p:pic>
      <p:sp>
        <p:nvSpPr>
          <p:cNvPr id="8" name="Title 1"/>
          <p:cNvSpPr>
            <a:spLocks noGrp="1"/>
          </p:cNvSpPr>
          <p:nvPr>
            <p:ph type="ctrTitle" hasCustomPrompt="1"/>
          </p:nvPr>
        </p:nvSpPr>
        <p:spPr>
          <a:xfrm>
            <a:off x="867111" y="157966"/>
            <a:ext cx="9660151" cy="431192"/>
          </a:xfrm>
          <a:prstGeom prst="rect">
            <a:avLst/>
          </a:prstGeom>
        </p:spPr>
        <p:txBody>
          <a:bodyPr anchor="t" anchorCtr="0"/>
          <a:lstStyle>
            <a:lvl1pPr algn="l">
              <a:lnSpc>
                <a:spcPct val="100000"/>
              </a:lnSpc>
              <a:defRPr sz="2045">
                <a:solidFill>
                  <a:schemeClr val="accent4"/>
                </a:solidFill>
                <a:latin typeface="微软雅黑" panose="020B0503020204020204" pitchFamily="34" charset="-122"/>
                <a:ea typeface="微软雅黑" panose="020B0503020204020204" pitchFamily="34" charset="-122"/>
              </a:defRPr>
            </a:lvl1pPr>
          </a:lstStyle>
          <a:p>
            <a:r>
              <a:rPr lang="zh-CN" altLang="en-US" dirty="0"/>
              <a:t>幻灯片标题</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4_Blank">
    <p:spTree>
      <p:nvGrpSpPr>
        <p:cNvPr id="1" name=""/>
        <p:cNvGrpSpPr/>
        <p:nvPr/>
      </p:nvGrpSpPr>
      <p:grpSpPr>
        <a:xfrm>
          <a:off x="0" y="0"/>
          <a:ext cx="0" cy="0"/>
          <a:chOff x="0" y="0"/>
          <a:chExt cx="0" cy="0"/>
        </a:xfrm>
      </p:grpSpPr>
      <p:cxnSp>
        <p:nvCxnSpPr>
          <p:cNvPr id="3" name="Straight Connector 2"/>
          <p:cNvCxnSpPr/>
          <p:nvPr userDrawn="1"/>
        </p:nvCxnSpPr>
        <p:spPr>
          <a:xfrm flipH="1">
            <a:off x="311564" y="692696"/>
            <a:ext cx="11502139" cy="0"/>
          </a:xfrm>
          <a:prstGeom prst="line">
            <a:avLst/>
          </a:prstGeom>
          <a:ln w="34925" cap="sq">
            <a:gradFill>
              <a:gsLst>
                <a:gs pos="0">
                  <a:schemeClr val="bg1">
                    <a:lumMod val="100000"/>
                  </a:schemeClr>
                </a:gs>
                <a:gs pos="50000">
                  <a:schemeClr val="bg1">
                    <a:lumMod val="92000"/>
                  </a:schemeClr>
                </a:gs>
                <a:gs pos="99000">
                  <a:schemeClr val="bg1"/>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email"/>
          <a:stretch>
            <a:fillRect/>
          </a:stretch>
        </p:blipFill>
        <p:spPr>
          <a:xfrm>
            <a:off x="10931579" y="167624"/>
            <a:ext cx="949007" cy="290547"/>
          </a:xfrm>
          <a:prstGeom prst="rect">
            <a:avLst/>
          </a:prstGeom>
        </p:spPr>
      </p:pic>
      <p:sp>
        <p:nvSpPr>
          <p:cNvPr id="8" name="Title 1"/>
          <p:cNvSpPr>
            <a:spLocks noGrp="1"/>
          </p:cNvSpPr>
          <p:nvPr>
            <p:ph type="ctrTitle" hasCustomPrompt="1"/>
          </p:nvPr>
        </p:nvSpPr>
        <p:spPr>
          <a:xfrm>
            <a:off x="867111" y="157966"/>
            <a:ext cx="9660151" cy="431192"/>
          </a:xfrm>
          <a:prstGeom prst="rect">
            <a:avLst/>
          </a:prstGeom>
        </p:spPr>
        <p:txBody>
          <a:bodyPr anchor="t" anchorCtr="0"/>
          <a:lstStyle>
            <a:lvl1pPr algn="l">
              <a:lnSpc>
                <a:spcPct val="100000"/>
              </a:lnSpc>
              <a:defRPr sz="2045">
                <a:solidFill>
                  <a:schemeClr val="accent4"/>
                </a:solidFill>
                <a:latin typeface="微软雅黑" panose="020B0503020204020204" pitchFamily="34" charset="-122"/>
                <a:ea typeface="微软雅黑" panose="020B0503020204020204" pitchFamily="34" charset="-122"/>
              </a:defRPr>
            </a:lvl1pPr>
          </a:lstStyle>
          <a:p>
            <a:r>
              <a:rPr lang="zh-CN" altLang="en-US" dirty="0"/>
              <a:t>幻灯片标题</a:t>
            </a:r>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7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8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9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0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5_Blank">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44833" y="250224"/>
            <a:ext cx="10185601" cy="518400"/>
          </a:xfrm>
        </p:spPr>
        <p:txBody>
          <a:bodyPr/>
          <a:lstStyle>
            <a:lvl1pPr>
              <a:defRPr sz="14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GB"/>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1003206" y="432000"/>
            <a:ext cx="10185601" cy="518400"/>
          </a:xfrm>
          <a:prstGeom prst="rect">
            <a:avLst/>
          </a:prstGeom>
        </p:spPr>
        <p:txBody>
          <a:bodyPr/>
          <a:lstStyle>
            <a:lvl1pPr>
              <a:defRPr sz="5430"/>
            </a:lvl1pPr>
          </a:lstStyle>
          <a:p>
            <a:r>
              <a:rPr lang="en-US" dirty="0"/>
              <a:t>Click to edit Master title style</a:t>
            </a:r>
            <a:endParaRPr lang="en-US" dirty="0"/>
          </a:p>
        </p:txBody>
      </p:sp>
      <p:sp>
        <p:nvSpPr>
          <p:cNvPr id="4" name="Text Placeholder 8"/>
          <p:cNvSpPr>
            <a:spLocks noGrp="1"/>
          </p:cNvSpPr>
          <p:nvPr>
            <p:ph type="body" sz="quarter" idx="10"/>
          </p:nvPr>
        </p:nvSpPr>
        <p:spPr>
          <a:xfrm>
            <a:off x="1003206" y="1209608"/>
            <a:ext cx="10185601" cy="4594225"/>
          </a:xfrm>
        </p:spPr>
        <p:txBody>
          <a:bodyPr/>
          <a:lstStyle>
            <a:lvl1pPr>
              <a:defRPr sz="1520"/>
            </a:lvl1pPr>
            <a:lvl2pPr>
              <a:defRPr sz="1520"/>
            </a:lvl2pPr>
            <a:lvl3pPr>
              <a:defRPr sz="1520"/>
            </a:lvl3pPr>
            <a:lvl4pPr>
              <a:defRPr sz="1520"/>
            </a:lvl4pPr>
            <a:lvl5pPr>
              <a:defRPr sz="152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1_仅标题">
    <p:spTree>
      <p:nvGrpSpPr>
        <p:cNvPr id="1" name=""/>
        <p:cNvGrpSpPr/>
        <p:nvPr/>
      </p:nvGrpSpPr>
      <p:grpSpPr>
        <a:xfrm>
          <a:off x="0" y="0"/>
          <a:ext cx="0" cy="0"/>
          <a:chOff x="0" y="0"/>
          <a:chExt cx="0" cy="0"/>
        </a:xfrm>
      </p:grpSpPr>
      <p:sp>
        <p:nvSpPr>
          <p:cNvPr id="7" name="Text Placeholder 4"/>
          <p:cNvSpPr>
            <a:spLocks noGrp="1"/>
          </p:cNvSpPr>
          <p:nvPr>
            <p:ph type="body" sz="quarter" idx="10" hasCustomPrompt="1"/>
          </p:nvPr>
        </p:nvSpPr>
        <p:spPr>
          <a:xfrm>
            <a:off x="668338" y="302475"/>
            <a:ext cx="10692000" cy="186475"/>
          </a:xfrm>
          <a:ln>
            <a:noFill/>
          </a:ln>
        </p:spPr>
        <p:txBody>
          <a:bodyPr anchor="t"/>
          <a:lstStyle>
            <a:lvl1pPr>
              <a:defRPr sz="1400">
                <a:ln>
                  <a:noFill/>
                </a:ln>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US" dirty="0"/>
          </a:p>
        </p:txBody>
      </p:sp>
      <p:sp>
        <p:nvSpPr>
          <p:cNvPr id="6" name="Title 1"/>
          <p:cNvSpPr>
            <a:spLocks noGrp="1"/>
          </p:cNvSpPr>
          <p:nvPr>
            <p:ph type="title"/>
          </p:nvPr>
        </p:nvSpPr>
        <p:spPr>
          <a:xfrm>
            <a:off x="677008" y="508200"/>
            <a:ext cx="10683330" cy="587760"/>
          </a:xfrm>
        </p:spPr>
        <p:txBody>
          <a:bodyPr anchor="t"/>
          <a:lstStyle>
            <a:lvl1pPr>
              <a:lnSpc>
                <a:spcPct val="100000"/>
              </a:lnSpc>
              <a:defRPr sz="2400" baseline="0">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838200" y="6356352"/>
            <a:ext cx="2743200" cy="365125"/>
          </a:xfrm>
          <a:prstGeom prst="rect">
            <a:avLst/>
          </a:prstGeom>
        </p:spPr>
        <p:txBody>
          <a:bodyPr/>
          <a:lstStyle/>
          <a:p>
            <a:fld id="{87178AC7-40C1-46AE-BBCE-A076CC2B34C7}" type="datetimeFigureOut">
              <a:rPr lang="en-GB" smtClean="0"/>
            </a:fld>
            <a:endParaRPr lang="en-GB"/>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n-GB"/>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A9D9C215-A6BC-4D45-9CED-BF161D6DE604}" type="slidenum">
              <a:rPr lang="en-GB" smtClean="0"/>
            </a:fld>
            <a:endParaRPr lang="en-GB"/>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目录页1">
    <p:spTree>
      <p:nvGrpSpPr>
        <p:cNvPr id="1" name=""/>
        <p:cNvGrpSpPr/>
        <p:nvPr/>
      </p:nvGrpSpPr>
      <p:grpSpPr>
        <a:xfrm>
          <a:off x="0" y="0"/>
          <a:ext cx="0" cy="0"/>
          <a:chOff x="0" y="0"/>
          <a:chExt cx="0" cy="0"/>
        </a:xfrm>
      </p:grpSpPr>
      <p:pic>
        <p:nvPicPr>
          <p:cNvPr id="16" name="图片 15"/>
          <p:cNvPicPr>
            <a:picLocks noChangeAspect="1"/>
          </p:cNvPicPr>
          <p:nvPr userDrawn="1"/>
        </p:nvPicPr>
        <p:blipFill rotWithShape="1">
          <a:blip r:embed="rId2" cstate="email"/>
          <a:srcRect/>
          <a:stretch>
            <a:fillRect/>
          </a:stretch>
        </p:blipFill>
        <p:spPr>
          <a:xfrm>
            <a:off x="0" y="0"/>
            <a:ext cx="5511800" cy="6858000"/>
          </a:xfrm>
          <a:prstGeom prst="rect">
            <a:avLst/>
          </a:prstGeom>
        </p:spPr>
      </p:pic>
      <p:sp>
        <p:nvSpPr>
          <p:cNvPr id="13" name="Rectangle 5"/>
          <p:cNvSpPr/>
          <p:nvPr userDrawn="1"/>
        </p:nvSpPr>
        <p:spPr>
          <a:xfrm>
            <a:off x="5511800" y="0"/>
            <a:ext cx="6701333" cy="68580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GB" sz="1000" b="0" i="0" u="none" strike="noStrike" kern="1200" cap="none" spc="0" normalizeH="0" baseline="0" noProof="0" dirty="0" err="1">
              <a:ln>
                <a:noFill/>
              </a:ln>
              <a:solidFill>
                <a:prstClr val="white"/>
              </a:solidFill>
              <a:effectLst/>
              <a:uLnTx/>
              <a:uFillTx/>
              <a:latin typeface="Arial" panose="020B0604020202090204"/>
              <a:ea typeface="+mn-ea"/>
              <a:cs typeface="+mn-cs"/>
            </a:endParaRPr>
          </a:p>
        </p:txBody>
      </p:sp>
      <p:sp>
        <p:nvSpPr>
          <p:cNvPr id="8" name="Rectangle 20"/>
          <p:cNvSpPr/>
          <p:nvPr userDrawn="1"/>
        </p:nvSpPr>
        <p:spPr>
          <a:xfrm>
            <a:off x="6042708" y="1"/>
            <a:ext cx="543024" cy="6858001"/>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en-GB" sz="1000" b="0" i="0" u="none" strike="noStrike" kern="1200" cap="none" spc="0" normalizeH="0" baseline="0" noProof="0" dirty="0" err="1">
              <a:ln>
                <a:noFill/>
              </a:ln>
              <a:solidFill>
                <a:prstClr val="white"/>
              </a:solidFill>
              <a:effectLst/>
              <a:uLnTx/>
              <a:uFillTx/>
              <a:latin typeface="Arial" panose="020B0604020202090204"/>
              <a:ea typeface="+mn-ea"/>
              <a:cs typeface="+mn-cs"/>
            </a:endParaRPr>
          </a:p>
        </p:txBody>
      </p:sp>
      <p:sp>
        <p:nvSpPr>
          <p:cNvPr id="9" name="Rectangle 6"/>
          <p:cNvSpPr/>
          <p:nvPr userDrawn="1"/>
        </p:nvSpPr>
        <p:spPr>
          <a:xfrm>
            <a:off x="6552160" y="1"/>
            <a:ext cx="224027" cy="6858000"/>
          </a:xfrm>
          <a:prstGeom prst="rect">
            <a:avLst/>
          </a:prstGeom>
          <a:solidFill>
            <a:srgbClr val="BFBFBF"/>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GB" sz="1500" b="0" i="0" u="none" strike="noStrike" kern="1200" cap="none" spc="0" normalizeH="0" baseline="0" noProof="0" dirty="0" err="1">
              <a:ln>
                <a:noFill/>
              </a:ln>
              <a:solidFill>
                <a:prstClr val="white"/>
              </a:solidFill>
              <a:effectLst/>
              <a:uLnTx/>
              <a:uFillTx/>
              <a:latin typeface="Arial" panose="020B0604020202090204"/>
              <a:ea typeface="+mn-ea"/>
              <a:cs typeface="+mn-cs"/>
            </a:endParaRPr>
          </a:p>
        </p:txBody>
      </p:sp>
      <p:sp>
        <p:nvSpPr>
          <p:cNvPr id="12" name="文本框 11"/>
          <p:cNvSpPr txBox="1"/>
          <p:nvPr userDrawn="1"/>
        </p:nvSpPr>
        <p:spPr>
          <a:xfrm>
            <a:off x="8184911" y="497150"/>
            <a:ext cx="2081724" cy="769441"/>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目录</a:t>
            </a:r>
            <a:endParaRPr kumimoji="0" lang="zh-CN" altLang="en-US" sz="44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84564" y="164635"/>
            <a:ext cx="10515600" cy="533401"/>
          </a:xfrm>
        </p:spPr>
        <p:txBody>
          <a:bodyPr anchor="t">
            <a:noAutofit/>
          </a:bodyPr>
          <a:lstStyle>
            <a:lvl1pPr>
              <a:lnSpc>
                <a:spcPct val="120000"/>
              </a:lnSpc>
              <a:defRPr sz="2400" b="1">
                <a:latin typeface="微软雅黑" panose="020B0503020204020204" pitchFamily="34" charset="-122"/>
                <a:ea typeface="微软雅黑" panose="020B0503020204020204" pitchFamily="34" charset="-122"/>
              </a:defRPr>
            </a:lvl1pPr>
          </a:lstStyle>
          <a:p>
            <a:r>
              <a:rPr lang="en-GB" altLang="zh-CN" dirty="0"/>
              <a:t>XXXX</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C4AE71DD-B3F9-4283-A217-4A3EC9512DDC}" type="datetimeFigureOut">
              <a:rPr lang="en-US" smtClean="0"/>
            </a:fld>
            <a:endParaRPr lang="en-US" dirty="0"/>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dirty="0"/>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1C655258-56D8-4934-BD39-516EE5061D2F}" type="slidenum">
              <a:rPr lang="en-US" smtClean="0"/>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2_仅标题">
    <p:spTree>
      <p:nvGrpSpPr>
        <p:cNvPr id="1" name=""/>
        <p:cNvGrpSpPr/>
        <p:nvPr/>
      </p:nvGrpSpPr>
      <p:grpSpPr>
        <a:xfrm>
          <a:off x="0" y="0"/>
          <a:ext cx="0" cy="0"/>
          <a:chOff x="0" y="0"/>
          <a:chExt cx="0" cy="0"/>
        </a:xfrm>
      </p:grpSpPr>
      <p:sp>
        <p:nvSpPr>
          <p:cNvPr id="3" name="Title 2"/>
          <p:cNvSpPr>
            <a:spLocks noGrp="1"/>
          </p:cNvSpPr>
          <p:nvPr>
            <p:ph type="title"/>
          </p:nvPr>
        </p:nvSpPr>
        <p:spPr>
          <a:xfrm>
            <a:off x="995363" y="431800"/>
            <a:ext cx="10800000" cy="608400"/>
          </a:xfrm>
        </p:spPr>
        <p:txBody>
          <a:bodyPr vert="horz" lIns="0" tIns="0" rIns="0" bIns="0" rtlCol="0" anchor="ctr" anchorCtr="0">
            <a:noAutofit/>
          </a:bodyPr>
          <a:lstStyle>
            <a:lvl1pPr>
              <a:lnSpc>
                <a:spcPct val="100000"/>
              </a:lnSpc>
              <a:defRPr lang="en-GB" sz="2400" b="1" dirty="0">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GB" dirty="0"/>
          </a:p>
        </p:txBody>
      </p:sp>
      <p:grpSp>
        <p:nvGrpSpPr>
          <p:cNvPr id="22" name="Group 1"/>
          <p:cNvGrpSpPr/>
          <p:nvPr userDrawn="1"/>
        </p:nvGrpSpPr>
        <p:grpSpPr>
          <a:xfrm>
            <a:off x="-894462" y="431800"/>
            <a:ext cx="914400" cy="5254052"/>
            <a:chOff x="-894462" y="431800"/>
            <a:chExt cx="914400" cy="5254052"/>
          </a:xfrm>
        </p:grpSpPr>
        <p:pic>
          <p:nvPicPr>
            <p:cNvPr id="23" name="Picture 3"/>
            <p:cNvPicPr>
              <a:picLocks noChangeAspect="1"/>
            </p:cNvPicPr>
            <p:nvPr userDrawn="1"/>
          </p:nvPicPr>
          <p:blipFill>
            <a:blip r:embed="rId2" cstate="email"/>
            <a:stretch>
              <a:fillRect/>
            </a:stretch>
          </p:blipFill>
          <p:spPr>
            <a:xfrm>
              <a:off x="-878870" y="736000"/>
              <a:ext cx="252856" cy="4159578"/>
            </a:xfrm>
            <a:prstGeom prst="rect">
              <a:avLst/>
            </a:prstGeom>
          </p:spPr>
        </p:pic>
        <p:grpSp>
          <p:nvGrpSpPr>
            <p:cNvPr id="24" name="Group 4"/>
            <p:cNvGrpSpPr/>
            <p:nvPr userDrawn="1"/>
          </p:nvGrpSpPr>
          <p:grpSpPr>
            <a:xfrm>
              <a:off x="-488782" y="736000"/>
              <a:ext cx="252856" cy="4949852"/>
              <a:chOff x="-966764" y="736000"/>
              <a:chExt cx="252856" cy="4949852"/>
            </a:xfrm>
          </p:grpSpPr>
          <p:sp>
            <p:nvSpPr>
              <p:cNvPr id="26" name="Rectangle 6"/>
              <p:cNvSpPr/>
              <p:nvPr userDrawn="1"/>
            </p:nvSpPr>
            <p:spPr>
              <a:xfrm>
                <a:off x="-966763" y="1070597"/>
                <a:ext cx="252855" cy="265500"/>
              </a:xfrm>
              <a:prstGeom prst="rect">
                <a:avLst/>
              </a:prstGeom>
              <a:solidFill>
                <a:srgbClr val="1E49E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7" name="Rectangle 7"/>
              <p:cNvSpPr/>
              <p:nvPr userDrawn="1"/>
            </p:nvSpPr>
            <p:spPr>
              <a:xfrm>
                <a:off x="-966763" y="736000"/>
                <a:ext cx="252855" cy="265500"/>
              </a:xfrm>
              <a:prstGeom prst="rect">
                <a:avLst/>
              </a:prstGeom>
              <a:solidFill>
                <a:srgbClr val="00338D"/>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8" name="Rectangle 8"/>
              <p:cNvSpPr/>
              <p:nvPr userDrawn="1"/>
            </p:nvSpPr>
            <p:spPr>
              <a:xfrm>
                <a:off x="-966763" y="1405194"/>
                <a:ext cx="252855" cy="265500"/>
              </a:xfrm>
              <a:prstGeom prst="rect">
                <a:avLst/>
              </a:prstGeom>
              <a:solidFill>
                <a:srgbClr val="0C233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29" name="Rectangle 9"/>
              <p:cNvSpPr/>
              <p:nvPr userDrawn="1"/>
            </p:nvSpPr>
            <p:spPr>
              <a:xfrm>
                <a:off x="-966763" y="1739791"/>
                <a:ext cx="252855" cy="265500"/>
              </a:xfrm>
              <a:prstGeom prst="rect">
                <a:avLst/>
              </a:prstGeom>
              <a:solidFill>
                <a:srgbClr val="ACEA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0" name="Rectangle 10"/>
              <p:cNvSpPr/>
              <p:nvPr userDrawn="1"/>
            </p:nvSpPr>
            <p:spPr>
              <a:xfrm>
                <a:off x="-966764" y="5085761"/>
                <a:ext cx="252856" cy="265500"/>
              </a:xfrm>
              <a:prstGeom prst="rect">
                <a:avLst/>
              </a:prstGeom>
              <a:solidFill>
                <a:srgbClr val="76D2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1" name="Rectangle 11"/>
              <p:cNvSpPr/>
              <p:nvPr userDrawn="1"/>
            </p:nvSpPr>
            <p:spPr>
              <a:xfrm>
                <a:off x="-966763" y="2074388"/>
                <a:ext cx="252855" cy="265500"/>
              </a:xfrm>
              <a:prstGeom prst="rect">
                <a:avLst/>
              </a:prstGeom>
              <a:solidFill>
                <a:srgbClr val="00B8F5"/>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2" name="Rectangle 12"/>
              <p:cNvSpPr/>
              <p:nvPr userDrawn="1"/>
            </p:nvSpPr>
            <p:spPr>
              <a:xfrm>
                <a:off x="-966763" y="2408985"/>
                <a:ext cx="252855" cy="265500"/>
              </a:xfrm>
              <a:prstGeom prst="rect">
                <a:avLst/>
              </a:prstGeom>
              <a:solidFill>
                <a:srgbClr val="7213E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3" name="Rectangle 13"/>
              <p:cNvSpPr/>
              <p:nvPr userDrawn="1"/>
            </p:nvSpPr>
            <p:spPr>
              <a:xfrm>
                <a:off x="-966763" y="2743582"/>
                <a:ext cx="252855" cy="265500"/>
              </a:xfrm>
              <a:prstGeom prst="rect">
                <a:avLst/>
              </a:prstGeom>
              <a:solidFill>
                <a:srgbClr val="FD349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4" name="Rectangle 14"/>
              <p:cNvSpPr/>
              <p:nvPr userDrawn="1"/>
            </p:nvSpPr>
            <p:spPr>
              <a:xfrm>
                <a:off x="-966764" y="5420352"/>
                <a:ext cx="252856" cy="265500"/>
              </a:xfrm>
              <a:prstGeom prst="rect">
                <a:avLst/>
              </a:prstGeom>
              <a:solidFill>
                <a:srgbClr val="510DBC"/>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5" name="Rectangle 15"/>
              <p:cNvSpPr/>
              <p:nvPr userDrawn="1"/>
            </p:nvSpPr>
            <p:spPr>
              <a:xfrm>
                <a:off x="-966763" y="3078179"/>
                <a:ext cx="252855" cy="265500"/>
              </a:xfrm>
              <a:prstGeom prst="rect">
                <a:avLst/>
              </a:prstGeom>
              <a:solidFill>
                <a:srgbClr val="B497FF"/>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6" name="Rectangle 16"/>
              <p:cNvSpPr/>
              <p:nvPr userDrawn="1"/>
            </p:nvSpPr>
            <p:spPr>
              <a:xfrm>
                <a:off x="-966763" y="3412776"/>
                <a:ext cx="252855" cy="265500"/>
              </a:xfrm>
              <a:prstGeom prst="rect">
                <a:avLst/>
              </a:prstGeom>
              <a:solidFill>
                <a:srgbClr val="AB0D82"/>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7" name="Rectangle 17"/>
              <p:cNvSpPr/>
              <p:nvPr userDrawn="1"/>
            </p:nvSpPr>
            <p:spPr>
              <a:xfrm>
                <a:off x="-966763" y="3747373"/>
                <a:ext cx="252855" cy="265500"/>
              </a:xfrm>
              <a:prstGeom prst="rect">
                <a:avLst/>
              </a:prstGeom>
              <a:solidFill>
                <a:srgbClr val="FFA3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ysClr val="windowText" lastClr="000000"/>
                  </a:solidFill>
                  <a:effectLst/>
                  <a:uLnTx/>
                  <a:uFillTx/>
                </a:endParaRPr>
              </a:p>
            </p:txBody>
          </p:sp>
          <p:sp>
            <p:nvSpPr>
              <p:cNvPr id="38" name="Rectangle 18"/>
              <p:cNvSpPr/>
              <p:nvPr userDrawn="1"/>
            </p:nvSpPr>
            <p:spPr>
              <a:xfrm>
                <a:off x="-966763" y="4081970"/>
                <a:ext cx="252855" cy="265500"/>
              </a:xfrm>
              <a:prstGeom prst="rect">
                <a:avLst/>
              </a:prstGeom>
              <a:solidFill>
                <a:srgbClr val="098E7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39" name="Rectangle 19"/>
              <p:cNvSpPr/>
              <p:nvPr userDrawn="1"/>
            </p:nvSpPr>
            <p:spPr>
              <a:xfrm>
                <a:off x="-966763" y="4751164"/>
                <a:ext cx="252855" cy="265500"/>
              </a:xfrm>
              <a:prstGeom prst="rect">
                <a:avLst/>
              </a:prstGeom>
              <a:solidFill>
                <a:srgbClr val="00C0AE"/>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FFFFFF"/>
                  </a:solidFill>
                  <a:effectLst/>
                  <a:uLnTx/>
                  <a:uFillTx/>
                </a:endParaRPr>
              </a:p>
            </p:txBody>
          </p:sp>
          <p:sp>
            <p:nvSpPr>
              <p:cNvPr id="40" name="Rectangle 20"/>
              <p:cNvSpPr/>
              <p:nvPr userDrawn="1"/>
            </p:nvSpPr>
            <p:spPr>
              <a:xfrm>
                <a:off x="-966763" y="4416567"/>
                <a:ext cx="252855" cy="265500"/>
              </a:xfrm>
              <a:prstGeom prst="rect">
                <a:avLst/>
              </a:prstGeom>
              <a:solidFill>
                <a:srgbClr val="63EBDA"/>
              </a:solidFill>
              <a:ln w="12700" cap="flat" cmpd="sng" algn="ctr">
                <a:noFill/>
                <a:prstDash val="solid"/>
                <a:miter lim="800000"/>
              </a:ln>
              <a:effectLst/>
            </p:spPr>
            <p:txBody>
              <a:bodyPr wrap="none"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GB" sz="800" b="0" i="0" u="none" strike="noStrike" kern="0" cap="none" spc="0" normalizeH="0" baseline="0" noProof="0" dirty="0">
                  <a:ln>
                    <a:noFill/>
                  </a:ln>
                  <a:solidFill>
                    <a:srgbClr val="0C233C"/>
                  </a:solidFill>
                  <a:effectLst/>
                  <a:uLnTx/>
                  <a:uFillTx/>
                </a:endParaRPr>
              </a:p>
            </p:txBody>
          </p:sp>
        </p:grpSp>
        <p:sp>
          <p:nvSpPr>
            <p:cNvPr id="25" name="TextBox 5"/>
            <p:cNvSpPr txBox="1"/>
            <p:nvPr userDrawn="1"/>
          </p:nvSpPr>
          <p:spPr>
            <a:xfrm>
              <a:off x="-894462" y="431800"/>
              <a:ext cx="914400" cy="251091"/>
            </a:xfrm>
            <a:prstGeom prst="rect">
              <a:avLst/>
            </a:prstGeom>
            <a:noFill/>
          </p:spPr>
          <p:txBody>
            <a:bodyPr wrap="none" lIns="54610" tIns="54610" rIns="54610" bIns="54610" rtlCol="0">
              <a:noAutofit/>
            </a:bodyPr>
            <a:lstStyle/>
            <a:p>
              <a:pPr marL="0" marR="0" lvl="0" indent="0" defTabSz="914400" eaLnBrk="1" fontAlgn="auto" latinLnBrk="0" hangingPunct="1">
                <a:lnSpc>
                  <a:spcPct val="100000"/>
                </a:lnSpc>
                <a:spcBef>
                  <a:spcPts val="0"/>
                </a:spcBef>
                <a:spcAft>
                  <a:spcPts val="600"/>
                </a:spcAft>
                <a:buClrTx/>
                <a:buSzTx/>
                <a:buFontTx/>
                <a:buNone/>
                <a:defRPr/>
              </a:pPr>
              <a:r>
                <a:rPr kumimoji="0" lang="en-US" altLang="zh-CN" sz="1000" b="0" i="0" u="none" strike="noStrike" kern="0" cap="none" spc="0" normalizeH="0" baseline="0" noProof="0" dirty="0">
                  <a:ln>
                    <a:noFill/>
                  </a:ln>
                  <a:solidFill>
                    <a:srgbClr val="000000"/>
                  </a:solidFill>
                  <a:effectLst/>
                  <a:uLnTx/>
                  <a:uFillTx/>
                </a:rPr>
                <a:t>Color bar</a:t>
              </a:r>
              <a:endParaRPr kumimoji="0" lang="en-US" sz="1000" b="0" i="0" u="none" strike="noStrike" kern="0" cap="none" spc="0" normalizeH="0" baseline="0" noProof="0" dirty="0">
                <a:ln>
                  <a:noFill/>
                </a:ln>
                <a:solidFill>
                  <a:srgbClr val="000000"/>
                </a:solidFill>
                <a:effectLst/>
                <a:uLnTx/>
                <a:uFillTx/>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2_Blank">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11200" y="276084"/>
            <a:ext cx="11139055" cy="723600"/>
          </a:xfrm>
        </p:spPr>
        <p:txBody>
          <a:bodyPr/>
          <a:lstStyle>
            <a:lvl1pPr>
              <a:defRPr sz="2400" b="0"/>
            </a:lvl1pPr>
          </a:lstStyle>
          <a:p>
            <a:r>
              <a:rPr lang="en-US" dirty="0"/>
              <a:t>Click to edit Master title style</a:t>
            </a:r>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1_仅标题">
    <p:spTree>
      <p:nvGrpSpPr>
        <p:cNvPr id="1" name=""/>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2_TITLE SLIDE 5 - Singular image">
    <p:spTree>
      <p:nvGrpSpPr>
        <p:cNvPr id="1" name=""/>
        <p:cNvGrpSpPr/>
        <p:nvPr/>
      </p:nvGrpSpPr>
      <p:grpSpPr>
        <a:xfrm>
          <a:off x="0" y="0"/>
          <a:ext cx="0" cy="0"/>
          <a:chOff x="0" y="0"/>
          <a:chExt cx="0" cy="0"/>
        </a:xfrm>
      </p:grpSpPr>
      <p:sp>
        <p:nvSpPr>
          <p:cNvPr id="3" name="Title 2"/>
          <p:cNvSpPr>
            <a:spLocks noGrp="1"/>
          </p:cNvSpPr>
          <p:nvPr>
            <p:ph type="title"/>
          </p:nvPr>
        </p:nvSpPr>
        <p:spPr>
          <a:xfrm>
            <a:off x="4201551" y="451575"/>
            <a:ext cx="6974326" cy="723600"/>
          </a:xfrm>
        </p:spPr>
        <p:txBody>
          <a:bodyPr/>
          <a:lstStyle/>
          <a:p>
            <a:r>
              <a:rPr lang="en-US" dirty="0"/>
              <a:t>Click to edit Master title style</a:t>
            </a:r>
            <a:endParaRPr lang="en-GB" dirty="0"/>
          </a:p>
        </p:txBody>
      </p:sp>
      <p:pic>
        <p:nvPicPr>
          <p:cNvPr id="4" name="Picture 3"/>
          <p:cNvPicPr>
            <a:picLocks noChangeAspect="1"/>
          </p:cNvPicPr>
          <p:nvPr userDrawn="1"/>
        </p:nvPicPr>
        <p:blipFill rotWithShape="1">
          <a:blip r:embed="rId2" cstate="email"/>
          <a:srcRect/>
          <a:stretch>
            <a:fillRect/>
          </a:stretch>
        </p:blipFill>
        <p:spPr>
          <a:xfrm>
            <a:off x="0" y="0"/>
            <a:ext cx="3598985" cy="6858000"/>
          </a:xfrm>
          <a:prstGeom prst="rect">
            <a:avLst/>
          </a:prstGeom>
        </p:spPr>
      </p:pic>
      <p:sp>
        <p:nvSpPr>
          <p:cNvPr id="2" name="Rectangle 1"/>
          <p:cNvSpPr/>
          <p:nvPr userDrawn="1"/>
        </p:nvSpPr>
        <p:spPr>
          <a:xfrm>
            <a:off x="-93785" y="0"/>
            <a:ext cx="3692770" cy="6858000"/>
          </a:xfrm>
          <a:prstGeom prst="rect">
            <a:avLst/>
          </a:prstGeom>
          <a:solidFill>
            <a:schemeClr val="bg1">
              <a:lumMod val="95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sp>
        <p:nvSpPr>
          <p:cNvPr id="12" name="Title 1"/>
          <p:cNvSpPr>
            <a:spLocks noGrp="1"/>
          </p:cNvSpPr>
          <p:nvPr>
            <p:ph type="ctrTitle"/>
          </p:nvPr>
        </p:nvSpPr>
        <p:spPr>
          <a:xfrm>
            <a:off x="479187" y="849059"/>
            <a:ext cx="3138509" cy="1470025"/>
          </a:xfrm>
          <a:prstGeom prst="rect">
            <a:avLst/>
          </a:prstGeom>
        </p:spPr>
        <p:txBody>
          <a:bodyPr anchor="t" anchorCtr="0"/>
          <a:lstStyle>
            <a:lvl1pPr>
              <a:defRPr sz="2400" b="1">
                <a:solidFill>
                  <a:schemeClr val="bg1"/>
                </a:solidFill>
                <a:latin typeface="+mj-lt"/>
              </a:defRPr>
            </a:lvl1pPr>
          </a:lstStyle>
          <a:p>
            <a:r>
              <a:rPr lang="en-US"/>
              <a:t>Click to edit Master title style</a:t>
            </a:r>
            <a:endParaRPr lang="en-GB" dirty="0"/>
          </a:p>
        </p:txBody>
      </p:sp>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21" name="Freeform 19"/>
          <p:cNvSpPr>
            <a:spLocks noEditPoints="1"/>
          </p:cNvSpPr>
          <p:nvPr userDrawn="1"/>
        </p:nvSpPr>
        <p:spPr bwMode="auto">
          <a:xfrm>
            <a:off x="381000" y="496147"/>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ndParaRPr>
          </a:p>
        </p:txBody>
      </p:sp>
      <p:pic>
        <p:nvPicPr>
          <p:cNvPr id="1026" name="Picture 2" descr="中海建筑有限公司"/>
          <p:cNvPicPr>
            <a:picLocks noChangeAspect="1" noChangeArrowheads="1"/>
          </p:cNvPicPr>
          <p:nvPr userDrawn="1"/>
        </p:nvPicPr>
        <p:blipFill rotWithShape="1">
          <a:blip r:embed="rId2" cstate="email"/>
          <a:srcRect/>
          <a:stretch>
            <a:fillRect/>
          </a:stretch>
        </p:blipFill>
        <p:spPr bwMode="auto">
          <a:xfrm>
            <a:off x="2684586" y="0"/>
            <a:ext cx="9507414" cy="6858000"/>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15"/>
          <p:cNvSpPr/>
          <p:nvPr userDrawn="1"/>
        </p:nvSpPr>
        <p:spPr>
          <a:xfrm>
            <a:off x="0" y="0"/>
            <a:ext cx="8546123"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sp>
        <p:nvSpPr>
          <p:cNvPr id="3" name="Freeform 19"/>
          <p:cNvSpPr>
            <a:spLocks noEditPoints="1"/>
          </p:cNvSpPr>
          <p:nvPr userDrawn="1"/>
        </p:nvSpPr>
        <p:spPr bwMode="auto">
          <a:xfrm>
            <a:off x="381000" y="496146"/>
            <a:ext cx="1060938" cy="45720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0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775" y="1400"/>
          <a:ext cx="1775" cy="1401"/>
        </p:xfrm>
        <a:graphic>
          <a:graphicData uri="http://schemas.openxmlformats.org/presentationml/2006/ole">
            <mc:AlternateContent xmlns:mc="http://schemas.openxmlformats.org/markup-compatibility/2006">
              <mc:Choice xmlns:v="urn:schemas-microsoft-com:vml" Requires="v">
                <p:oleObj spid="_x0000_s2" name="think-cell Slide" r:id="rId3" imgW="0" imgH="0" progId="TCLayout.ActiveDocument.1">
                  <p:embed/>
                </p:oleObj>
              </mc:Choice>
              <mc:Fallback>
                <p:oleObj name="think-cell Slide" r:id="rId3" imgW="0" imgH="0" progId="TCLayout.ActiveDocument.1">
                  <p:embed/>
                  <p:pic>
                    <p:nvPicPr>
                      <p:cNvPr id="0" name="Object 2" hidden="1"/>
                      <p:cNvPicPr/>
                      <p:nvPr/>
                    </p:nvPicPr>
                    <p:blipFill>
                      <a:blip r:embed="rId4"/>
                      <a:stretch>
                        <a:fillRect/>
                      </a:stretch>
                    </p:blipFill>
                    <p:spPr>
                      <a:xfrm>
                        <a:off x="1775" y="1400"/>
                        <a:ext cx="1775" cy="1401"/>
                      </a:xfrm>
                      <a:prstGeom prst="rect">
                        <a:avLst/>
                      </a:prstGeom>
                    </p:spPr>
                  </p:pic>
                </p:oleObj>
              </mc:Fallback>
            </mc:AlternateContent>
          </a:graphicData>
        </a:graphic>
      </p:graphicFrame>
      <p:sp>
        <p:nvSpPr>
          <p:cNvPr id="4" name="Rectangle 1" hidden="1"/>
          <p:cNvSpPr/>
          <p:nvPr userDrawn="1">
            <p:custDataLst>
              <p:tags r:id="rId5"/>
            </p:custDataLst>
          </p:nvPr>
        </p:nvSpPr>
        <p:spPr>
          <a:xfrm>
            <a:off x="0" y="0"/>
            <a:ext cx="177441" cy="1400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l" eaLnBrk="1">
              <a:lnSpc>
                <a:spcPct val="100000"/>
              </a:lnSpc>
              <a:spcBef>
                <a:spcPct val="0"/>
              </a:spcBef>
              <a:spcAft>
                <a:spcPct val="0"/>
              </a:spcAft>
            </a:pPr>
            <a:endParaRPr lang="en-US" sz="2115" b="0" i="0" baseline="0" dirty="0">
              <a:solidFill>
                <a:schemeClr val="bg1"/>
              </a:solidFill>
              <a:latin typeface="Arial" panose="020B0604020202090204" pitchFamily="34" charset="0"/>
              <a:ea typeface="黑体" panose="02010609060101010101" pitchFamily="49" charset="-122"/>
              <a:cs typeface="+mj-cs"/>
              <a:sym typeface="Arial" panose="020B0604020202090204" pitchFamily="34" charset="0"/>
            </a:endParaRPr>
          </a:p>
        </p:txBody>
      </p:sp>
      <p:sp>
        <p:nvSpPr>
          <p:cNvPr id="6" name="Title 1"/>
          <p:cNvSpPr>
            <a:spLocks noGrp="1"/>
          </p:cNvSpPr>
          <p:nvPr>
            <p:ph type="title"/>
          </p:nvPr>
        </p:nvSpPr>
        <p:spPr>
          <a:xfrm>
            <a:off x="705102" y="436496"/>
            <a:ext cx="10856980" cy="518400"/>
          </a:xfrm>
        </p:spPr>
        <p:txBody>
          <a:bodyPr/>
          <a:lstStyle>
            <a:lvl1pPr>
              <a:lnSpc>
                <a:spcPct val="100000"/>
              </a:lnSpc>
              <a:defRPr sz="2000" b="1" baseline="0">
                <a:latin typeface="微软雅黑" panose="020B0503020204020204" pitchFamily="34" charset="-122"/>
                <a:ea typeface="微软雅黑" panose="020B0503020204020204" pitchFamily="34" charset="-122"/>
              </a:defRPr>
            </a:lvl1pPr>
          </a:lstStyle>
          <a:p>
            <a:r>
              <a:rPr lang="en-US" dirty="0"/>
              <a:t>Click to edit Master title style</a:t>
            </a:r>
            <a:endParaRPr lang="en-US" dirty="0"/>
          </a:p>
        </p:txBody>
      </p:sp>
      <p:sp>
        <p:nvSpPr>
          <p:cNvPr id="5" name="Text Placeholder 4"/>
          <p:cNvSpPr>
            <a:spLocks noGrp="1"/>
          </p:cNvSpPr>
          <p:nvPr>
            <p:ph type="body" sz="quarter" idx="10" hasCustomPrompt="1"/>
          </p:nvPr>
        </p:nvSpPr>
        <p:spPr>
          <a:xfrm>
            <a:off x="705102" y="213574"/>
            <a:ext cx="7816047" cy="184822"/>
          </a:xfrm>
          <a:ln>
            <a:noFill/>
          </a:ln>
        </p:spPr>
        <p:txBody>
          <a:bodyPr/>
          <a:lstStyle>
            <a:lvl1pPr>
              <a:defRPr sz="1060">
                <a:ln>
                  <a:noFill/>
                </a:ln>
                <a:latin typeface="微软雅黑" panose="020B0503020204020204" pitchFamily="34" charset="-122"/>
                <a:ea typeface="微软雅黑" panose="020B0503020204020204" pitchFamily="34" charset="-122"/>
              </a:defRPr>
            </a:lvl1pPr>
          </a:lstStyle>
          <a:p>
            <a:pPr lvl="0"/>
            <a:r>
              <a:rPr lang="en-US" dirty="0"/>
              <a:t>Click to edit Master text style</a:t>
            </a:r>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defRPr sz="975" b="0" i="0">
                <a:solidFill>
                  <a:srgbClr val="7E7E7E"/>
                </a:solidFill>
                <a:latin typeface="微软雅黑"/>
                <a:cs typeface="微软雅黑"/>
              </a:defRPr>
            </a:lvl1pPr>
          </a:lstStyle>
          <a:p>
            <a:pPr marL="29210">
              <a:spcBef>
                <a:spcPts val="180"/>
              </a:spcBef>
            </a:pPr>
            <a:fld id="{81D60167-4931-47E6-BA6A-407CBD079E47}" type="slidenum">
              <a:rPr lang="en-GB" smtClean="0"/>
            </a:fld>
            <a:endParaRPr lang="en-GB"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Title 2"/>
          <p:cNvSpPr>
            <a:spLocks noGrp="1"/>
          </p:cNvSpPr>
          <p:nvPr>
            <p:ph type="title"/>
          </p:nvPr>
        </p:nvSpPr>
        <p:spPr>
          <a:xfrm>
            <a:off x="648000" y="288000"/>
            <a:ext cx="9291600" cy="608400"/>
          </a:xfrm>
        </p:spPr>
        <p:txBody>
          <a:bodyPr vert="horz" lIns="0" tIns="0" rIns="0" bIns="0" rtlCol="0" anchor="ctr" anchorCtr="0">
            <a:noAutofit/>
          </a:bodyPr>
          <a:lstStyle>
            <a:lvl1pPr>
              <a:defRPr lang="en-GB" sz="2800" dirty="0">
                <a:latin typeface="微软雅黑" panose="020B0503020204020204" pitchFamily="34" charset="-122"/>
                <a:ea typeface="微软雅黑" panose="020B0503020204020204" pitchFamily="34" charset="-122"/>
              </a:defRPr>
            </a:lvl1pPr>
          </a:lstStyle>
          <a:p>
            <a:pPr lvl="0"/>
            <a:r>
              <a:rPr lang="zh-CN" altLang="en-US" dirty="0"/>
              <a:t>单击此处编辑母版标题样式</a:t>
            </a:r>
            <a:endParaRPr lang="en-GB"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1"/>
          <p:cNvSpPr>
            <a:spLocks noGrp="1"/>
          </p:cNvSpPr>
          <p:nvPr>
            <p:ph type="title"/>
          </p:nvPr>
        </p:nvSpPr>
        <p:spPr>
          <a:xfrm>
            <a:off x="1003206" y="432000"/>
            <a:ext cx="10185601" cy="518400"/>
          </a:xfrm>
          <a:prstGeom prst="rect">
            <a:avLst/>
          </a:prstGeom>
        </p:spPr>
        <p:txBody>
          <a:bodyPr/>
          <a:lstStyle>
            <a:lvl1pPr>
              <a:defRPr sz="5430"/>
            </a:lvl1pPr>
          </a:lstStyle>
          <a:p>
            <a:r>
              <a:rPr lang="en-US" dirty="0"/>
              <a:t>Click to edit Master title style</a:t>
            </a:r>
            <a:endParaRPr lang="en-US" dirty="0"/>
          </a:p>
        </p:txBody>
      </p:sp>
      <p:sp>
        <p:nvSpPr>
          <p:cNvPr id="4" name="Text Placeholder 8"/>
          <p:cNvSpPr>
            <a:spLocks noGrp="1"/>
          </p:cNvSpPr>
          <p:nvPr>
            <p:ph type="body" sz="quarter" idx="10"/>
          </p:nvPr>
        </p:nvSpPr>
        <p:spPr>
          <a:xfrm>
            <a:off x="1003206" y="1209608"/>
            <a:ext cx="10185601" cy="4594225"/>
          </a:xfrm>
        </p:spPr>
        <p:txBody>
          <a:bodyPr/>
          <a:lstStyle>
            <a:lvl1pPr>
              <a:defRPr sz="1520"/>
            </a:lvl1pPr>
            <a:lvl2pPr>
              <a:defRPr sz="1520"/>
            </a:lvl2pPr>
            <a:lvl3pPr>
              <a:defRPr sz="1520"/>
            </a:lvl3pPr>
            <a:lvl4pPr>
              <a:defRPr sz="1520"/>
            </a:lvl4pPr>
            <a:lvl5pPr>
              <a:defRPr sz="152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GB"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pic>
        <p:nvPicPr>
          <p:cNvPr id="6" name="图片 5"/>
          <p:cNvPicPr>
            <a:picLocks noChangeAspect="1"/>
          </p:cNvPicPr>
          <p:nvPr userDrawn="1"/>
        </p:nvPicPr>
        <p:blipFill>
          <a:blip r:embed="rId2" cstate="email"/>
          <a:stretch>
            <a:fillRect/>
          </a:stretch>
        </p:blipFill>
        <p:spPr>
          <a:xfrm>
            <a:off x="0" y="0"/>
            <a:ext cx="12192000" cy="6858000"/>
          </a:xfrm>
          <a:prstGeom prst="rect">
            <a:avLst/>
          </a:prstGeom>
        </p:spPr>
      </p:pic>
      <p:sp>
        <p:nvSpPr>
          <p:cNvPr id="7" name="矩形 6"/>
          <p:cNvSpPr/>
          <p:nvPr userDrawn="1"/>
        </p:nvSpPr>
        <p:spPr>
          <a:xfrm>
            <a:off x="12557760" y="2090058"/>
            <a:ext cx="383177" cy="383177"/>
          </a:xfrm>
          <a:prstGeom prst="rect">
            <a:avLst/>
          </a:prstGeom>
          <a:solidFill>
            <a:srgbClr val="BB1B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3" cstate="email"/>
          <a:stretch>
            <a:fillRect/>
          </a:stretch>
        </p:blipFill>
        <p:spPr>
          <a:xfrm>
            <a:off x="10198249" y="217354"/>
            <a:ext cx="1864659" cy="468219"/>
          </a:xfrm>
          <a:prstGeom prst="rect">
            <a:avLst/>
          </a:prstGeom>
        </p:spPr>
      </p:pic>
      <p:sp>
        <p:nvSpPr>
          <p:cNvPr id="12" name="Slide Number Placeholder 8"/>
          <p:cNvSpPr txBox="1"/>
          <p:nvPr userDrawn="1"/>
        </p:nvSpPr>
        <p:spPr>
          <a:xfrm>
            <a:off x="10033000" y="6474245"/>
            <a:ext cx="2743200" cy="365125"/>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9F959E6-E528-4584-B6E6-E7C31719E4E2}" type="slidenum">
              <a:rPr lang="zh-CN" altLang="en-US" sz="1200" smtClean="0">
                <a:solidFill>
                  <a:schemeClr val="bg2">
                    <a:lumMod val="50000"/>
                  </a:schemeClr>
                </a:solidFill>
                <a:latin typeface="微软雅黑" panose="020B0503020204020204" pitchFamily="34" charset="-122"/>
                <a:ea typeface="微软雅黑" panose="020B0503020204020204" pitchFamily="34" charset="-122"/>
              </a:rPr>
            </a:fld>
            <a:endParaRPr lang="zh-CN" altLang="en-US" sz="1200" dirty="0">
              <a:solidFill>
                <a:schemeClr val="bg2">
                  <a:lumMod val="50000"/>
                </a:schemeClr>
              </a:solidFill>
              <a:latin typeface="微软雅黑" panose="020B0503020204020204" pitchFamily="34" charset="-122"/>
              <a:ea typeface="微软雅黑" panose="020B0503020204020204" pitchFamily="34" charset="-122"/>
            </a:endParaRPr>
          </a:p>
        </p:txBody>
      </p:sp>
      <p:grpSp>
        <p:nvGrpSpPr>
          <p:cNvPr id="11" name="组合 46"/>
          <p:cNvGrpSpPr/>
          <p:nvPr userDrawn="1"/>
        </p:nvGrpSpPr>
        <p:grpSpPr>
          <a:xfrm>
            <a:off x="-1309" y="388156"/>
            <a:ext cx="7566435" cy="87923"/>
            <a:chOff x="-1309" y="474247"/>
            <a:chExt cx="7566435" cy="87923"/>
          </a:xfrm>
        </p:grpSpPr>
        <p:cxnSp>
          <p:nvCxnSpPr>
            <p:cNvPr id="13" name="直接连接符 47"/>
            <p:cNvCxnSpPr/>
            <p:nvPr/>
          </p:nvCxnSpPr>
          <p:spPr>
            <a:xfrm>
              <a:off x="365535" y="553915"/>
              <a:ext cx="7199591"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平行四边形 48"/>
            <p:cNvSpPr/>
            <p:nvPr userDrawn="1"/>
          </p:nvSpPr>
          <p:spPr>
            <a:xfrm>
              <a:off x="-1309" y="474247"/>
              <a:ext cx="451426" cy="87923"/>
            </a:xfrm>
            <a:prstGeom prst="parallelogram">
              <a:avLst>
                <a:gd name="adj" fmla="val 59667"/>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pic>
        <p:nvPicPr>
          <p:cNvPr id="7" name="Picture 9" descr="C:\Users\blueWFJ\Desktop\005.png"/>
          <p:cNvPicPr>
            <a:picLocks noChangeAspect="1" noChangeArrowheads="1"/>
          </p:cNvPicPr>
          <p:nvPr userDrawn="1"/>
        </p:nvPicPr>
        <p:blipFill>
          <a:blip r:embed="rId2" cstate="email"/>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矩形 17"/>
          <p:cNvSpPr/>
          <p:nvPr userDrawn="1"/>
        </p:nvSpPr>
        <p:spPr>
          <a:xfrm>
            <a:off x="10817226" y="6537961"/>
            <a:ext cx="1374776" cy="320041"/>
          </a:xfrm>
          <a:prstGeom prst="rect">
            <a:avLst/>
          </a:pr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2" name="标题 1"/>
          <p:cNvSpPr>
            <a:spLocks noGrp="1"/>
          </p:cNvSpPr>
          <p:nvPr>
            <p:ph type="title"/>
          </p:nvPr>
        </p:nvSpPr>
        <p:spPr>
          <a:xfrm>
            <a:off x="301624" y="218554"/>
            <a:ext cx="10515600" cy="516618"/>
          </a:xfrm>
          <a:prstGeom prst="rect">
            <a:avLst/>
          </a:prstGeom>
        </p:spPr>
        <p:txBody>
          <a:bodyPr>
            <a:normAutofit/>
          </a:bodyPr>
          <a:lstStyle>
            <a:lvl1pPr>
              <a:defRPr lang="zh-CN" altLang="en-US" sz="2800" b="1" kern="1200" dirty="0" smtClean="0">
                <a:solidFill>
                  <a:srgbClr val="0052D9"/>
                </a:solidFill>
                <a:latin typeface="+mj-lt"/>
                <a:ea typeface="微软雅黑" panose="020B0503020204020204" pitchFamily="34" charset="-122"/>
                <a:cs typeface="+mj-cs"/>
              </a:defRPr>
            </a:lvl1pPr>
          </a:lstStyle>
          <a:p>
            <a:pPr marL="0" lvl="0" indent="0" algn="l" rtl="0" eaLnBrk="0" fontAlgn="base" hangingPunct="0">
              <a:spcBef>
                <a:spcPct val="0"/>
              </a:spcBef>
              <a:spcAft>
                <a:spcPct val="0"/>
              </a:spcAft>
              <a:buNone/>
            </a:pPr>
            <a:r>
              <a:rPr lang="zh-CN" altLang="en-US" dirty="0"/>
              <a:t>单击此处编辑母版标题样式</a:t>
            </a:r>
            <a:endParaRPr lang="zh-CN" altLang="en-US" dirty="0"/>
          </a:p>
        </p:txBody>
      </p:sp>
      <p:sp>
        <p:nvSpPr>
          <p:cNvPr id="8" name="Rectangle 3"/>
          <p:cNvSpPr>
            <a:spLocks noChangeArrowheads="1"/>
          </p:cNvSpPr>
          <p:nvPr userDrawn="1"/>
        </p:nvSpPr>
        <p:spPr bwMode="auto">
          <a:xfrm>
            <a:off x="2" y="218556"/>
            <a:ext cx="152401" cy="438309"/>
          </a:xfrm>
          <a:prstGeom prst="rect">
            <a:avLst/>
          </a:prstGeom>
          <a:solidFill>
            <a:srgbClr val="0052D9"/>
          </a:solidFill>
          <a:ln>
            <a:noFill/>
          </a:ln>
          <a:effectLst/>
        </p:spPr>
        <p:txBody>
          <a:bodyPr anchor="ctr"/>
          <a:lstStyle/>
          <a:p>
            <a:pPr eaLnBrk="0" fontAlgn="base" hangingPunct="0">
              <a:spcBef>
                <a:spcPct val="0"/>
              </a:spcBef>
              <a:spcAft>
                <a:spcPct val="0"/>
              </a:spcAft>
            </a:pPr>
            <a:endParaRPr lang="zh-CN" altLang="en-US" sz="1500">
              <a:solidFill>
                <a:prstClr val="black"/>
              </a:solidFill>
            </a:endParaRPr>
          </a:p>
        </p:txBody>
      </p:sp>
      <p:sp>
        <p:nvSpPr>
          <p:cNvPr id="9" name="Rectangle 4"/>
          <p:cNvSpPr>
            <a:spLocks noChangeArrowheads="1"/>
          </p:cNvSpPr>
          <p:nvPr userDrawn="1"/>
        </p:nvSpPr>
        <p:spPr bwMode="auto">
          <a:xfrm>
            <a:off x="198758" y="218556"/>
            <a:ext cx="45719" cy="438309"/>
          </a:xfrm>
          <a:prstGeom prst="rect">
            <a:avLst/>
          </a:prstGeom>
          <a:solidFill>
            <a:srgbClr val="0052D9"/>
          </a:solidFill>
          <a:ln>
            <a:noFill/>
          </a:ln>
          <a:effectLst/>
        </p:spPr>
        <p:txBody>
          <a:bodyPr anchor="ctr"/>
          <a:lstStyle/>
          <a:p>
            <a:pPr eaLnBrk="0" fontAlgn="base" hangingPunct="0">
              <a:spcBef>
                <a:spcPct val="0"/>
              </a:spcBef>
              <a:spcAft>
                <a:spcPct val="0"/>
              </a:spcAft>
            </a:pPr>
            <a:endParaRPr lang="zh-CN" altLang="en-US" sz="1500">
              <a:solidFill>
                <a:prstClr val="black"/>
              </a:solidFill>
            </a:endParaRPr>
          </a:p>
        </p:txBody>
      </p:sp>
      <p:sp>
        <p:nvSpPr>
          <p:cNvPr id="14" name="梯形 13"/>
          <p:cNvSpPr/>
          <p:nvPr userDrawn="1"/>
        </p:nvSpPr>
        <p:spPr>
          <a:xfrm>
            <a:off x="10432916" y="6537963"/>
            <a:ext cx="1594490" cy="320041"/>
          </a:xfrm>
          <a:prstGeom prst="trapezoid">
            <a:avLst>
              <a:gd name="adj" fmla="val 72091"/>
            </a:avLst>
          </a:pr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sp>
        <p:nvSpPr>
          <p:cNvPr id="15" name="矩形 14"/>
          <p:cNvSpPr/>
          <p:nvPr userDrawn="1"/>
        </p:nvSpPr>
        <p:spPr>
          <a:xfrm>
            <a:off x="0" y="6770544"/>
            <a:ext cx="12192000" cy="95074"/>
          </a:xfrm>
          <a:prstGeom prst="rect">
            <a:avLst/>
          </a:prstGeom>
          <a:solidFill>
            <a:srgbClr val="0052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500"/>
          </a:p>
        </p:txBody>
      </p:sp>
      <p:pic>
        <p:nvPicPr>
          <p:cNvPr id="16" name="图片 15"/>
          <p:cNvPicPr>
            <a:picLocks noChangeAspect="1"/>
          </p:cNvPicPr>
          <p:nvPr userDrawn="1"/>
        </p:nvPicPr>
        <p:blipFill>
          <a:blip r:embed="rId3" cstate="email"/>
          <a:stretch>
            <a:fillRect/>
          </a:stretch>
        </p:blipFill>
        <p:spPr>
          <a:xfrm>
            <a:off x="10836275" y="6518518"/>
            <a:ext cx="1127126" cy="339485"/>
          </a:xfrm>
          <a:prstGeom prst="rect">
            <a:avLst/>
          </a:prstGeom>
          <a:noFill/>
        </p:spPr>
      </p:pic>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TITLE SLIDE 6 - No image">
    <p:bg>
      <p:bgPr>
        <a:solidFill>
          <a:schemeClr val="accent1"/>
        </a:solidFill>
        <a:effectLst/>
      </p:bgPr>
    </p:bg>
    <p:spTree>
      <p:nvGrpSpPr>
        <p:cNvPr id="1" name=""/>
        <p:cNvGrpSpPr/>
        <p:nvPr/>
      </p:nvGrpSpPr>
      <p:grpSpPr>
        <a:xfrm>
          <a:off x="0" y="0"/>
          <a:ext cx="0" cy="0"/>
          <a:chOff x="0" y="0"/>
          <a:chExt cx="0" cy="0"/>
        </a:xfrm>
      </p:grpSpPr>
      <p:graphicFrame>
        <p:nvGraphicFramePr>
          <p:cNvPr id="5" name="对象 4" hidden="1"/>
          <p:cNvGraphicFramePr>
            <a:graphicFrameLocks noChangeAspect="1"/>
          </p:cNvGraphicFramePr>
          <p:nvPr userDrawn="1">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3" imgW="0" imgH="0" progId="TCLayout.ActiveDocument.1">
                  <p:embed/>
                </p:oleObj>
              </mc:Choice>
              <mc:Fallback>
                <p:oleObj name="think-cell 幻灯片" r:id="rId3" imgW="0" imgH="0" progId="TCLayout.ActiveDocument.1">
                  <p:embed/>
                  <p:pic>
                    <p:nvPicPr>
                      <p:cNvPr id="0" name="对象 4"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矩形 2" hidden="1"/>
          <p:cNvSpPr/>
          <p:nvPr userDrawn="1">
            <p:custDataLst>
              <p:tags r:id="rId5"/>
            </p:custDataLst>
          </p:nvPr>
        </p:nvSpPr>
        <p:spPr>
          <a:xfrm>
            <a:off x="0" y="0"/>
            <a:ext cx="158750" cy="158750"/>
          </a:xfrm>
          <a:prstGeom prst="rect">
            <a:avLst/>
          </a:prstGeom>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a:endParaRPr lang="en-GB" altLang="zh-CN" sz="10000" b="1" i="0" baseline="0" dirty="0" err="1">
              <a:solidFill>
                <a:schemeClr val="bg1"/>
              </a:solidFill>
              <a:latin typeface="微软雅黑" panose="020B0503020204020204" pitchFamily="34" charset="-122"/>
              <a:ea typeface="微软雅黑" panose="020B0503020204020204" pitchFamily="34" charset="-122"/>
              <a:cs typeface="+mj-cs"/>
              <a:sym typeface="微软雅黑" panose="020B0503020204020204" pitchFamily="34" charset="-122"/>
            </a:endParaRPr>
          </a:p>
        </p:txBody>
      </p:sp>
      <p:sp>
        <p:nvSpPr>
          <p:cNvPr id="4" name="Title 1"/>
          <p:cNvSpPr>
            <a:spLocks noGrp="1"/>
          </p:cNvSpPr>
          <p:nvPr>
            <p:ph type="ctrTitle" hasCustomPrompt="1"/>
          </p:nvPr>
        </p:nvSpPr>
        <p:spPr>
          <a:xfrm>
            <a:off x="2726400" y="1346400"/>
            <a:ext cx="8256000" cy="3510000"/>
          </a:xfrm>
        </p:spPr>
        <p:txBody>
          <a:bodyPr anchor="t" anchorCtr="0"/>
          <a:lstStyle>
            <a:lvl1pPr algn="l">
              <a:defRPr sz="100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stStyle>
          <a:p>
            <a:r>
              <a:rPr lang="en-GB" dirty="0"/>
              <a:t>Title slide 6</a:t>
            </a:r>
            <a:br>
              <a:rPr lang="en-GB" dirty="0"/>
            </a:br>
            <a:r>
              <a:rPr lang="en-GB" dirty="0"/>
              <a:t>no image</a:t>
            </a:r>
            <a:endParaRPr lang="en-US" dirty="0"/>
          </a:p>
        </p:txBody>
      </p:sp>
      <p:sp>
        <p:nvSpPr>
          <p:cNvPr id="6"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endParaRPr sz="1800"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7" name="Text Placeholder 3"/>
          <p:cNvSpPr>
            <a:spLocks noGrp="1"/>
          </p:cNvSpPr>
          <p:nvPr>
            <p:ph type="body" sz="quarter" idx="11"/>
          </p:nvPr>
        </p:nvSpPr>
        <p:spPr>
          <a:xfrm>
            <a:off x="2752133" y="5036400"/>
            <a:ext cx="8230267" cy="216000"/>
          </a:xfrm>
        </p:spPr>
        <p:txBody>
          <a:bodyPr/>
          <a:lstStyle>
            <a:lvl1pPr>
              <a:defRPr sz="1100">
                <a:solidFill>
                  <a:schemeClr val="bg1"/>
                </a:solidFill>
                <a:latin typeface="微软雅黑" panose="020B0503020204020204" pitchFamily="34" charset="-122"/>
                <a:ea typeface="微软雅黑" panose="020B0503020204020204" pitchFamily="34" charset="-122"/>
                <a:sym typeface="微软雅黑" panose="020B0503020204020204" pitchFamily="34" charset="-122"/>
              </a:defRPr>
            </a:lvl1pPr>
            <a:lvl2pPr>
              <a:defRPr sz="11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zh-CN" altLang="en-US"/>
              <a:t>单击此处编辑母版文本样式</a:t>
            </a:r>
            <a:endParaRPr lang="zh-CN" altLang="en-US"/>
          </a:p>
        </p:txBody>
      </p:sp>
      <p:sp>
        <p:nvSpPr>
          <p:cNvPr id="8" name="Freeform 19"/>
          <p:cNvSpPr>
            <a:spLocks noChangeAspect="1" noEditPoints="1"/>
          </p:cNvSpPr>
          <p:nvPr userDrawn="1"/>
        </p:nvSpPr>
        <p:spPr bwMode="auto">
          <a:xfrm>
            <a:off x="2729163" y="524433"/>
            <a:ext cx="1079150" cy="439654"/>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endParaRPr lang="en-GB" dirty="0">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3_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8400" y="1330126"/>
            <a:ext cx="10195200" cy="4546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GB" dirty="0"/>
          </a:p>
        </p:txBody>
      </p:sp>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zh-CN" altLang="en-US"/>
              <a:t>单击此处编辑母版标题样式</a:t>
            </a:r>
            <a:endParaRPr lang="en-GB"/>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1">
                <a:solidFill>
                  <a:srgbClr val="00338D"/>
                </a:solidFill>
                <a:latin typeface="微软雅黑"/>
                <a:cs typeface="微软雅黑"/>
              </a:defRPr>
            </a:lvl1pPr>
          </a:lstStyle>
          <a:p/>
        </p:txBody>
      </p:sp>
      <p:sp>
        <p:nvSpPr>
          <p:cNvPr id="3" name="Holder 3"/>
          <p:cNvSpPr>
            <a:spLocks noGrp="1"/>
          </p:cNvSpPr>
          <p:nvPr>
            <p:ph type="body" idx="1"/>
          </p:nvPr>
        </p:nvSpPr>
        <p:spPr/>
        <p:txBody>
          <a:bodyPr lIns="0" tIns="0" rIns="0" bIns="0"/>
          <a:lstStyle>
            <a:lvl1pPr>
              <a:defRPr sz="1200" b="0" i="0">
                <a:solidFill>
                  <a:srgbClr val="00338D"/>
                </a:solidFill>
                <a:latin typeface="微软雅黑"/>
                <a:cs typeface="微软雅黑"/>
              </a:defRPr>
            </a:lvl1pPr>
          </a:lstStyle>
          <a:p/>
        </p:txBody>
      </p:sp>
      <p:sp>
        <p:nvSpPr>
          <p:cNvPr id="4" name="Holder 4"/>
          <p:cNvSpPr>
            <a:spLocks noGrp="1"/>
          </p:cNvSpPr>
          <p:nvPr>
            <p:ph type="ftr" sz="quarter" idx="5"/>
          </p:nvPr>
        </p:nvSpPr>
        <p:spPr>
          <a:xfrm>
            <a:off x="5798686" y="6660258"/>
            <a:ext cx="650240" cy="126365"/>
          </a:xfrm>
          <a:prstGeom prst="rect">
            <a:avLst/>
          </a:prstGeom>
        </p:spPr>
        <p:txBody>
          <a:bodyPr lIns="0" tIns="0" rIns="0" bIns="0"/>
          <a:lstStyle>
            <a:lvl1pPr>
              <a:defRPr sz="600" b="1" i="1">
                <a:solidFill>
                  <a:schemeClr val="tx1"/>
                </a:solidFill>
                <a:latin typeface="微软雅黑"/>
                <a:cs typeface="微软雅黑"/>
              </a:defRPr>
            </a:lvl1pPr>
          </a:lstStyle>
          <a:p>
            <a:pPr marL="12700">
              <a:spcBef>
                <a:spcPts val="135"/>
              </a:spcBef>
            </a:pPr>
            <a:endParaRPr lang="zh-CN" altLang="en-US"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endParaRPr lang="en-US"/>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cxnSp>
        <p:nvCxnSpPr>
          <p:cNvPr id="3" name="Straight Connector 2"/>
          <p:cNvCxnSpPr/>
          <p:nvPr userDrawn="1"/>
        </p:nvCxnSpPr>
        <p:spPr>
          <a:xfrm flipH="1">
            <a:off x="311564" y="692696"/>
            <a:ext cx="11502139" cy="0"/>
          </a:xfrm>
          <a:prstGeom prst="line">
            <a:avLst/>
          </a:prstGeom>
          <a:ln w="34925" cap="sq">
            <a:gradFill>
              <a:gsLst>
                <a:gs pos="0">
                  <a:schemeClr val="bg1">
                    <a:lumMod val="100000"/>
                  </a:schemeClr>
                </a:gs>
                <a:gs pos="50000">
                  <a:schemeClr val="bg1">
                    <a:lumMod val="92000"/>
                  </a:schemeClr>
                </a:gs>
                <a:gs pos="99000">
                  <a:schemeClr val="bg1"/>
                </a:gs>
              </a:gsLst>
              <a:lin ang="10800000" scaled="0"/>
            </a:gradFill>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nvPicPr>
        <p:blipFill>
          <a:blip r:embed="rId2" cstate="email"/>
          <a:stretch>
            <a:fillRect/>
          </a:stretch>
        </p:blipFill>
        <p:spPr>
          <a:xfrm>
            <a:off x="10931579" y="167624"/>
            <a:ext cx="949007" cy="290547"/>
          </a:xfrm>
          <a:prstGeom prst="rect">
            <a:avLst/>
          </a:prstGeom>
        </p:spPr>
      </p:pic>
      <p:sp>
        <p:nvSpPr>
          <p:cNvPr id="8" name="Title 1"/>
          <p:cNvSpPr>
            <a:spLocks noGrp="1"/>
          </p:cNvSpPr>
          <p:nvPr>
            <p:ph type="ctrTitle" hasCustomPrompt="1"/>
          </p:nvPr>
        </p:nvSpPr>
        <p:spPr>
          <a:xfrm>
            <a:off x="867111" y="157966"/>
            <a:ext cx="9660151" cy="431192"/>
          </a:xfrm>
          <a:prstGeom prst="rect">
            <a:avLst/>
          </a:prstGeom>
        </p:spPr>
        <p:txBody>
          <a:bodyPr anchor="t" anchorCtr="0"/>
          <a:lstStyle>
            <a:lvl1pPr algn="l">
              <a:lnSpc>
                <a:spcPct val="100000"/>
              </a:lnSpc>
              <a:defRPr sz="2045">
                <a:solidFill>
                  <a:schemeClr val="accent4"/>
                </a:solidFill>
                <a:latin typeface="微软雅黑" panose="020B0503020204020204" pitchFamily="34" charset="-122"/>
                <a:ea typeface="微软雅黑" panose="020B0503020204020204" pitchFamily="34" charset="-122"/>
              </a:defRPr>
            </a:lvl1pPr>
          </a:lstStyle>
          <a:p>
            <a:r>
              <a:rPr lang="zh-CN" altLang="en-US" dirty="0"/>
              <a:t>幻灯片标题</a:t>
            </a:r>
            <a:endParaRPr lang="en-US"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5_Blank">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544833" y="250224"/>
            <a:ext cx="10185601" cy="518400"/>
          </a:xfrm>
        </p:spPr>
        <p:txBody>
          <a:bodyPr/>
          <a:lstStyle>
            <a:lvl1pPr>
              <a:defRPr sz="1400">
                <a:latin typeface="微软雅黑" panose="020B0503020204020204" pitchFamily="34" charset="-122"/>
                <a:ea typeface="微软雅黑" panose="020B0503020204020204" pitchFamily="34" charset="-122"/>
              </a:defRPr>
            </a:lvl1pPr>
          </a:lstStyle>
          <a:p>
            <a:r>
              <a:rPr lang="zh-CN" altLang="en-US"/>
              <a:t>单击此处编辑母版标题样式</a:t>
            </a:r>
            <a:endParaRPr lang="en-GB"/>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pic>
        <p:nvPicPr>
          <p:cNvPr id="9" name="Picture 3"/>
          <p:cNvPicPr>
            <a:picLocks noChangeAspect="1"/>
          </p:cNvPicPr>
          <p:nvPr userDrawn="1"/>
        </p:nvPicPr>
        <p:blipFill>
          <a:blip r:embed="rId2"/>
          <a:stretch>
            <a:fillRect/>
          </a:stretch>
        </p:blipFill>
        <p:spPr>
          <a:xfrm>
            <a:off x="1782827" y="-1"/>
            <a:ext cx="10409173" cy="6858000"/>
          </a:xfrm>
          <a:prstGeom prst="rect">
            <a:avLst/>
          </a:prstGeom>
        </p:spPr>
      </p:pic>
      <p:sp>
        <p:nvSpPr>
          <p:cNvPr id="12" name="Title 1"/>
          <p:cNvSpPr>
            <a:spLocks noGrp="1"/>
          </p:cNvSpPr>
          <p:nvPr>
            <p:ph type="ctrTitle"/>
          </p:nvPr>
        </p:nvSpPr>
        <p:spPr>
          <a:xfrm>
            <a:off x="479187" y="849059"/>
            <a:ext cx="3138509" cy="1470025"/>
          </a:xfrm>
          <a:prstGeom prst="rect">
            <a:avLst/>
          </a:prstGeom>
        </p:spPr>
        <p:txBody>
          <a:bodyPr anchor="t" anchorCtr="0"/>
          <a:lstStyle>
            <a:lvl1pPr>
              <a:defRPr sz="2400" b="1">
                <a:solidFill>
                  <a:schemeClr val="bg1"/>
                </a:solidFill>
                <a:latin typeface="+mj-lt"/>
              </a:defRPr>
            </a:lvl1pPr>
          </a:lstStyle>
          <a:p>
            <a:r>
              <a:rPr lang="en-US"/>
              <a:t>Click to edit Master title style</a:t>
            </a:r>
            <a:endParaRPr lang="en-GB" dirty="0"/>
          </a:p>
        </p:txBody>
      </p:sp>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16" name="Rectangle 15"/>
          <p:cNvSpPr/>
          <p:nvPr userDrawn="1"/>
        </p:nvSpPr>
        <p:spPr>
          <a:xfrm>
            <a:off x="0" y="1"/>
            <a:ext cx="8694296"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sp>
        <p:nvSpPr>
          <p:cNvPr id="21" name="Freeform 19"/>
          <p:cNvSpPr>
            <a:spLocks noEditPoints="1"/>
          </p:cNvSpPr>
          <p:nvPr userDrawn="1"/>
        </p:nvSpPr>
        <p:spPr bwMode="auto">
          <a:xfrm>
            <a:off x="381000" y="496147"/>
            <a:ext cx="762000" cy="304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7"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000" smtClean="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000" dirty="0">
              <a:solidFill>
                <a:schemeClr val="bg1"/>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userDrawn="1">
  <p:cSld name="FINAL SLIDE">
    <p:bg>
      <p:bgPr>
        <a:solidFill>
          <a:schemeClr val="accent1"/>
        </a:solidFill>
        <a:effectLst/>
      </p:bgPr>
    </p:bg>
    <p:spTree>
      <p:nvGrpSpPr>
        <p:cNvPr id="1" name=""/>
        <p:cNvGrpSpPr/>
        <p:nvPr/>
      </p:nvGrpSpPr>
      <p:grpSpPr>
        <a:xfrm>
          <a:off x="0" y="0"/>
          <a:ext cx="0" cy="0"/>
          <a:chOff x="0" y="0"/>
          <a:chExt cx="0" cy="0"/>
        </a:xfrm>
      </p:grpSpPr>
      <p:sp>
        <p:nvSpPr>
          <p:cNvPr id="16" name="Text Placeholder 2"/>
          <p:cNvSpPr>
            <a:spLocks noGrp="1"/>
          </p:cNvSpPr>
          <p:nvPr>
            <p:ph type="body" sz="quarter" idx="11"/>
          </p:nvPr>
        </p:nvSpPr>
        <p:spPr>
          <a:xfrm>
            <a:off x="2112000" y="51133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18" name="Text Placeholder 2"/>
          <p:cNvSpPr>
            <a:spLocks noGrp="1"/>
          </p:cNvSpPr>
          <p:nvPr>
            <p:ph type="body" sz="quarter" idx="12"/>
          </p:nvPr>
        </p:nvSpPr>
        <p:spPr>
          <a:xfrm>
            <a:off x="2112000" y="5902325"/>
            <a:ext cx="9077569" cy="119064"/>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9" name="Text Placeholder 2"/>
          <p:cNvSpPr>
            <a:spLocks noGrp="1"/>
          </p:cNvSpPr>
          <p:nvPr>
            <p:ph type="body" sz="quarter" idx="13"/>
          </p:nvPr>
        </p:nvSpPr>
        <p:spPr>
          <a:xfrm>
            <a:off x="2112000" y="4313240"/>
            <a:ext cx="9077569" cy="554037"/>
          </a:xfrm>
        </p:spPr>
        <p:txBody>
          <a:bodyPr/>
          <a:lstStyle>
            <a:lvl1pPr>
              <a:buFontTx/>
              <a:buNone/>
              <a:defRPr sz="900" b="0">
                <a:solidFill>
                  <a:schemeClr val="bg1">
                    <a:lumMod val="65000"/>
                  </a:schemeClr>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a:p>
            <a:pPr lvl="1"/>
            <a:r>
              <a:rPr lang="en-US"/>
              <a:t>Second level</a:t>
            </a:r>
            <a:endParaRPr lang="en-US"/>
          </a:p>
        </p:txBody>
      </p:sp>
      <p:sp>
        <p:nvSpPr>
          <p:cNvPr id="20" name="Text Placeholder 2"/>
          <p:cNvSpPr>
            <a:spLocks noGrp="1"/>
          </p:cNvSpPr>
          <p:nvPr>
            <p:ph type="body" sz="quarter" idx="14"/>
          </p:nvPr>
        </p:nvSpPr>
        <p:spPr>
          <a:xfrm>
            <a:off x="211199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21" name="Text Placeholder 2"/>
          <p:cNvSpPr>
            <a:spLocks noGrp="1"/>
          </p:cNvSpPr>
          <p:nvPr>
            <p:ph type="body" sz="quarter" idx="15"/>
          </p:nvPr>
        </p:nvSpPr>
        <p:spPr>
          <a:xfrm>
            <a:off x="5877339" y="3948112"/>
            <a:ext cx="2525538" cy="119064"/>
          </a:xfrm>
        </p:spPr>
        <p:txBody>
          <a:bodyPr/>
          <a:lstStyle>
            <a:lvl1pPr>
              <a:buFontTx/>
              <a:buNone/>
              <a:defRPr sz="1000" b="1">
                <a:solidFill>
                  <a:schemeClr val="tx2"/>
                </a:solidFill>
              </a:defRPr>
            </a:lvl1pPr>
            <a:lvl2pPr>
              <a:buFontTx/>
              <a:buNone/>
              <a:defRPr sz="900" b="0">
                <a:solidFill>
                  <a:schemeClr val="bg1">
                    <a:lumMod val="65000"/>
                  </a:schemeClr>
                </a:solidFill>
              </a:defRPr>
            </a:lvl2pPr>
            <a:lvl3pPr marL="0" indent="0">
              <a:buFontTx/>
              <a:buNone/>
              <a:defRPr sz="900" b="0">
                <a:solidFill>
                  <a:schemeClr val="bg1">
                    <a:lumMod val="65000"/>
                  </a:schemeClr>
                </a:solidFill>
              </a:defRPr>
            </a:lvl3pPr>
            <a:lvl4pPr marL="345440" indent="0">
              <a:buFontTx/>
              <a:buNone/>
              <a:defRPr sz="900" b="0">
                <a:solidFill>
                  <a:schemeClr val="bg1">
                    <a:lumMod val="65000"/>
                  </a:schemeClr>
                </a:solidFill>
              </a:defRPr>
            </a:lvl4pPr>
            <a:lvl5pPr marL="539750" indent="0">
              <a:buFontTx/>
              <a:buNone/>
              <a:defRPr sz="900" b="0">
                <a:solidFill>
                  <a:schemeClr val="bg1">
                    <a:lumMod val="65000"/>
                  </a:schemeClr>
                </a:solidFill>
              </a:defRPr>
            </a:lvl5pPr>
          </a:lstStyle>
          <a:p>
            <a:pPr lvl="0"/>
            <a:r>
              <a:rPr lang="en-US"/>
              <a:t>Click to edit Master text styles</a:t>
            </a:r>
            <a:endParaRPr lang="en-US"/>
          </a:p>
        </p:txBody>
      </p:sp>
      <p:sp>
        <p:nvSpPr>
          <p:cNvPr id="11" name="TextBox 10"/>
          <p:cNvSpPr txBox="1"/>
          <p:nvPr userDrawn="1"/>
        </p:nvSpPr>
        <p:spPr>
          <a:xfrm>
            <a:off x="2381693" y="6680434"/>
            <a:ext cx="7485321" cy="113772"/>
          </a:xfrm>
          <a:prstGeom prst="rect">
            <a:avLst/>
          </a:prstGeom>
          <a:noFill/>
        </p:spPr>
        <p:txBody>
          <a:bodyPr wrap="square" lIns="0" tIns="0" rIns="0" bIns="0" rtlCol="0">
            <a:noAutofit/>
          </a:bodyPr>
          <a:lstStyle/>
          <a:p>
            <a:pPr marL="0" marR="0" lvl="0" indent="0" algn="ctr" defTabSz="410210" rtl="0" eaLnBrk="1" fontAlgn="auto" latinLnBrk="0" hangingPunct="1">
              <a:lnSpc>
                <a:spcPct val="100000"/>
              </a:lnSpc>
              <a:spcBef>
                <a:spcPts val="0"/>
              </a:spcBef>
              <a:spcAft>
                <a:spcPts val="0"/>
              </a:spcAft>
              <a:buClrTx/>
              <a:buSzTx/>
              <a:buFontTx/>
              <a:buNone/>
              <a:defRPr/>
            </a:pPr>
            <a:r>
              <a:rPr kumimoji="0" lang="zh-CN" altLang="en-US"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rPr>
              <a:t>文档分类</a:t>
            </a:r>
            <a:r>
              <a:rPr kumimoji="0" lang="en-US" altLang="zh-CN"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rPr>
              <a:t>: </a:t>
            </a:r>
            <a:r>
              <a:rPr kumimoji="0" lang="zh-CN" altLang="en-US"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rPr>
              <a:t>保密</a:t>
            </a:r>
            <a:endParaRPr kumimoji="0" lang="zh-CN" altLang="en-US" sz="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Univers for KPMG"/>
            </a:endParaRPr>
          </a:p>
        </p:txBody>
      </p:sp>
      <p:sp>
        <p:nvSpPr>
          <p:cNvPr id="12" name="Freeform 19"/>
          <p:cNvSpPr>
            <a:spLocks noEditPoints="1"/>
          </p:cNvSpPr>
          <p:nvPr userDrawn="1"/>
        </p:nvSpPr>
        <p:spPr bwMode="auto">
          <a:xfrm>
            <a:off x="2169322" y="902274"/>
            <a:ext cx="842400" cy="316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000000"/>
              </a:solidFill>
              <a:effectLst/>
              <a:uLnTx/>
              <a:uFillTx/>
              <a:latin typeface="微软雅黑" panose="020B0503020204020204" pitchFamily="34" charset="-122"/>
              <a:ea typeface="+mn-ea"/>
              <a:cs typeface="+mn-cs"/>
            </a:endParaRPr>
          </a:p>
        </p:txBody>
      </p:sp>
      <p:sp>
        <p:nvSpPr>
          <p:cNvPr id="10" name="object 3"/>
          <p:cNvSpPr/>
          <p:nvPr userDrawn="1"/>
        </p:nvSpPr>
        <p:spPr>
          <a:xfrm>
            <a:off x="2" y="0"/>
            <a:ext cx="1911926" cy="6858000"/>
          </a:xfrm>
          <a:custGeom>
            <a:avLst/>
            <a:gdLst/>
            <a:ahLst/>
            <a:cxnLst/>
            <a:rect l="l" t="t" r="r" b="b"/>
            <a:pathLst>
              <a:path w="1742046" h="7772400">
                <a:moveTo>
                  <a:pt x="0" y="7772400"/>
                </a:moveTo>
                <a:lnTo>
                  <a:pt x="1742046" y="7772400"/>
                </a:lnTo>
                <a:lnTo>
                  <a:pt x="1742046" y="0"/>
                </a:lnTo>
                <a:lnTo>
                  <a:pt x="0" y="0"/>
                </a:lnTo>
                <a:lnTo>
                  <a:pt x="0" y="7772400"/>
                </a:lnTo>
                <a:close/>
              </a:path>
            </a:pathLst>
          </a:custGeom>
          <a:solidFill>
            <a:srgbClr val="00338D"/>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sym typeface="微软雅黑" panose="020B0503020204020204" pitchFamily="34" charset="-122"/>
            </a:endParaRPr>
          </a:p>
        </p:txBody>
      </p:sp>
      <p:sp>
        <p:nvSpPr>
          <p:cNvPr id="13"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200" rtl="0" eaLnBrk="1" fontAlgn="auto" latinLnBrk="0" hangingPunct="1">
              <a:lnSpc>
                <a:spcPct val="100000"/>
              </a:lnSpc>
              <a:spcBef>
                <a:spcPts val="0"/>
              </a:spcBef>
              <a:spcAft>
                <a:spcPts val="0"/>
              </a:spcAft>
              <a:buClrTx/>
              <a:buSzTx/>
              <a:buFontTx/>
              <a:buNone/>
              <a:defRPr/>
            </a:pPr>
            <a:fld id="{86CB4B4D-7CA3-9044-876B-883B54F8677D}" type="slidenum">
              <a:rPr kumimoji="0" lang="en-US" sz="1200" b="0" i="0" u="none" strike="noStrike" kern="1200" cap="none" spc="0" normalizeH="0" baseline="0" noProof="0" smtClean="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kumimoji="0" lang="en-US" sz="1200" b="0"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_Blank">
    <p:bg>
      <p:bgPr>
        <a:solidFill>
          <a:schemeClr val="bg1"/>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711200" y="276084"/>
            <a:ext cx="11139055" cy="723600"/>
          </a:xfrm>
        </p:spPr>
        <p:txBody>
          <a:bodyPr/>
          <a:lstStyle>
            <a:lvl1pPr>
              <a:defRPr sz="2400" b="0"/>
            </a:lvl1pPr>
          </a:lstStyle>
          <a:p>
            <a:r>
              <a:rPr lang="en-US" dirty="0"/>
              <a:t>Click to edit Master title style</a:t>
            </a:r>
            <a:endParaRPr lang="en-US"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11" name="标题 11"/>
          <p:cNvSpPr>
            <a:spLocks noGrp="1"/>
          </p:cNvSpPr>
          <p:nvPr>
            <p:ph type="title"/>
          </p:nvPr>
        </p:nvSpPr>
        <p:spPr>
          <a:xfrm>
            <a:off x="334860" y="163789"/>
            <a:ext cx="10528883" cy="591220"/>
          </a:xfrm>
          <a:prstGeom prst="rect">
            <a:avLst/>
          </a:prstGeom>
        </p:spPr>
        <p:txBody>
          <a:bodyPr anchor="ctr"/>
          <a:lstStyle>
            <a:lvl1pPr algn="l">
              <a:defRPr sz="2600" b="1">
                <a:solidFill>
                  <a:schemeClr val="tx1">
                    <a:lumMod val="95000"/>
                    <a:lumOff val="5000"/>
                  </a:schemeClr>
                </a:solidFill>
                <a:latin typeface="+mj-ea"/>
                <a:ea typeface="+mj-ea"/>
              </a:defRPr>
            </a:lvl1pPr>
          </a:lstStyle>
          <a:p>
            <a:r>
              <a:rPr lang="zh-CN" altLang="en-US"/>
              <a:t>单击此处编辑母版标题样式</a:t>
            </a:r>
            <a:endParaRPr lang="zh-CN" altLang="en-US" dirty="0"/>
          </a:p>
        </p:txBody>
      </p:sp>
      <p:sp>
        <p:nvSpPr>
          <p:cNvPr id="12" name="文本框 11"/>
          <p:cNvSpPr txBox="1"/>
          <p:nvPr userDrawn="1"/>
        </p:nvSpPr>
        <p:spPr>
          <a:xfrm>
            <a:off x="5055380" y="5142081"/>
            <a:ext cx="2096218" cy="456445"/>
          </a:xfrm>
          <a:prstGeom prst="rect">
            <a:avLst/>
          </a:prstGeom>
          <a:noFill/>
        </p:spPr>
        <p:txBody>
          <a:bodyPr wrap="square" rtlCol="0" anchor="ctr">
            <a:noAutofit/>
          </a:bodyPr>
          <a:lstStyle/>
          <a:p>
            <a:pPr marR="0" algn="ctr" defTabSz="914400" rtl="0" eaLnBrk="0" fontAlgn="base" latinLnBrk="0" hangingPunct="0">
              <a:lnSpc>
                <a:spcPct val="100000"/>
              </a:lnSpc>
              <a:spcBef>
                <a:spcPct val="20000"/>
              </a:spcBef>
              <a:buClrTx/>
              <a:buSzTx/>
              <a:buFontTx/>
            </a:pPr>
            <a:endParaRPr kumimoji="1" lang="zh-CN" altLang="en-US" sz="1400" b="0" i="0" baseline="0" dirty="0">
              <a:solidFill>
                <a:srgbClr val="1F56C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endParaRPr>
          </a:p>
        </p:txBody>
      </p:sp>
      <p:cxnSp>
        <p:nvCxnSpPr>
          <p:cNvPr id="16" name="直接连接符 15"/>
          <p:cNvCxnSpPr/>
          <p:nvPr userDrawn="1"/>
        </p:nvCxnSpPr>
        <p:spPr>
          <a:xfrm flipV="1">
            <a:off x="702310" y="755009"/>
            <a:ext cx="10787380" cy="6"/>
          </a:xfrm>
          <a:prstGeom prst="line">
            <a:avLst/>
          </a:prstGeom>
          <a:ln w="28575">
            <a:solidFill>
              <a:srgbClr val="0070C0"/>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3" name="灯片编号占位符 1"/>
          <p:cNvSpPr txBox="1"/>
          <p:nvPr userDrawn="1"/>
        </p:nvSpPr>
        <p:spPr>
          <a:xfrm>
            <a:off x="11693525" y="6473825"/>
            <a:ext cx="497840" cy="337185"/>
          </a:xfrm>
          <a:prstGeom prst="rect">
            <a:avLst/>
          </a:prstGeom>
        </p:spPr>
        <p:txBody>
          <a:bodyPr/>
          <a:lst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a:lstStyle>
          <a:p>
            <a:pPr fontAlgn="base">
              <a:spcBef>
                <a:spcPct val="0"/>
              </a:spcBef>
              <a:spcAft>
                <a:spcPct val="0"/>
              </a:spcAft>
            </a:pPr>
            <a:fld id="{D5DDBE9D-0EAE-4BF9-9976-992BCF72F40A}" type="slidenum">
              <a:rPr lang="zh-CN" altLang="en-US" sz="1200" smtClean="0">
                <a:solidFill>
                  <a:schemeClr val="bg1">
                    <a:lumMod val="50000"/>
                  </a:schemeClr>
                </a:solidFill>
              </a:rPr>
            </a:fld>
            <a:endParaRPr lang="zh-CN" altLang="en-US" sz="1200" dirty="0">
              <a:solidFill>
                <a:schemeClr val="bg1">
                  <a:lumMod val="50000"/>
                </a:schemeClr>
              </a:solidFil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A07DE53-1930-4828-9B05-F9CDDDDF19DF}" type="datetime1">
              <a:rPr lang="zh-CN" altLang="en-US" smtClean="0"/>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E474021-A638-4764-8D32-75363FE05FE2}" type="slidenum">
              <a:rPr lang="zh-CN" altLang="en-US" smtClean="0"/>
            </a:fld>
            <a:endParaRPr lang="zh-CN" altLang="en-US"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userDrawn="1">
  <p:cSld name="1_TITLE SLIDE 5 - Singular image">
    <p:spTree>
      <p:nvGrpSpPr>
        <p:cNvPr id="1" name=""/>
        <p:cNvGrpSpPr/>
        <p:nvPr/>
      </p:nvGrpSpPr>
      <p:grpSpPr>
        <a:xfrm>
          <a:off x="0" y="0"/>
          <a:ext cx="0" cy="0"/>
          <a:chOff x="0" y="0"/>
          <a:chExt cx="0" cy="0"/>
        </a:xfrm>
      </p:grpSpPr>
      <p:sp>
        <p:nvSpPr>
          <p:cNvPr id="13" name="Subtitle 2"/>
          <p:cNvSpPr>
            <a:spLocks noGrp="1"/>
          </p:cNvSpPr>
          <p:nvPr>
            <p:ph type="subTitle" idx="1"/>
          </p:nvPr>
        </p:nvSpPr>
        <p:spPr>
          <a:xfrm>
            <a:off x="478802" y="2700056"/>
            <a:ext cx="2776748" cy="634976"/>
          </a:xfrm>
          <a:prstGeom prst="rect">
            <a:avLst/>
          </a:prstGeom>
        </p:spPr>
        <p:txBody>
          <a:bodyPr lIns="78226" tIns="39114" rIns="78226" bIns="39114">
            <a:normAutofit/>
          </a:bodyPr>
          <a:lstStyle>
            <a:lvl1pPr marL="0" indent="0" algn="l">
              <a:buNone/>
              <a:defRPr sz="1290">
                <a:solidFill>
                  <a:schemeClr val="bg1"/>
                </a:solidFill>
                <a:latin typeface="+mj-lt"/>
                <a:ea typeface="华文楷体" panose="02010600040101010101" pitchFamily="2" charset="-122"/>
              </a:defRPr>
            </a:lvl1pPr>
            <a:lvl2pPr marL="421640" indent="0" algn="ctr">
              <a:buNone/>
              <a:defRPr>
                <a:solidFill>
                  <a:schemeClr val="tx1">
                    <a:tint val="75000"/>
                  </a:schemeClr>
                </a:solidFill>
              </a:defRPr>
            </a:lvl2pPr>
            <a:lvl3pPr marL="843280" indent="0" algn="ctr">
              <a:buNone/>
              <a:defRPr>
                <a:solidFill>
                  <a:schemeClr val="tx1">
                    <a:tint val="75000"/>
                  </a:schemeClr>
                </a:solidFill>
              </a:defRPr>
            </a:lvl3pPr>
            <a:lvl4pPr marL="1264920" indent="0" algn="ctr">
              <a:buNone/>
              <a:defRPr>
                <a:solidFill>
                  <a:schemeClr val="tx1">
                    <a:tint val="75000"/>
                  </a:schemeClr>
                </a:solidFill>
              </a:defRPr>
            </a:lvl4pPr>
            <a:lvl5pPr marL="1686560" indent="0" algn="ctr">
              <a:buNone/>
              <a:defRPr>
                <a:solidFill>
                  <a:schemeClr val="tx1">
                    <a:tint val="75000"/>
                  </a:schemeClr>
                </a:solidFill>
              </a:defRPr>
            </a:lvl5pPr>
            <a:lvl6pPr marL="2108200" indent="0" algn="ctr">
              <a:buNone/>
              <a:defRPr>
                <a:solidFill>
                  <a:schemeClr val="tx1">
                    <a:tint val="75000"/>
                  </a:schemeClr>
                </a:solidFill>
              </a:defRPr>
            </a:lvl6pPr>
            <a:lvl7pPr marL="2529840" indent="0" algn="ctr">
              <a:buNone/>
              <a:defRPr>
                <a:solidFill>
                  <a:schemeClr val="tx1">
                    <a:tint val="75000"/>
                  </a:schemeClr>
                </a:solidFill>
              </a:defRPr>
            </a:lvl7pPr>
            <a:lvl8pPr marL="2951480" indent="0" algn="ctr">
              <a:buNone/>
              <a:defRPr>
                <a:solidFill>
                  <a:schemeClr val="tx1">
                    <a:tint val="75000"/>
                  </a:schemeClr>
                </a:solidFill>
              </a:defRPr>
            </a:lvl8pPr>
            <a:lvl9pPr marL="3373120" indent="0" algn="ctr">
              <a:buNone/>
              <a:defRPr>
                <a:solidFill>
                  <a:schemeClr val="tx1">
                    <a:tint val="75000"/>
                  </a:schemeClr>
                </a:solidFill>
              </a:defRPr>
            </a:lvl9pPr>
          </a:lstStyle>
          <a:p>
            <a:r>
              <a:rPr lang="en-US"/>
              <a:t>Click to edit Master subtitle style</a:t>
            </a:r>
            <a:endParaRPr lang="en-GB"/>
          </a:p>
        </p:txBody>
      </p:sp>
      <p:sp>
        <p:nvSpPr>
          <p:cNvPr id="16" name="Rectangle 15"/>
          <p:cNvSpPr/>
          <p:nvPr userDrawn="1"/>
        </p:nvSpPr>
        <p:spPr>
          <a:xfrm>
            <a:off x="0" y="1"/>
            <a:ext cx="8694296" cy="6857999"/>
          </a:xfrm>
          <a:prstGeom prst="rect">
            <a:avLst/>
          </a:prstGeom>
          <a:gradFill>
            <a:gsLst>
              <a:gs pos="100000">
                <a:schemeClr val="accent1">
                  <a:lumMod val="0"/>
                  <a:lumOff val="100000"/>
                  <a:alpha val="0"/>
                </a:schemeClr>
              </a:gs>
              <a:gs pos="43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endParaRPr lang="en-US" sz="1500" dirty="0">
              <a:solidFill>
                <a:prstClr val="white"/>
              </a:solidFill>
            </a:endParaRPr>
          </a:p>
        </p:txBody>
      </p:sp>
      <p:pic>
        <p:nvPicPr>
          <p:cNvPr id="7" name="图片 20"/>
          <p:cNvPicPr>
            <a:picLocks noChangeAspect="1"/>
          </p:cNvPicPr>
          <p:nvPr userDrawn="1"/>
        </p:nvPicPr>
        <p:blipFill rotWithShape="1">
          <a:blip r:embed="rId2" cstate="print">
            <a:extLst>
              <a:ext uri="{28A0092B-C50C-407E-A947-70E740481C1C}">
                <a14:useLocalDpi xmlns:a14="http://schemas.microsoft.com/office/drawing/2010/main" val="0"/>
              </a:ext>
            </a:extLst>
          </a:blip>
          <a:srcRect l="13877" t="1439" r="19746" b="27477"/>
          <a:stretch>
            <a:fillRect/>
          </a:stretch>
        </p:blipFill>
        <p:spPr>
          <a:xfrm>
            <a:off x="2724150" y="-1"/>
            <a:ext cx="9467850" cy="6857999"/>
          </a:xfrm>
          <a:custGeom>
            <a:avLst/>
            <a:gdLst>
              <a:gd name="connsiteX0" fmla="*/ 0 w 3685065"/>
              <a:gd name="connsiteY0" fmla="*/ 0 h 5264375"/>
              <a:gd name="connsiteX1" fmla="*/ 3685065 w 3685065"/>
              <a:gd name="connsiteY1" fmla="*/ 0 h 5264375"/>
              <a:gd name="connsiteX2" fmla="*/ 3685065 w 3685065"/>
              <a:gd name="connsiteY2" fmla="*/ 5264375 h 5264375"/>
              <a:gd name="connsiteX3" fmla="*/ 0 w 3685065"/>
              <a:gd name="connsiteY3" fmla="*/ 5264375 h 5264375"/>
            </a:gdLst>
            <a:ahLst/>
            <a:cxnLst>
              <a:cxn ang="0">
                <a:pos x="connsiteX0" y="connsiteY0"/>
              </a:cxn>
              <a:cxn ang="0">
                <a:pos x="connsiteX1" y="connsiteY1"/>
              </a:cxn>
              <a:cxn ang="0">
                <a:pos x="connsiteX2" y="connsiteY2"/>
              </a:cxn>
              <a:cxn ang="0">
                <a:pos x="connsiteX3" y="connsiteY3"/>
              </a:cxn>
            </a:cxnLst>
            <a:rect l="l" t="t" r="r" b="b"/>
            <a:pathLst>
              <a:path w="3685065" h="5264375">
                <a:moveTo>
                  <a:pt x="0" y="0"/>
                </a:moveTo>
                <a:lnTo>
                  <a:pt x="3685065" y="0"/>
                </a:lnTo>
                <a:lnTo>
                  <a:pt x="3685065" y="5264375"/>
                </a:lnTo>
                <a:lnTo>
                  <a:pt x="0" y="5264375"/>
                </a:lnTo>
                <a:close/>
              </a:path>
            </a:pathLst>
          </a:custGeom>
        </p:spPr>
      </p:pic>
      <p:sp>
        <p:nvSpPr>
          <p:cNvPr id="9" name="矩形 4"/>
          <p:cNvSpPr/>
          <p:nvPr userDrawn="1"/>
        </p:nvSpPr>
        <p:spPr>
          <a:xfrm>
            <a:off x="-1" y="0"/>
            <a:ext cx="7205133" cy="6858000"/>
          </a:xfrm>
          <a:prstGeom prst="rect">
            <a:avLst/>
          </a:prstGeom>
          <a:gradFill flip="none" rotWithShape="1">
            <a:gsLst>
              <a:gs pos="0">
                <a:schemeClr val="bg1"/>
              </a:gs>
              <a:gs pos="91000">
                <a:srgbClr val="FFFFFF">
                  <a:alpha val="40000"/>
                </a:srgbClr>
              </a:gs>
              <a:gs pos="82000">
                <a:srgbClr val="FFFFFF">
                  <a:alpha val="70000"/>
                </a:srgbClr>
              </a:gs>
              <a:gs pos="68000">
                <a:schemeClr val="bg1"/>
              </a:gs>
              <a:gs pos="100000">
                <a:schemeClr val="bg1">
                  <a:alpha val="1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9_Title Slide">
    <p:spTree>
      <p:nvGrpSpPr>
        <p:cNvPr id="1" name=""/>
        <p:cNvGrpSpPr/>
        <p:nvPr/>
      </p:nvGrpSpPr>
      <p:grpSpPr>
        <a:xfrm>
          <a:off x="0" y="0"/>
          <a:ext cx="0" cy="0"/>
          <a:chOff x="0" y="0"/>
          <a:chExt cx="0" cy="0"/>
        </a:xfrm>
      </p:grpSpPr>
      <p:grpSp>
        <p:nvGrpSpPr>
          <p:cNvPr id="8" name="Group 7"/>
          <p:cNvGrpSpPr/>
          <p:nvPr userDrawn="1"/>
        </p:nvGrpSpPr>
        <p:grpSpPr>
          <a:xfrm>
            <a:off x="0" y="0"/>
            <a:ext cx="12196613" cy="6858709"/>
            <a:chOff x="0" y="0"/>
            <a:chExt cx="10907713" cy="7782059"/>
          </a:xfrm>
        </p:grpSpPr>
        <p:pic>
          <p:nvPicPr>
            <p:cNvPr id="11" name="Picture 10"/>
            <p:cNvPicPr>
              <a:picLocks noChangeAspect="1"/>
            </p:cNvPicPr>
            <p:nvPr/>
          </p:nvPicPr>
          <p:blipFill rotWithShape="1">
            <a:blip r:embed="rId2" cstate="email"/>
            <a:srcRect t="-10032"/>
            <a:stretch>
              <a:fillRect/>
            </a:stretch>
          </p:blipFill>
          <p:spPr>
            <a:xfrm>
              <a:off x="0" y="151357"/>
              <a:ext cx="10907713" cy="6916121"/>
            </a:xfrm>
            <a:prstGeom prst="rect">
              <a:avLst/>
            </a:prstGeom>
          </p:spPr>
        </p:pic>
        <p:pic>
          <p:nvPicPr>
            <p:cNvPr id="12" name="Picture 11"/>
            <p:cNvPicPr>
              <a:picLocks noChangeAspect="1"/>
            </p:cNvPicPr>
            <p:nvPr/>
          </p:nvPicPr>
          <p:blipFill rotWithShape="1">
            <a:blip r:embed="rId3" cstate="email"/>
            <a:srcRect/>
            <a:stretch>
              <a:fillRect/>
            </a:stretch>
          </p:blipFill>
          <p:spPr>
            <a:xfrm>
              <a:off x="0" y="0"/>
              <a:ext cx="10907713" cy="886397"/>
            </a:xfrm>
            <a:prstGeom prst="rect">
              <a:avLst/>
            </a:prstGeom>
          </p:spPr>
        </p:pic>
        <p:pic>
          <p:nvPicPr>
            <p:cNvPr id="14" name="Picture 13"/>
            <p:cNvPicPr>
              <a:picLocks noChangeAspect="1"/>
            </p:cNvPicPr>
            <p:nvPr userDrawn="1"/>
          </p:nvPicPr>
          <p:blipFill rotWithShape="1">
            <a:blip r:embed="rId3" cstate="email"/>
            <a:srcRect/>
            <a:stretch>
              <a:fillRect/>
            </a:stretch>
          </p:blipFill>
          <p:spPr>
            <a:xfrm>
              <a:off x="0" y="6895662"/>
              <a:ext cx="10907713" cy="886397"/>
            </a:xfrm>
            <a:prstGeom prst="rect">
              <a:avLst/>
            </a:prstGeom>
          </p:spPr>
        </p:pic>
      </p:grpSp>
    </p:spTree>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995363" y="1330126"/>
            <a:ext cx="10198237" cy="454679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userDrawn="1">
  <p:cSld name="TITLE SLIDE Right Vertical Window Image_Cobalt Blue">
    <p:bg>
      <p:bgPr>
        <a:solidFill>
          <a:srgbClr val="00338D"/>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998478" y="1456388"/>
            <a:ext cx="5249471" cy="3442681"/>
          </a:xfrm>
          <a:noFill/>
          <a:ln w="3175">
            <a:noFill/>
            <a:prstDash val="lgDash"/>
          </a:ln>
        </p:spPr>
        <p:txBody>
          <a:bodyPr lIns="0" tIns="0" rIns="0" bIns="0" anchor="t" anchorCtr="0">
            <a:noAutofit/>
          </a:bodyPr>
          <a:lstStyle>
            <a:lvl1pPr algn="l">
              <a:lnSpc>
                <a:spcPct val="80000"/>
              </a:lnSpc>
              <a:defRPr sz="6600" baseline="0">
                <a:solidFill>
                  <a:schemeClr val="bg1"/>
                </a:solidFill>
              </a:defRPr>
            </a:lvl1pPr>
          </a:lstStyle>
          <a:p>
            <a:r>
              <a:rPr lang="en-GB" dirty="0"/>
              <a:t>Title slide text only</a:t>
            </a:r>
            <a:endParaRPr lang="en-US" dirty="0"/>
          </a:p>
        </p:txBody>
      </p:sp>
      <p:sp>
        <p:nvSpPr>
          <p:cNvPr id="5" name="Freeform 19"/>
          <p:cNvSpPr>
            <a:spLocks noChangeAspect="1" noEditPoints="1"/>
          </p:cNvSpPr>
          <p:nvPr userDrawn="1"/>
        </p:nvSpPr>
        <p:spPr bwMode="auto">
          <a:xfrm>
            <a:off x="998476" y="614966"/>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000000"/>
              </a:solidFill>
              <a:effectLst/>
              <a:uLnTx/>
              <a:uFillTx/>
              <a:latin typeface="微软雅黑" panose="020B0503020204020204" pitchFamily="34" charset="-122"/>
              <a:ea typeface="+mn-ea"/>
              <a:cs typeface="+mn-cs"/>
            </a:endParaRPr>
          </a:p>
        </p:txBody>
      </p:sp>
      <p:sp>
        <p:nvSpPr>
          <p:cNvPr id="8" name="Freeform 19"/>
          <p:cNvSpPr>
            <a:spLocks noChangeAspect="1" noEditPoints="1"/>
          </p:cNvSpPr>
          <p:nvPr userDrawn="1"/>
        </p:nvSpPr>
        <p:spPr bwMode="auto">
          <a:xfrm>
            <a:off x="998476" y="1357588"/>
            <a:ext cx="911399" cy="371311"/>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bg1">
              <a:alpha val="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dirty="0">
              <a:ln>
                <a:noFill/>
              </a:ln>
              <a:solidFill>
                <a:srgbClr val="000000"/>
              </a:solidFill>
              <a:effectLst/>
              <a:uLnTx/>
              <a:uFillTx/>
              <a:latin typeface="微软雅黑" panose="020B0503020204020204" pitchFamily="34" charset="-122"/>
              <a:ea typeface="+mn-ea"/>
              <a:cs typeface="+mn-cs"/>
            </a:endParaRPr>
          </a:p>
        </p:txBody>
      </p:sp>
      <p:sp>
        <p:nvSpPr>
          <p:cNvPr id="6" name="Text Placeholder 3"/>
          <p:cNvSpPr>
            <a:spLocks noGrp="1"/>
          </p:cNvSpPr>
          <p:nvPr userDrawn="1">
            <p:ph type="body" sz="quarter" idx="11"/>
          </p:nvPr>
        </p:nvSpPr>
        <p:spPr>
          <a:xfrm>
            <a:off x="998478" y="5007009"/>
            <a:ext cx="5249471" cy="810000"/>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a:p>
            <a:pPr lvl="1"/>
            <a:r>
              <a:rPr lang="en-US"/>
              <a:t>Second level</a:t>
            </a:r>
            <a:endParaRPr lang="en-US"/>
          </a:p>
        </p:txBody>
      </p:sp>
      <p:sp>
        <p:nvSpPr>
          <p:cNvPr id="28" name="Picture Placeholder 3"/>
          <p:cNvSpPr>
            <a:spLocks noGrp="1" noChangeAspect="1"/>
          </p:cNvSpPr>
          <p:nvPr>
            <p:ph type="pic" sz="quarter" idx="12"/>
          </p:nvPr>
        </p:nvSpPr>
        <p:spPr>
          <a:xfrm>
            <a:off x="7428967" y="371311"/>
            <a:ext cx="3764557" cy="5445698"/>
          </a:xfrm>
          <a:solidFill>
            <a:schemeClr val="accent2"/>
          </a:solidFill>
        </p:spPr>
        <p:txBody>
          <a:bodyPr vert="horz" lIns="0" tIns="0" rIns="0" bIns="0" rtlCol="0" anchor="ctr" anchorCtr="0">
            <a:noAutofit/>
          </a:bodyPr>
          <a:lstStyle>
            <a:lvl1pPr>
              <a:defRPr lang="en-GB" sz="1000" b="0">
                <a:solidFill>
                  <a:schemeClr val="bg1"/>
                </a:solidFill>
              </a:defRPr>
            </a:lvl1pPr>
          </a:lstStyle>
          <a:p>
            <a:pPr lvl="0" algn="ctr"/>
            <a:r>
              <a:rPr lang="en-US" dirty="0"/>
              <a:t>Click icon to add picture</a:t>
            </a:r>
            <a:endParaRPr lang="en-GB"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userDrawn="1">
  <p:cSld name="Back Cover light gradient">
    <p:bg>
      <p:bgPr>
        <a:gradFill>
          <a:gsLst>
            <a:gs pos="100000">
              <a:srgbClr val="ACEAFF"/>
            </a:gs>
            <a:gs pos="0">
              <a:schemeClr val="accent4"/>
            </a:gs>
          </a:gsLst>
          <a:lin ang="0" scaled="0"/>
        </a:gradFill>
        <a:effectLst/>
      </p:bgPr>
    </p:bg>
    <p:spTree>
      <p:nvGrpSpPr>
        <p:cNvPr id="1" name=""/>
        <p:cNvGrpSpPr/>
        <p:nvPr/>
      </p:nvGrpSpPr>
      <p:grpSpPr>
        <a:xfrm>
          <a:off x="0" y="0"/>
          <a:ext cx="0" cy="0"/>
          <a:chOff x="0" y="0"/>
          <a:chExt cx="0" cy="0"/>
        </a:xfrm>
      </p:grpSpPr>
      <p:sp>
        <p:nvSpPr>
          <p:cNvPr id="53" name="Text Placeholder 2"/>
          <p:cNvSpPr>
            <a:spLocks noGrp="1"/>
          </p:cNvSpPr>
          <p:nvPr>
            <p:ph type="body" sz="quarter" idx="10"/>
          </p:nvPr>
        </p:nvSpPr>
        <p:spPr>
          <a:xfrm>
            <a:off x="989012" y="3702050"/>
            <a:ext cx="6660000" cy="1843088"/>
          </a:xfrm>
        </p:spPr>
        <p:txBody>
          <a:bodyPr anchor="b"/>
          <a:lstStyle>
            <a:lvl1pPr>
              <a:spcAft>
                <a:spcPts val="1000"/>
              </a:spcAft>
              <a:defRPr sz="900" b="0">
                <a:solidFill>
                  <a:schemeClr val="accent2"/>
                </a:solidFill>
              </a:defRPr>
            </a:lvl1pPr>
            <a:lvl2pPr>
              <a:spcAft>
                <a:spcPts val="1000"/>
              </a:spcAft>
              <a:defRPr sz="900" b="0">
                <a:solidFill>
                  <a:schemeClr val="accent2"/>
                </a:solidFill>
              </a:defRPr>
            </a:lvl2pPr>
          </a:lstStyle>
          <a:p>
            <a:pPr lvl="0"/>
            <a:r>
              <a:rPr lang="zh-CN" altLang="en-US" dirty="0"/>
              <a:t>单击此处编辑母版文本样式</a:t>
            </a:r>
            <a:endParaRPr lang="zh-CN" altLang="en-US" dirty="0"/>
          </a:p>
          <a:p>
            <a:pPr lvl="1"/>
            <a:r>
              <a:rPr lang="zh-CN" altLang="en-US" dirty="0"/>
              <a:t>二级</a:t>
            </a:r>
            <a:endParaRPr lang="zh-CN" altLang="en-US" dirty="0"/>
          </a:p>
        </p:txBody>
      </p:sp>
      <p:grpSp>
        <p:nvGrpSpPr>
          <p:cNvPr id="50" name="Group 49"/>
          <p:cNvGrpSpPr/>
          <p:nvPr userDrawn="1"/>
        </p:nvGrpSpPr>
        <p:grpSpPr>
          <a:xfrm>
            <a:off x="989012" y="2833963"/>
            <a:ext cx="2531496" cy="402492"/>
            <a:chOff x="3127375" y="2960688"/>
            <a:chExt cx="5930900" cy="942975"/>
          </a:xfrm>
        </p:grpSpPr>
        <p:grpSp>
          <p:nvGrpSpPr>
            <p:cNvPr id="51" name="Group 50"/>
            <p:cNvGrpSpPr/>
            <p:nvPr/>
          </p:nvGrpSpPr>
          <p:grpSpPr>
            <a:xfrm>
              <a:off x="8115300" y="2960688"/>
              <a:ext cx="942975" cy="942975"/>
              <a:chOff x="8115300" y="2960688"/>
              <a:chExt cx="942975" cy="942975"/>
            </a:xfrm>
          </p:grpSpPr>
          <p:pic>
            <p:nvPicPr>
              <p:cNvPr id="72" name="Picture 5"/>
              <p:cNvPicPr>
                <a:picLocks noChangeAspect="1" noChangeArrowheads="1"/>
              </p:cNvPicPr>
              <p:nvPr/>
            </p:nvPicPr>
            <p:blipFill>
              <a:blip r:embed="rId2" cstate="screen">
                <a:clrChange>
                  <a:clrFrom>
                    <a:srgbClr val="FFFFFF"/>
                  </a:clrFrom>
                  <a:clrTo>
                    <a:srgbClr val="FFFFFF">
                      <a:alpha val="0"/>
                    </a:srgbClr>
                  </a:clrTo>
                </a:clrChange>
              </a:blip>
              <a:srcRect/>
              <a:stretch>
                <a:fillRect/>
              </a:stretch>
            </p:blipFill>
            <p:spPr bwMode="auto">
              <a:xfrm>
                <a:off x="8115300" y="2960688"/>
                <a:ext cx="942975" cy="94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 name="Freeform 40"/>
              <p:cNvSpPr>
                <a:spLocks noEditPoints="1"/>
              </p:cNvSpPr>
              <p:nvPr/>
            </p:nvSpPr>
            <p:spPr bwMode="auto">
              <a:xfrm>
                <a:off x="8289925" y="3201988"/>
                <a:ext cx="593725" cy="450850"/>
              </a:xfrm>
              <a:custGeom>
                <a:avLst/>
                <a:gdLst>
                  <a:gd name="T0" fmla="*/ 318 w 374"/>
                  <a:gd name="T1" fmla="*/ 0 h 284"/>
                  <a:gd name="T2" fmla="*/ 56 w 374"/>
                  <a:gd name="T3" fmla="*/ 0 h 284"/>
                  <a:gd name="T4" fmla="*/ 56 w 374"/>
                  <a:gd name="T5" fmla="*/ 0 h 284"/>
                  <a:gd name="T6" fmla="*/ 44 w 374"/>
                  <a:gd name="T7" fmla="*/ 2 h 284"/>
                  <a:gd name="T8" fmla="*/ 34 w 374"/>
                  <a:gd name="T9" fmla="*/ 4 h 284"/>
                  <a:gd name="T10" fmla="*/ 24 w 374"/>
                  <a:gd name="T11" fmla="*/ 10 h 284"/>
                  <a:gd name="T12" fmla="*/ 16 w 374"/>
                  <a:gd name="T13" fmla="*/ 16 h 284"/>
                  <a:gd name="T14" fmla="*/ 8 w 374"/>
                  <a:gd name="T15" fmla="*/ 24 h 284"/>
                  <a:gd name="T16" fmla="*/ 4 w 374"/>
                  <a:gd name="T17" fmla="*/ 34 h 284"/>
                  <a:gd name="T18" fmla="*/ 0 w 374"/>
                  <a:gd name="T19" fmla="*/ 44 h 284"/>
                  <a:gd name="T20" fmla="*/ 0 w 374"/>
                  <a:gd name="T21" fmla="*/ 56 h 284"/>
                  <a:gd name="T22" fmla="*/ 0 w 374"/>
                  <a:gd name="T23" fmla="*/ 228 h 284"/>
                  <a:gd name="T24" fmla="*/ 0 w 374"/>
                  <a:gd name="T25" fmla="*/ 228 h 284"/>
                  <a:gd name="T26" fmla="*/ 0 w 374"/>
                  <a:gd name="T27" fmla="*/ 240 h 284"/>
                  <a:gd name="T28" fmla="*/ 4 w 374"/>
                  <a:gd name="T29" fmla="*/ 250 h 284"/>
                  <a:gd name="T30" fmla="*/ 8 w 374"/>
                  <a:gd name="T31" fmla="*/ 260 h 284"/>
                  <a:gd name="T32" fmla="*/ 16 w 374"/>
                  <a:gd name="T33" fmla="*/ 268 h 284"/>
                  <a:gd name="T34" fmla="*/ 24 w 374"/>
                  <a:gd name="T35" fmla="*/ 274 h 284"/>
                  <a:gd name="T36" fmla="*/ 34 w 374"/>
                  <a:gd name="T37" fmla="*/ 280 h 284"/>
                  <a:gd name="T38" fmla="*/ 44 w 374"/>
                  <a:gd name="T39" fmla="*/ 282 h 284"/>
                  <a:gd name="T40" fmla="*/ 56 w 374"/>
                  <a:gd name="T41" fmla="*/ 284 h 284"/>
                  <a:gd name="T42" fmla="*/ 318 w 374"/>
                  <a:gd name="T43" fmla="*/ 284 h 284"/>
                  <a:gd name="T44" fmla="*/ 318 w 374"/>
                  <a:gd name="T45" fmla="*/ 284 h 284"/>
                  <a:gd name="T46" fmla="*/ 330 w 374"/>
                  <a:gd name="T47" fmla="*/ 282 h 284"/>
                  <a:gd name="T48" fmla="*/ 340 w 374"/>
                  <a:gd name="T49" fmla="*/ 280 h 284"/>
                  <a:gd name="T50" fmla="*/ 350 w 374"/>
                  <a:gd name="T51" fmla="*/ 274 h 284"/>
                  <a:gd name="T52" fmla="*/ 358 w 374"/>
                  <a:gd name="T53" fmla="*/ 268 h 284"/>
                  <a:gd name="T54" fmla="*/ 364 w 374"/>
                  <a:gd name="T55" fmla="*/ 260 h 284"/>
                  <a:gd name="T56" fmla="*/ 370 w 374"/>
                  <a:gd name="T57" fmla="*/ 250 h 284"/>
                  <a:gd name="T58" fmla="*/ 372 w 374"/>
                  <a:gd name="T59" fmla="*/ 240 h 284"/>
                  <a:gd name="T60" fmla="*/ 374 w 374"/>
                  <a:gd name="T61" fmla="*/ 228 h 284"/>
                  <a:gd name="T62" fmla="*/ 374 w 374"/>
                  <a:gd name="T63" fmla="*/ 56 h 284"/>
                  <a:gd name="T64" fmla="*/ 374 w 374"/>
                  <a:gd name="T65" fmla="*/ 56 h 284"/>
                  <a:gd name="T66" fmla="*/ 372 w 374"/>
                  <a:gd name="T67" fmla="*/ 44 h 284"/>
                  <a:gd name="T68" fmla="*/ 370 w 374"/>
                  <a:gd name="T69" fmla="*/ 34 h 284"/>
                  <a:gd name="T70" fmla="*/ 364 w 374"/>
                  <a:gd name="T71" fmla="*/ 24 h 284"/>
                  <a:gd name="T72" fmla="*/ 358 w 374"/>
                  <a:gd name="T73" fmla="*/ 16 h 284"/>
                  <a:gd name="T74" fmla="*/ 350 w 374"/>
                  <a:gd name="T75" fmla="*/ 10 h 284"/>
                  <a:gd name="T76" fmla="*/ 340 w 374"/>
                  <a:gd name="T77" fmla="*/ 4 h 284"/>
                  <a:gd name="T78" fmla="*/ 330 w 374"/>
                  <a:gd name="T79" fmla="*/ 2 h 284"/>
                  <a:gd name="T80" fmla="*/ 318 w 374"/>
                  <a:gd name="T81" fmla="*/ 0 h 284"/>
                  <a:gd name="T82" fmla="*/ 318 w 374"/>
                  <a:gd name="T83" fmla="*/ 0 h 284"/>
                  <a:gd name="T84" fmla="*/ 132 w 374"/>
                  <a:gd name="T85" fmla="*/ 204 h 284"/>
                  <a:gd name="T86" fmla="*/ 132 w 374"/>
                  <a:gd name="T87" fmla="*/ 80 h 284"/>
                  <a:gd name="T88" fmla="*/ 240 w 374"/>
                  <a:gd name="T89" fmla="*/ 142 h 284"/>
                  <a:gd name="T90" fmla="*/ 132 w 374"/>
                  <a:gd name="T91" fmla="*/ 204 h 284"/>
                  <a:gd name="T92" fmla="*/ 132 w 374"/>
                  <a:gd name="T93" fmla="*/ 204 h 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74" h="284">
                    <a:moveTo>
                      <a:pt x="318" y="0"/>
                    </a:moveTo>
                    <a:lnTo>
                      <a:pt x="56" y="0"/>
                    </a:lnTo>
                    <a:lnTo>
                      <a:pt x="56" y="0"/>
                    </a:lnTo>
                    <a:lnTo>
                      <a:pt x="44" y="2"/>
                    </a:lnTo>
                    <a:lnTo>
                      <a:pt x="34" y="4"/>
                    </a:lnTo>
                    <a:lnTo>
                      <a:pt x="24" y="10"/>
                    </a:lnTo>
                    <a:lnTo>
                      <a:pt x="16" y="16"/>
                    </a:lnTo>
                    <a:lnTo>
                      <a:pt x="8" y="24"/>
                    </a:lnTo>
                    <a:lnTo>
                      <a:pt x="4" y="34"/>
                    </a:lnTo>
                    <a:lnTo>
                      <a:pt x="0" y="44"/>
                    </a:lnTo>
                    <a:lnTo>
                      <a:pt x="0" y="56"/>
                    </a:lnTo>
                    <a:lnTo>
                      <a:pt x="0" y="228"/>
                    </a:lnTo>
                    <a:lnTo>
                      <a:pt x="0" y="228"/>
                    </a:lnTo>
                    <a:lnTo>
                      <a:pt x="0" y="240"/>
                    </a:lnTo>
                    <a:lnTo>
                      <a:pt x="4" y="250"/>
                    </a:lnTo>
                    <a:lnTo>
                      <a:pt x="8" y="260"/>
                    </a:lnTo>
                    <a:lnTo>
                      <a:pt x="16" y="268"/>
                    </a:lnTo>
                    <a:lnTo>
                      <a:pt x="24" y="274"/>
                    </a:lnTo>
                    <a:lnTo>
                      <a:pt x="34" y="280"/>
                    </a:lnTo>
                    <a:lnTo>
                      <a:pt x="44" y="282"/>
                    </a:lnTo>
                    <a:lnTo>
                      <a:pt x="56" y="284"/>
                    </a:lnTo>
                    <a:lnTo>
                      <a:pt x="318" y="284"/>
                    </a:lnTo>
                    <a:lnTo>
                      <a:pt x="318" y="284"/>
                    </a:lnTo>
                    <a:lnTo>
                      <a:pt x="330" y="282"/>
                    </a:lnTo>
                    <a:lnTo>
                      <a:pt x="340" y="280"/>
                    </a:lnTo>
                    <a:lnTo>
                      <a:pt x="350" y="274"/>
                    </a:lnTo>
                    <a:lnTo>
                      <a:pt x="358" y="268"/>
                    </a:lnTo>
                    <a:lnTo>
                      <a:pt x="364" y="260"/>
                    </a:lnTo>
                    <a:lnTo>
                      <a:pt x="370" y="250"/>
                    </a:lnTo>
                    <a:lnTo>
                      <a:pt x="372" y="240"/>
                    </a:lnTo>
                    <a:lnTo>
                      <a:pt x="374" y="228"/>
                    </a:lnTo>
                    <a:lnTo>
                      <a:pt x="374" y="56"/>
                    </a:lnTo>
                    <a:lnTo>
                      <a:pt x="374" y="56"/>
                    </a:lnTo>
                    <a:lnTo>
                      <a:pt x="372" y="44"/>
                    </a:lnTo>
                    <a:lnTo>
                      <a:pt x="370" y="34"/>
                    </a:lnTo>
                    <a:lnTo>
                      <a:pt x="364" y="24"/>
                    </a:lnTo>
                    <a:lnTo>
                      <a:pt x="358" y="16"/>
                    </a:lnTo>
                    <a:lnTo>
                      <a:pt x="350" y="10"/>
                    </a:lnTo>
                    <a:lnTo>
                      <a:pt x="340" y="4"/>
                    </a:lnTo>
                    <a:lnTo>
                      <a:pt x="330" y="2"/>
                    </a:lnTo>
                    <a:lnTo>
                      <a:pt x="318" y="0"/>
                    </a:lnTo>
                    <a:lnTo>
                      <a:pt x="318" y="0"/>
                    </a:lnTo>
                    <a:close/>
                    <a:moveTo>
                      <a:pt x="132" y="204"/>
                    </a:moveTo>
                    <a:lnTo>
                      <a:pt x="132" y="80"/>
                    </a:lnTo>
                    <a:lnTo>
                      <a:pt x="240" y="142"/>
                    </a:lnTo>
                    <a:lnTo>
                      <a:pt x="132" y="204"/>
                    </a:lnTo>
                    <a:lnTo>
                      <a:pt x="132" y="20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2" name="Group 51"/>
            <p:cNvGrpSpPr/>
            <p:nvPr/>
          </p:nvGrpSpPr>
          <p:grpSpPr>
            <a:xfrm>
              <a:off x="7127875" y="2970213"/>
              <a:ext cx="914400" cy="914400"/>
              <a:chOff x="7127875" y="2970213"/>
              <a:chExt cx="914400" cy="914400"/>
            </a:xfrm>
          </p:grpSpPr>
          <p:sp>
            <p:nvSpPr>
              <p:cNvPr id="70" name="Freeform 37"/>
              <p:cNvSpPr/>
              <p:nvPr/>
            </p:nvSpPr>
            <p:spPr bwMode="auto">
              <a:xfrm>
                <a:off x="7127875"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4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4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4" y="20"/>
                    </a:lnTo>
                    <a:lnTo>
                      <a:pt x="2" y="26"/>
                    </a:lnTo>
                    <a:lnTo>
                      <a:pt x="0" y="32"/>
                    </a:lnTo>
                    <a:lnTo>
                      <a:pt x="0" y="544"/>
                    </a:lnTo>
                    <a:lnTo>
                      <a:pt x="0" y="544"/>
                    </a:lnTo>
                    <a:lnTo>
                      <a:pt x="2" y="552"/>
                    </a:lnTo>
                    <a:lnTo>
                      <a:pt x="4" y="558"/>
                    </a:lnTo>
                    <a:lnTo>
                      <a:pt x="10" y="568"/>
                    </a:lnTo>
                    <a:lnTo>
                      <a:pt x="20" y="574"/>
                    </a:lnTo>
                    <a:lnTo>
                      <a:pt x="26" y="576"/>
                    </a:lnTo>
                    <a:lnTo>
                      <a:pt x="32" y="576"/>
                    </a:lnTo>
                    <a:lnTo>
                      <a:pt x="544" y="576"/>
                    </a:lnTo>
                    <a:lnTo>
                      <a:pt x="544" y="576"/>
                    </a:lnTo>
                    <a:close/>
                  </a:path>
                </a:pathLst>
              </a:custGeom>
              <a:solidFill>
                <a:srgbClr val="E5272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71" name="Freeform 38"/>
              <p:cNvSpPr>
                <a:spLocks noEditPoints="1"/>
              </p:cNvSpPr>
              <p:nvPr/>
            </p:nvSpPr>
            <p:spPr bwMode="auto">
              <a:xfrm>
                <a:off x="7248525" y="3141663"/>
                <a:ext cx="679450" cy="552450"/>
              </a:xfrm>
              <a:custGeom>
                <a:avLst/>
                <a:gdLst>
                  <a:gd name="T0" fmla="*/ 298 w 428"/>
                  <a:gd name="T1" fmla="*/ 62 h 348"/>
                  <a:gd name="T2" fmla="*/ 348 w 428"/>
                  <a:gd name="T3" fmla="*/ 70 h 348"/>
                  <a:gd name="T4" fmla="*/ 370 w 428"/>
                  <a:gd name="T5" fmla="*/ 116 h 348"/>
                  <a:gd name="T6" fmla="*/ 354 w 428"/>
                  <a:gd name="T7" fmla="*/ 142 h 348"/>
                  <a:gd name="T8" fmla="*/ 340 w 428"/>
                  <a:gd name="T9" fmla="*/ 128 h 348"/>
                  <a:gd name="T10" fmla="*/ 334 w 428"/>
                  <a:gd name="T11" fmla="*/ 96 h 348"/>
                  <a:gd name="T12" fmla="*/ 306 w 428"/>
                  <a:gd name="T13" fmla="*/ 88 h 348"/>
                  <a:gd name="T14" fmla="*/ 292 w 428"/>
                  <a:gd name="T15" fmla="*/ 78 h 348"/>
                  <a:gd name="T16" fmla="*/ 280 w 428"/>
                  <a:gd name="T17" fmla="*/ 10 h 348"/>
                  <a:gd name="T18" fmla="*/ 332 w 428"/>
                  <a:gd name="T19" fmla="*/ 2 h 348"/>
                  <a:gd name="T20" fmla="*/ 400 w 428"/>
                  <a:gd name="T21" fmla="*/ 38 h 348"/>
                  <a:gd name="T22" fmla="*/ 428 w 428"/>
                  <a:gd name="T23" fmla="*/ 116 h 348"/>
                  <a:gd name="T24" fmla="*/ 416 w 428"/>
                  <a:gd name="T25" fmla="*/ 160 h 348"/>
                  <a:gd name="T26" fmla="*/ 392 w 428"/>
                  <a:gd name="T27" fmla="*/ 152 h 348"/>
                  <a:gd name="T28" fmla="*/ 396 w 428"/>
                  <a:gd name="T29" fmla="*/ 116 h 348"/>
                  <a:gd name="T30" fmla="*/ 374 w 428"/>
                  <a:gd name="T31" fmla="*/ 60 h 348"/>
                  <a:gd name="T32" fmla="*/ 328 w 428"/>
                  <a:gd name="T33" fmla="*/ 34 h 348"/>
                  <a:gd name="T34" fmla="*/ 290 w 428"/>
                  <a:gd name="T35" fmla="*/ 36 h 348"/>
                  <a:gd name="T36" fmla="*/ 166 w 428"/>
                  <a:gd name="T37" fmla="*/ 238 h 348"/>
                  <a:gd name="T38" fmla="*/ 178 w 428"/>
                  <a:gd name="T39" fmla="*/ 244 h 348"/>
                  <a:gd name="T40" fmla="*/ 182 w 428"/>
                  <a:gd name="T41" fmla="*/ 230 h 348"/>
                  <a:gd name="T42" fmla="*/ 168 w 428"/>
                  <a:gd name="T43" fmla="*/ 232 h 348"/>
                  <a:gd name="T44" fmla="*/ 128 w 428"/>
                  <a:gd name="T45" fmla="*/ 278 h 348"/>
                  <a:gd name="T46" fmla="*/ 160 w 428"/>
                  <a:gd name="T47" fmla="*/ 268 h 348"/>
                  <a:gd name="T48" fmla="*/ 160 w 428"/>
                  <a:gd name="T49" fmla="*/ 244 h 348"/>
                  <a:gd name="T50" fmla="*/ 126 w 428"/>
                  <a:gd name="T51" fmla="*/ 244 h 348"/>
                  <a:gd name="T52" fmla="*/ 118 w 428"/>
                  <a:gd name="T53" fmla="*/ 266 h 348"/>
                  <a:gd name="T54" fmla="*/ 100 w 428"/>
                  <a:gd name="T55" fmla="*/ 228 h 348"/>
                  <a:gd name="T56" fmla="*/ 152 w 428"/>
                  <a:gd name="T57" fmla="*/ 190 h 348"/>
                  <a:gd name="T58" fmla="*/ 210 w 428"/>
                  <a:gd name="T59" fmla="*/ 200 h 348"/>
                  <a:gd name="T60" fmla="*/ 230 w 428"/>
                  <a:gd name="T61" fmla="*/ 252 h 348"/>
                  <a:gd name="T62" fmla="*/ 188 w 428"/>
                  <a:gd name="T63" fmla="*/ 300 h 348"/>
                  <a:gd name="T64" fmla="*/ 122 w 428"/>
                  <a:gd name="T65" fmla="*/ 298 h 348"/>
                  <a:gd name="T66" fmla="*/ 44 w 428"/>
                  <a:gd name="T67" fmla="*/ 260 h 348"/>
                  <a:gd name="T68" fmla="*/ 102 w 428"/>
                  <a:gd name="T69" fmla="*/ 314 h 348"/>
                  <a:gd name="T70" fmla="*/ 206 w 428"/>
                  <a:gd name="T71" fmla="*/ 320 h 348"/>
                  <a:gd name="T72" fmla="*/ 298 w 428"/>
                  <a:gd name="T73" fmla="*/ 248 h 348"/>
                  <a:gd name="T74" fmla="*/ 292 w 428"/>
                  <a:gd name="T75" fmla="*/ 202 h 348"/>
                  <a:gd name="T76" fmla="*/ 204 w 428"/>
                  <a:gd name="T77" fmla="*/ 154 h 348"/>
                  <a:gd name="T78" fmla="*/ 114 w 428"/>
                  <a:gd name="T79" fmla="*/ 166 h 348"/>
                  <a:gd name="T80" fmla="*/ 56 w 428"/>
                  <a:gd name="T81" fmla="*/ 208 h 348"/>
                  <a:gd name="T82" fmla="*/ 42 w 428"/>
                  <a:gd name="T83" fmla="*/ 252 h 348"/>
                  <a:gd name="T84" fmla="*/ 24 w 428"/>
                  <a:gd name="T85" fmla="*/ 162 h 348"/>
                  <a:gd name="T86" fmla="*/ 124 w 428"/>
                  <a:gd name="T87" fmla="*/ 68 h 348"/>
                  <a:gd name="T88" fmla="*/ 194 w 428"/>
                  <a:gd name="T89" fmla="*/ 52 h 348"/>
                  <a:gd name="T90" fmla="*/ 214 w 428"/>
                  <a:gd name="T91" fmla="*/ 84 h 348"/>
                  <a:gd name="T92" fmla="*/ 210 w 428"/>
                  <a:gd name="T93" fmla="*/ 116 h 348"/>
                  <a:gd name="T94" fmla="*/ 278 w 428"/>
                  <a:gd name="T95" fmla="*/ 100 h 348"/>
                  <a:gd name="T96" fmla="*/ 318 w 428"/>
                  <a:gd name="T97" fmla="*/ 124 h 348"/>
                  <a:gd name="T98" fmla="*/ 314 w 428"/>
                  <a:gd name="T99" fmla="*/ 164 h 348"/>
                  <a:gd name="T100" fmla="*/ 342 w 428"/>
                  <a:gd name="T101" fmla="*/ 176 h 348"/>
                  <a:gd name="T102" fmla="*/ 374 w 428"/>
                  <a:gd name="T103" fmla="*/ 228 h 348"/>
                  <a:gd name="T104" fmla="*/ 352 w 428"/>
                  <a:gd name="T105" fmla="*/ 280 h 348"/>
                  <a:gd name="T106" fmla="*/ 258 w 428"/>
                  <a:gd name="T107" fmla="*/ 338 h 348"/>
                  <a:gd name="T108" fmla="*/ 156 w 428"/>
                  <a:gd name="T109" fmla="*/ 348 h 348"/>
                  <a:gd name="T110" fmla="*/ 40 w 428"/>
                  <a:gd name="T111" fmla="*/ 308 h 348"/>
                  <a:gd name="T112" fmla="*/ 0 w 428"/>
                  <a:gd name="T113" fmla="*/ 23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28" h="348">
                    <a:moveTo>
                      <a:pt x="292" y="78"/>
                    </a:moveTo>
                    <a:lnTo>
                      <a:pt x="292" y="78"/>
                    </a:lnTo>
                    <a:lnTo>
                      <a:pt x="292" y="74"/>
                    </a:lnTo>
                    <a:lnTo>
                      <a:pt x="292" y="74"/>
                    </a:lnTo>
                    <a:lnTo>
                      <a:pt x="294" y="66"/>
                    </a:lnTo>
                    <a:lnTo>
                      <a:pt x="294" y="66"/>
                    </a:lnTo>
                    <a:lnTo>
                      <a:pt x="298" y="62"/>
                    </a:lnTo>
                    <a:lnTo>
                      <a:pt x="304" y="60"/>
                    </a:lnTo>
                    <a:lnTo>
                      <a:pt x="304" y="60"/>
                    </a:lnTo>
                    <a:lnTo>
                      <a:pt x="316" y="60"/>
                    </a:lnTo>
                    <a:lnTo>
                      <a:pt x="316" y="60"/>
                    </a:lnTo>
                    <a:lnTo>
                      <a:pt x="328" y="60"/>
                    </a:lnTo>
                    <a:lnTo>
                      <a:pt x="338" y="64"/>
                    </a:lnTo>
                    <a:lnTo>
                      <a:pt x="348" y="70"/>
                    </a:lnTo>
                    <a:lnTo>
                      <a:pt x="356" y="78"/>
                    </a:lnTo>
                    <a:lnTo>
                      <a:pt x="356" y="78"/>
                    </a:lnTo>
                    <a:lnTo>
                      <a:pt x="364" y="90"/>
                    </a:lnTo>
                    <a:lnTo>
                      <a:pt x="370" y="104"/>
                    </a:lnTo>
                    <a:lnTo>
                      <a:pt x="370" y="104"/>
                    </a:lnTo>
                    <a:lnTo>
                      <a:pt x="370" y="116"/>
                    </a:lnTo>
                    <a:lnTo>
                      <a:pt x="370" y="116"/>
                    </a:lnTo>
                    <a:lnTo>
                      <a:pt x="370" y="124"/>
                    </a:lnTo>
                    <a:lnTo>
                      <a:pt x="368" y="132"/>
                    </a:lnTo>
                    <a:lnTo>
                      <a:pt x="368" y="132"/>
                    </a:lnTo>
                    <a:lnTo>
                      <a:pt x="364" y="136"/>
                    </a:lnTo>
                    <a:lnTo>
                      <a:pt x="360" y="140"/>
                    </a:lnTo>
                    <a:lnTo>
                      <a:pt x="360" y="140"/>
                    </a:lnTo>
                    <a:lnTo>
                      <a:pt x="354" y="142"/>
                    </a:lnTo>
                    <a:lnTo>
                      <a:pt x="354" y="142"/>
                    </a:lnTo>
                    <a:lnTo>
                      <a:pt x="350" y="140"/>
                    </a:lnTo>
                    <a:lnTo>
                      <a:pt x="350" y="140"/>
                    </a:lnTo>
                    <a:lnTo>
                      <a:pt x="344" y="138"/>
                    </a:lnTo>
                    <a:lnTo>
                      <a:pt x="342" y="134"/>
                    </a:lnTo>
                    <a:lnTo>
                      <a:pt x="342" y="134"/>
                    </a:lnTo>
                    <a:lnTo>
                      <a:pt x="340" y="128"/>
                    </a:lnTo>
                    <a:lnTo>
                      <a:pt x="340" y="128"/>
                    </a:lnTo>
                    <a:lnTo>
                      <a:pt x="340" y="124"/>
                    </a:lnTo>
                    <a:lnTo>
                      <a:pt x="340" y="124"/>
                    </a:lnTo>
                    <a:lnTo>
                      <a:pt x="342" y="114"/>
                    </a:lnTo>
                    <a:lnTo>
                      <a:pt x="342" y="114"/>
                    </a:lnTo>
                    <a:lnTo>
                      <a:pt x="340" y="104"/>
                    </a:lnTo>
                    <a:lnTo>
                      <a:pt x="334" y="96"/>
                    </a:lnTo>
                    <a:lnTo>
                      <a:pt x="334" y="96"/>
                    </a:lnTo>
                    <a:lnTo>
                      <a:pt x="326" y="90"/>
                    </a:lnTo>
                    <a:lnTo>
                      <a:pt x="316" y="88"/>
                    </a:lnTo>
                    <a:lnTo>
                      <a:pt x="316" y="88"/>
                    </a:lnTo>
                    <a:lnTo>
                      <a:pt x="310" y="88"/>
                    </a:lnTo>
                    <a:lnTo>
                      <a:pt x="310" y="88"/>
                    </a:lnTo>
                    <a:lnTo>
                      <a:pt x="306" y="88"/>
                    </a:lnTo>
                    <a:lnTo>
                      <a:pt x="306" y="88"/>
                    </a:lnTo>
                    <a:lnTo>
                      <a:pt x="302" y="88"/>
                    </a:lnTo>
                    <a:lnTo>
                      <a:pt x="298" y="86"/>
                    </a:lnTo>
                    <a:lnTo>
                      <a:pt x="298" y="86"/>
                    </a:lnTo>
                    <a:lnTo>
                      <a:pt x="294" y="82"/>
                    </a:lnTo>
                    <a:lnTo>
                      <a:pt x="292" y="78"/>
                    </a:lnTo>
                    <a:lnTo>
                      <a:pt x="292" y="78"/>
                    </a:lnTo>
                    <a:close/>
                    <a:moveTo>
                      <a:pt x="278" y="22"/>
                    </a:moveTo>
                    <a:lnTo>
                      <a:pt x="278" y="22"/>
                    </a:lnTo>
                    <a:lnTo>
                      <a:pt x="278" y="20"/>
                    </a:lnTo>
                    <a:lnTo>
                      <a:pt x="278" y="20"/>
                    </a:lnTo>
                    <a:lnTo>
                      <a:pt x="278" y="14"/>
                    </a:lnTo>
                    <a:lnTo>
                      <a:pt x="280" y="10"/>
                    </a:lnTo>
                    <a:lnTo>
                      <a:pt x="280" y="10"/>
                    </a:lnTo>
                    <a:lnTo>
                      <a:pt x="286" y="6"/>
                    </a:lnTo>
                    <a:lnTo>
                      <a:pt x="292" y="4"/>
                    </a:lnTo>
                    <a:lnTo>
                      <a:pt x="292" y="4"/>
                    </a:lnTo>
                    <a:lnTo>
                      <a:pt x="302" y="2"/>
                    </a:lnTo>
                    <a:lnTo>
                      <a:pt x="314" y="0"/>
                    </a:lnTo>
                    <a:lnTo>
                      <a:pt x="314" y="0"/>
                    </a:lnTo>
                    <a:lnTo>
                      <a:pt x="332" y="2"/>
                    </a:lnTo>
                    <a:lnTo>
                      <a:pt x="350" y="6"/>
                    </a:lnTo>
                    <a:lnTo>
                      <a:pt x="350" y="6"/>
                    </a:lnTo>
                    <a:lnTo>
                      <a:pt x="364" y="12"/>
                    </a:lnTo>
                    <a:lnTo>
                      <a:pt x="376" y="18"/>
                    </a:lnTo>
                    <a:lnTo>
                      <a:pt x="388" y="28"/>
                    </a:lnTo>
                    <a:lnTo>
                      <a:pt x="400" y="38"/>
                    </a:lnTo>
                    <a:lnTo>
                      <a:pt x="400" y="38"/>
                    </a:lnTo>
                    <a:lnTo>
                      <a:pt x="408" y="50"/>
                    </a:lnTo>
                    <a:lnTo>
                      <a:pt x="416" y="64"/>
                    </a:lnTo>
                    <a:lnTo>
                      <a:pt x="422" y="78"/>
                    </a:lnTo>
                    <a:lnTo>
                      <a:pt x="426" y="92"/>
                    </a:lnTo>
                    <a:lnTo>
                      <a:pt x="426" y="92"/>
                    </a:lnTo>
                    <a:lnTo>
                      <a:pt x="428" y="116"/>
                    </a:lnTo>
                    <a:lnTo>
                      <a:pt x="428" y="116"/>
                    </a:lnTo>
                    <a:lnTo>
                      <a:pt x="428" y="132"/>
                    </a:lnTo>
                    <a:lnTo>
                      <a:pt x="424" y="150"/>
                    </a:lnTo>
                    <a:lnTo>
                      <a:pt x="424" y="150"/>
                    </a:lnTo>
                    <a:lnTo>
                      <a:pt x="424" y="150"/>
                    </a:lnTo>
                    <a:lnTo>
                      <a:pt x="420" y="156"/>
                    </a:lnTo>
                    <a:lnTo>
                      <a:pt x="416" y="160"/>
                    </a:lnTo>
                    <a:lnTo>
                      <a:pt x="416" y="160"/>
                    </a:lnTo>
                    <a:lnTo>
                      <a:pt x="408" y="160"/>
                    </a:lnTo>
                    <a:lnTo>
                      <a:pt x="408" y="160"/>
                    </a:lnTo>
                    <a:lnTo>
                      <a:pt x="402" y="160"/>
                    </a:lnTo>
                    <a:lnTo>
                      <a:pt x="402" y="160"/>
                    </a:lnTo>
                    <a:lnTo>
                      <a:pt x="396" y="158"/>
                    </a:lnTo>
                    <a:lnTo>
                      <a:pt x="392" y="152"/>
                    </a:lnTo>
                    <a:lnTo>
                      <a:pt x="392" y="152"/>
                    </a:lnTo>
                    <a:lnTo>
                      <a:pt x="392" y="144"/>
                    </a:lnTo>
                    <a:lnTo>
                      <a:pt x="392" y="144"/>
                    </a:lnTo>
                    <a:lnTo>
                      <a:pt x="392" y="140"/>
                    </a:lnTo>
                    <a:lnTo>
                      <a:pt x="392" y="140"/>
                    </a:lnTo>
                    <a:lnTo>
                      <a:pt x="392" y="140"/>
                    </a:lnTo>
                    <a:lnTo>
                      <a:pt x="394" y="128"/>
                    </a:lnTo>
                    <a:lnTo>
                      <a:pt x="396" y="116"/>
                    </a:lnTo>
                    <a:lnTo>
                      <a:pt x="396" y="116"/>
                    </a:lnTo>
                    <a:lnTo>
                      <a:pt x="394" y="98"/>
                    </a:lnTo>
                    <a:lnTo>
                      <a:pt x="394" y="98"/>
                    </a:lnTo>
                    <a:lnTo>
                      <a:pt x="392" y="88"/>
                    </a:lnTo>
                    <a:lnTo>
                      <a:pt x="388" y="78"/>
                    </a:lnTo>
                    <a:lnTo>
                      <a:pt x="382" y="68"/>
                    </a:lnTo>
                    <a:lnTo>
                      <a:pt x="374" y="60"/>
                    </a:lnTo>
                    <a:lnTo>
                      <a:pt x="374" y="60"/>
                    </a:lnTo>
                    <a:lnTo>
                      <a:pt x="368" y="52"/>
                    </a:lnTo>
                    <a:lnTo>
                      <a:pt x="358" y="46"/>
                    </a:lnTo>
                    <a:lnTo>
                      <a:pt x="350" y="42"/>
                    </a:lnTo>
                    <a:lnTo>
                      <a:pt x="340" y="38"/>
                    </a:lnTo>
                    <a:lnTo>
                      <a:pt x="340" y="38"/>
                    </a:lnTo>
                    <a:lnTo>
                      <a:pt x="328" y="34"/>
                    </a:lnTo>
                    <a:lnTo>
                      <a:pt x="316" y="34"/>
                    </a:lnTo>
                    <a:lnTo>
                      <a:pt x="316" y="34"/>
                    </a:lnTo>
                    <a:lnTo>
                      <a:pt x="298" y="36"/>
                    </a:lnTo>
                    <a:lnTo>
                      <a:pt x="298" y="36"/>
                    </a:lnTo>
                    <a:lnTo>
                      <a:pt x="294" y="36"/>
                    </a:lnTo>
                    <a:lnTo>
                      <a:pt x="294" y="36"/>
                    </a:lnTo>
                    <a:lnTo>
                      <a:pt x="290" y="36"/>
                    </a:lnTo>
                    <a:lnTo>
                      <a:pt x="286" y="34"/>
                    </a:lnTo>
                    <a:lnTo>
                      <a:pt x="286" y="34"/>
                    </a:lnTo>
                    <a:lnTo>
                      <a:pt x="280" y="28"/>
                    </a:lnTo>
                    <a:lnTo>
                      <a:pt x="278" y="22"/>
                    </a:lnTo>
                    <a:lnTo>
                      <a:pt x="278" y="22"/>
                    </a:lnTo>
                    <a:close/>
                    <a:moveTo>
                      <a:pt x="166" y="238"/>
                    </a:moveTo>
                    <a:lnTo>
                      <a:pt x="166" y="238"/>
                    </a:lnTo>
                    <a:lnTo>
                      <a:pt x="168" y="242"/>
                    </a:lnTo>
                    <a:lnTo>
                      <a:pt x="172" y="244"/>
                    </a:lnTo>
                    <a:lnTo>
                      <a:pt x="172" y="244"/>
                    </a:lnTo>
                    <a:lnTo>
                      <a:pt x="174" y="244"/>
                    </a:lnTo>
                    <a:lnTo>
                      <a:pt x="174" y="244"/>
                    </a:lnTo>
                    <a:lnTo>
                      <a:pt x="178" y="244"/>
                    </a:lnTo>
                    <a:lnTo>
                      <a:pt x="178" y="244"/>
                    </a:lnTo>
                    <a:lnTo>
                      <a:pt x="182" y="242"/>
                    </a:lnTo>
                    <a:lnTo>
                      <a:pt x="184" y="238"/>
                    </a:lnTo>
                    <a:lnTo>
                      <a:pt x="184" y="238"/>
                    </a:lnTo>
                    <a:lnTo>
                      <a:pt x="184" y="236"/>
                    </a:lnTo>
                    <a:lnTo>
                      <a:pt x="184" y="232"/>
                    </a:lnTo>
                    <a:lnTo>
                      <a:pt x="184" y="232"/>
                    </a:lnTo>
                    <a:lnTo>
                      <a:pt x="182" y="230"/>
                    </a:lnTo>
                    <a:lnTo>
                      <a:pt x="180" y="228"/>
                    </a:lnTo>
                    <a:lnTo>
                      <a:pt x="180" y="228"/>
                    </a:lnTo>
                    <a:lnTo>
                      <a:pt x="174" y="228"/>
                    </a:lnTo>
                    <a:lnTo>
                      <a:pt x="174" y="228"/>
                    </a:lnTo>
                    <a:lnTo>
                      <a:pt x="170" y="230"/>
                    </a:lnTo>
                    <a:lnTo>
                      <a:pt x="168" y="232"/>
                    </a:lnTo>
                    <a:lnTo>
                      <a:pt x="168" y="232"/>
                    </a:lnTo>
                    <a:lnTo>
                      <a:pt x="166" y="236"/>
                    </a:lnTo>
                    <a:lnTo>
                      <a:pt x="166" y="238"/>
                    </a:lnTo>
                    <a:lnTo>
                      <a:pt x="166" y="238"/>
                    </a:lnTo>
                    <a:close/>
                    <a:moveTo>
                      <a:pt x="118" y="266"/>
                    </a:moveTo>
                    <a:lnTo>
                      <a:pt x="118" y="266"/>
                    </a:lnTo>
                    <a:lnTo>
                      <a:pt x="122" y="274"/>
                    </a:lnTo>
                    <a:lnTo>
                      <a:pt x="128" y="278"/>
                    </a:lnTo>
                    <a:lnTo>
                      <a:pt x="128" y="278"/>
                    </a:lnTo>
                    <a:lnTo>
                      <a:pt x="138" y="280"/>
                    </a:lnTo>
                    <a:lnTo>
                      <a:pt x="138" y="280"/>
                    </a:lnTo>
                    <a:lnTo>
                      <a:pt x="146" y="280"/>
                    </a:lnTo>
                    <a:lnTo>
                      <a:pt x="146" y="280"/>
                    </a:lnTo>
                    <a:lnTo>
                      <a:pt x="154" y="274"/>
                    </a:lnTo>
                    <a:lnTo>
                      <a:pt x="160" y="268"/>
                    </a:lnTo>
                    <a:lnTo>
                      <a:pt x="160" y="268"/>
                    </a:lnTo>
                    <a:lnTo>
                      <a:pt x="164" y="262"/>
                    </a:lnTo>
                    <a:lnTo>
                      <a:pt x="164" y="256"/>
                    </a:lnTo>
                    <a:lnTo>
                      <a:pt x="164" y="256"/>
                    </a:lnTo>
                    <a:lnTo>
                      <a:pt x="164" y="252"/>
                    </a:lnTo>
                    <a:lnTo>
                      <a:pt x="164" y="252"/>
                    </a:lnTo>
                    <a:lnTo>
                      <a:pt x="160" y="244"/>
                    </a:lnTo>
                    <a:lnTo>
                      <a:pt x="152" y="240"/>
                    </a:lnTo>
                    <a:lnTo>
                      <a:pt x="152" y="240"/>
                    </a:lnTo>
                    <a:lnTo>
                      <a:pt x="144" y="238"/>
                    </a:lnTo>
                    <a:lnTo>
                      <a:pt x="144" y="238"/>
                    </a:lnTo>
                    <a:lnTo>
                      <a:pt x="136" y="240"/>
                    </a:lnTo>
                    <a:lnTo>
                      <a:pt x="136" y="240"/>
                    </a:lnTo>
                    <a:lnTo>
                      <a:pt x="126" y="244"/>
                    </a:lnTo>
                    <a:lnTo>
                      <a:pt x="120" y="250"/>
                    </a:lnTo>
                    <a:lnTo>
                      <a:pt x="120" y="250"/>
                    </a:lnTo>
                    <a:lnTo>
                      <a:pt x="118" y="256"/>
                    </a:lnTo>
                    <a:lnTo>
                      <a:pt x="118" y="262"/>
                    </a:lnTo>
                    <a:lnTo>
                      <a:pt x="118" y="262"/>
                    </a:lnTo>
                    <a:lnTo>
                      <a:pt x="118" y="266"/>
                    </a:lnTo>
                    <a:lnTo>
                      <a:pt x="118" y="266"/>
                    </a:lnTo>
                    <a:close/>
                    <a:moveTo>
                      <a:pt x="98" y="274"/>
                    </a:moveTo>
                    <a:lnTo>
                      <a:pt x="98" y="274"/>
                    </a:lnTo>
                    <a:lnTo>
                      <a:pt x="94" y="262"/>
                    </a:lnTo>
                    <a:lnTo>
                      <a:pt x="94" y="252"/>
                    </a:lnTo>
                    <a:lnTo>
                      <a:pt x="94" y="252"/>
                    </a:lnTo>
                    <a:lnTo>
                      <a:pt x="96" y="240"/>
                    </a:lnTo>
                    <a:lnTo>
                      <a:pt x="100" y="228"/>
                    </a:lnTo>
                    <a:lnTo>
                      <a:pt x="100" y="228"/>
                    </a:lnTo>
                    <a:lnTo>
                      <a:pt x="106" y="218"/>
                    </a:lnTo>
                    <a:lnTo>
                      <a:pt x="114" y="208"/>
                    </a:lnTo>
                    <a:lnTo>
                      <a:pt x="124" y="200"/>
                    </a:lnTo>
                    <a:lnTo>
                      <a:pt x="136" y="194"/>
                    </a:lnTo>
                    <a:lnTo>
                      <a:pt x="136" y="194"/>
                    </a:lnTo>
                    <a:lnTo>
                      <a:pt x="152" y="190"/>
                    </a:lnTo>
                    <a:lnTo>
                      <a:pt x="168" y="188"/>
                    </a:lnTo>
                    <a:lnTo>
                      <a:pt x="168" y="188"/>
                    </a:lnTo>
                    <a:lnTo>
                      <a:pt x="178" y="188"/>
                    </a:lnTo>
                    <a:lnTo>
                      <a:pt x="186" y="190"/>
                    </a:lnTo>
                    <a:lnTo>
                      <a:pt x="186" y="190"/>
                    </a:lnTo>
                    <a:lnTo>
                      <a:pt x="198" y="194"/>
                    </a:lnTo>
                    <a:lnTo>
                      <a:pt x="210" y="200"/>
                    </a:lnTo>
                    <a:lnTo>
                      <a:pt x="218" y="208"/>
                    </a:lnTo>
                    <a:lnTo>
                      <a:pt x="224" y="218"/>
                    </a:lnTo>
                    <a:lnTo>
                      <a:pt x="224" y="218"/>
                    </a:lnTo>
                    <a:lnTo>
                      <a:pt x="228" y="230"/>
                    </a:lnTo>
                    <a:lnTo>
                      <a:pt x="230" y="242"/>
                    </a:lnTo>
                    <a:lnTo>
                      <a:pt x="230" y="242"/>
                    </a:lnTo>
                    <a:lnTo>
                      <a:pt x="230" y="252"/>
                    </a:lnTo>
                    <a:lnTo>
                      <a:pt x="226" y="264"/>
                    </a:lnTo>
                    <a:lnTo>
                      <a:pt x="226" y="264"/>
                    </a:lnTo>
                    <a:lnTo>
                      <a:pt x="218" y="276"/>
                    </a:lnTo>
                    <a:lnTo>
                      <a:pt x="210" y="286"/>
                    </a:lnTo>
                    <a:lnTo>
                      <a:pt x="200" y="294"/>
                    </a:lnTo>
                    <a:lnTo>
                      <a:pt x="188" y="300"/>
                    </a:lnTo>
                    <a:lnTo>
                      <a:pt x="188" y="300"/>
                    </a:lnTo>
                    <a:lnTo>
                      <a:pt x="172" y="306"/>
                    </a:lnTo>
                    <a:lnTo>
                      <a:pt x="156" y="308"/>
                    </a:lnTo>
                    <a:lnTo>
                      <a:pt x="156" y="308"/>
                    </a:lnTo>
                    <a:lnTo>
                      <a:pt x="144" y="306"/>
                    </a:lnTo>
                    <a:lnTo>
                      <a:pt x="134" y="304"/>
                    </a:lnTo>
                    <a:lnTo>
                      <a:pt x="134" y="304"/>
                    </a:lnTo>
                    <a:lnTo>
                      <a:pt x="122" y="298"/>
                    </a:lnTo>
                    <a:lnTo>
                      <a:pt x="112" y="292"/>
                    </a:lnTo>
                    <a:lnTo>
                      <a:pt x="104" y="284"/>
                    </a:lnTo>
                    <a:lnTo>
                      <a:pt x="98" y="274"/>
                    </a:lnTo>
                    <a:lnTo>
                      <a:pt x="98" y="274"/>
                    </a:lnTo>
                    <a:close/>
                    <a:moveTo>
                      <a:pt x="42" y="252"/>
                    </a:moveTo>
                    <a:lnTo>
                      <a:pt x="42" y="252"/>
                    </a:lnTo>
                    <a:lnTo>
                      <a:pt x="44" y="260"/>
                    </a:lnTo>
                    <a:lnTo>
                      <a:pt x="46" y="268"/>
                    </a:lnTo>
                    <a:lnTo>
                      <a:pt x="50" y="276"/>
                    </a:lnTo>
                    <a:lnTo>
                      <a:pt x="56" y="284"/>
                    </a:lnTo>
                    <a:lnTo>
                      <a:pt x="68" y="296"/>
                    </a:lnTo>
                    <a:lnTo>
                      <a:pt x="86" y="308"/>
                    </a:lnTo>
                    <a:lnTo>
                      <a:pt x="86" y="308"/>
                    </a:lnTo>
                    <a:lnTo>
                      <a:pt x="102" y="314"/>
                    </a:lnTo>
                    <a:lnTo>
                      <a:pt x="120" y="320"/>
                    </a:lnTo>
                    <a:lnTo>
                      <a:pt x="138" y="324"/>
                    </a:lnTo>
                    <a:lnTo>
                      <a:pt x="158" y="324"/>
                    </a:lnTo>
                    <a:lnTo>
                      <a:pt x="158" y="324"/>
                    </a:lnTo>
                    <a:lnTo>
                      <a:pt x="180" y="324"/>
                    </a:lnTo>
                    <a:lnTo>
                      <a:pt x="180" y="324"/>
                    </a:lnTo>
                    <a:lnTo>
                      <a:pt x="206" y="320"/>
                    </a:lnTo>
                    <a:lnTo>
                      <a:pt x="228" y="312"/>
                    </a:lnTo>
                    <a:lnTo>
                      <a:pt x="250" y="302"/>
                    </a:lnTo>
                    <a:lnTo>
                      <a:pt x="268" y="290"/>
                    </a:lnTo>
                    <a:lnTo>
                      <a:pt x="268" y="290"/>
                    </a:lnTo>
                    <a:lnTo>
                      <a:pt x="282" y="276"/>
                    </a:lnTo>
                    <a:lnTo>
                      <a:pt x="292" y="262"/>
                    </a:lnTo>
                    <a:lnTo>
                      <a:pt x="298" y="248"/>
                    </a:lnTo>
                    <a:lnTo>
                      <a:pt x="300" y="232"/>
                    </a:lnTo>
                    <a:lnTo>
                      <a:pt x="300" y="232"/>
                    </a:lnTo>
                    <a:lnTo>
                      <a:pt x="300" y="226"/>
                    </a:lnTo>
                    <a:lnTo>
                      <a:pt x="300" y="226"/>
                    </a:lnTo>
                    <a:lnTo>
                      <a:pt x="298" y="218"/>
                    </a:lnTo>
                    <a:lnTo>
                      <a:pt x="296" y="210"/>
                    </a:lnTo>
                    <a:lnTo>
                      <a:pt x="292" y="202"/>
                    </a:lnTo>
                    <a:lnTo>
                      <a:pt x="288" y="194"/>
                    </a:lnTo>
                    <a:lnTo>
                      <a:pt x="274" y="182"/>
                    </a:lnTo>
                    <a:lnTo>
                      <a:pt x="256" y="170"/>
                    </a:lnTo>
                    <a:lnTo>
                      <a:pt x="256" y="170"/>
                    </a:lnTo>
                    <a:lnTo>
                      <a:pt x="240" y="162"/>
                    </a:lnTo>
                    <a:lnTo>
                      <a:pt x="222" y="158"/>
                    </a:lnTo>
                    <a:lnTo>
                      <a:pt x="204" y="154"/>
                    </a:lnTo>
                    <a:lnTo>
                      <a:pt x="184" y="154"/>
                    </a:lnTo>
                    <a:lnTo>
                      <a:pt x="184" y="154"/>
                    </a:lnTo>
                    <a:lnTo>
                      <a:pt x="162" y="154"/>
                    </a:lnTo>
                    <a:lnTo>
                      <a:pt x="162" y="154"/>
                    </a:lnTo>
                    <a:lnTo>
                      <a:pt x="146" y="156"/>
                    </a:lnTo>
                    <a:lnTo>
                      <a:pt x="130" y="160"/>
                    </a:lnTo>
                    <a:lnTo>
                      <a:pt x="114" y="166"/>
                    </a:lnTo>
                    <a:lnTo>
                      <a:pt x="100" y="172"/>
                    </a:lnTo>
                    <a:lnTo>
                      <a:pt x="100" y="172"/>
                    </a:lnTo>
                    <a:lnTo>
                      <a:pt x="86" y="180"/>
                    </a:lnTo>
                    <a:lnTo>
                      <a:pt x="74" y="188"/>
                    </a:lnTo>
                    <a:lnTo>
                      <a:pt x="64" y="198"/>
                    </a:lnTo>
                    <a:lnTo>
                      <a:pt x="56" y="208"/>
                    </a:lnTo>
                    <a:lnTo>
                      <a:pt x="56" y="208"/>
                    </a:lnTo>
                    <a:lnTo>
                      <a:pt x="50" y="216"/>
                    </a:lnTo>
                    <a:lnTo>
                      <a:pt x="46" y="226"/>
                    </a:lnTo>
                    <a:lnTo>
                      <a:pt x="44" y="236"/>
                    </a:lnTo>
                    <a:lnTo>
                      <a:pt x="42" y="246"/>
                    </a:lnTo>
                    <a:lnTo>
                      <a:pt x="42" y="246"/>
                    </a:lnTo>
                    <a:lnTo>
                      <a:pt x="42" y="252"/>
                    </a:lnTo>
                    <a:lnTo>
                      <a:pt x="42" y="252"/>
                    </a:lnTo>
                    <a:close/>
                    <a:moveTo>
                      <a:pt x="0" y="234"/>
                    </a:moveTo>
                    <a:lnTo>
                      <a:pt x="0" y="234"/>
                    </a:lnTo>
                    <a:lnTo>
                      <a:pt x="0" y="220"/>
                    </a:lnTo>
                    <a:lnTo>
                      <a:pt x="4" y="206"/>
                    </a:lnTo>
                    <a:lnTo>
                      <a:pt x="8" y="192"/>
                    </a:lnTo>
                    <a:lnTo>
                      <a:pt x="16" y="176"/>
                    </a:lnTo>
                    <a:lnTo>
                      <a:pt x="24" y="162"/>
                    </a:lnTo>
                    <a:lnTo>
                      <a:pt x="36" y="146"/>
                    </a:lnTo>
                    <a:lnTo>
                      <a:pt x="48" y="130"/>
                    </a:lnTo>
                    <a:lnTo>
                      <a:pt x="64" y="114"/>
                    </a:lnTo>
                    <a:lnTo>
                      <a:pt x="64" y="114"/>
                    </a:lnTo>
                    <a:lnTo>
                      <a:pt x="84" y="96"/>
                    </a:lnTo>
                    <a:lnTo>
                      <a:pt x="104" y="80"/>
                    </a:lnTo>
                    <a:lnTo>
                      <a:pt x="124" y="68"/>
                    </a:lnTo>
                    <a:lnTo>
                      <a:pt x="146" y="58"/>
                    </a:lnTo>
                    <a:lnTo>
                      <a:pt x="146" y="58"/>
                    </a:lnTo>
                    <a:lnTo>
                      <a:pt x="164" y="52"/>
                    </a:lnTo>
                    <a:lnTo>
                      <a:pt x="178" y="50"/>
                    </a:lnTo>
                    <a:lnTo>
                      <a:pt x="178" y="50"/>
                    </a:lnTo>
                    <a:lnTo>
                      <a:pt x="186" y="50"/>
                    </a:lnTo>
                    <a:lnTo>
                      <a:pt x="194" y="52"/>
                    </a:lnTo>
                    <a:lnTo>
                      <a:pt x="198" y="54"/>
                    </a:lnTo>
                    <a:lnTo>
                      <a:pt x="204" y="60"/>
                    </a:lnTo>
                    <a:lnTo>
                      <a:pt x="204" y="60"/>
                    </a:lnTo>
                    <a:lnTo>
                      <a:pt x="208" y="64"/>
                    </a:lnTo>
                    <a:lnTo>
                      <a:pt x="210" y="70"/>
                    </a:lnTo>
                    <a:lnTo>
                      <a:pt x="212" y="76"/>
                    </a:lnTo>
                    <a:lnTo>
                      <a:pt x="214" y="84"/>
                    </a:lnTo>
                    <a:lnTo>
                      <a:pt x="214" y="84"/>
                    </a:lnTo>
                    <a:lnTo>
                      <a:pt x="212" y="96"/>
                    </a:lnTo>
                    <a:lnTo>
                      <a:pt x="208" y="110"/>
                    </a:lnTo>
                    <a:lnTo>
                      <a:pt x="208" y="110"/>
                    </a:lnTo>
                    <a:lnTo>
                      <a:pt x="208" y="114"/>
                    </a:lnTo>
                    <a:lnTo>
                      <a:pt x="210" y="116"/>
                    </a:lnTo>
                    <a:lnTo>
                      <a:pt x="210" y="116"/>
                    </a:lnTo>
                    <a:lnTo>
                      <a:pt x="216" y="116"/>
                    </a:lnTo>
                    <a:lnTo>
                      <a:pt x="218" y="114"/>
                    </a:lnTo>
                    <a:lnTo>
                      <a:pt x="218" y="114"/>
                    </a:lnTo>
                    <a:lnTo>
                      <a:pt x="236" y="108"/>
                    </a:lnTo>
                    <a:lnTo>
                      <a:pt x="250" y="104"/>
                    </a:lnTo>
                    <a:lnTo>
                      <a:pt x="264" y="100"/>
                    </a:lnTo>
                    <a:lnTo>
                      <a:pt x="278" y="100"/>
                    </a:lnTo>
                    <a:lnTo>
                      <a:pt x="278" y="100"/>
                    </a:lnTo>
                    <a:lnTo>
                      <a:pt x="290" y="102"/>
                    </a:lnTo>
                    <a:lnTo>
                      <a:pt x="300" y="104"/>
                    </a:lnTo>
                    <a:lnTo>
                      <a:pt x="308" y="108"/>
                    </a:lnTo>
                    <a:lnTo>
                      <a:pt x="316" y="114"/>
                    </a:lnTo>
                    <a:lnTo>
                      <a:pt x="316" y="114"/>
                    </a:lnTo>
                    <a:lnTo>
                      <a:pt x="318" y="124"/>
                    </a:lnTo>
                    <a:lnTo>
                      <a:pt x="320" y="132"/>
                    </a:lnTo>
                    <a:lnTo>
                      <a:pt x="320" y="132"/>
                    </a:lnTo>
                    <a:lnTo>
                      <a:pt x="318" y="144"/>
                    </a:lnTo>
                    <a:lnTo>
                      <a:pt x="314" y="158"/>
                    </a:lnTo>
                    <a:lnTo>
                      <a:pt x="314" y="158"/>
                    </a:lnTo>
                    <a:lnTo>
                      <a:pt x="314" y="160"/>
                    </a:lnTo>
                    <a:lnTo>
                      <a:pt x="314" y="164"/>
                    </a:lnTo>
                    <a:lnTo>
                      <a:pt x="314" y="164"/>
                    </a:lnTo>
                    <a:lnTo>
                      <a:pt x="316" y="166"/>
                    </a:lnTo>
                    <a:lnTo>
                      <a:pt x="316" y="166"/>
                    </a:lnTo>
                    <a:lnTo>
                      <a:pt x="322" y="168"/>
                    </a:lnTo>
                    <a:lnTo>
                      <a:pt x="322" y="168"/>
                    </a:lnTo>
                    <a:lnTo>
                      <a:pt x="332" y="172"/>
                    </a:lnTo>
                    <a:lnTo>
                      <a:pt x="342" y="176"/>
                    </a:lnTo>
                    <a:lnTo>
                      <a:pt x="350" y="182"/>
                    </a:lnTo>
                    <a:lnTo>
                      <a:pt x="358" y="190"/>
                    </a:lnTo>
                    <a:lnTo>
                      <a:pt x="358" y="190"/>
                    </a:lnTo>
                    <a:lnTo>
                      <a:pt x="366" y="198"/>
                    </a:lnTo>
                    <a:lnTo>
                      <a:pt x="370" y="206"/>
                    </a:lnTo>
                    <a:lnTo>
                      <a:pt x="372" y="216"/>
                    </a:lnTo>
                    <a:lnTo>
                      <a:pt x="374" y="228"/>
                    </a:lnTo>
                    <a:lnTo>
                      <a:pt x="374" y="228"/>
                    </a:lnTo>
                    <a:lnTo>
                      <a:pt x="372" y="238"/>
                    </a:lnTo>
                    <a:lnTo>
                      <a:pt x="370" y="248"/>
                    </a:lnTo>
                    <a:lnTo>
                      <a:pt x="366" y="258"/>
                    </a:lnTo>
                    <a:lnTo>
                      <a:pt x="360" y="270"/>
                    </a:lnTo>
                    <a:lnTo>
                      <a:pt x="360" y="270"/>
                    </a:lnTo>
                    <a:lnTo>
                      <a:pt x="352" y="280"/>
                    </a:lnTo>
                    <a:lnTo>
                      <a:pt x="342" y="290"/>
                    </a:lnTo>
                    <a:lnTo>
                      <a:pt x="320" y="308"/>
                    </a:lnTo>
                    <a:lnTo>
                      <a:pt x="320" y="308"/>
                    </a:lnTo>
                    <a:lnTo>
                      <a:pt x="308" y="316"/>
                    </a:lnTo>
                    <a:lnTo>
                      <a:pt x="292" y="324"/>
                    </a:lnTo>
                    <a:lnTo>
                      <a:pt x="276" y="332"/>
                    </a:lnTo>
                    <a:lnTo>
                      <a:pt x="258" y="338"/>
                    </a:lnTo>
                    <a:lnTo>
                      <a:pt x="258" y="338"/>
                    </a:lnTo>
                    <a:lnTo>
                      <a:pt x="240" y="342"/>
                    </a:lnTo>
                    <a:lnTo>
                      <a:pt x="220" y="346"/>
                    </a:lnTo>
                    <a:lnTo>
                      <a:pt x="200" y="348"/>
                    </a:lnTo>
                    <a:lnTo>
                      <a:pt x="180" y="348"/>
                    </a:lnTo>
                    <a:lnTo>
                      <a:pt x="180" y="348"/>
                    </a:lnTo>
                    <a:lnTo>
                      <a:pt x="156" y="348"/>
                    </a:lnTo>
                    <a:lnTo>
                      <a:pt x="134" y="346"/>
                    </a:lnTo>
                    <a:lnTo>
                      <a:pt x="114" y="342"/>
                    </a:lnTo>
                    <a:lnTo>
                      <a:pt x="94" y="336"/>
                    </a:lnTo>
                    <a:lnTo>
                      <a:pt x="94" y="336"/>
                    </a:lnTo>
                    <a:lnTo>
                      <a:pt x="74" y="328"/>
                    </a:lnTo>
                    <a:lnTo>
                      <a:pt x="56" y="318"/>
                    </a:lnTo>
                    <a:lnTo>
                      <a:pt x="40" y="308"/>
                    </a:lnTo>
                    <a:lnTo>
                      <a:pt x="26" y="296"/>
                    </a:lnTo>
                    <a:lnTo>
                      <a:pt x="26" y="296"/>
                    </a:lnTo>
                    <a:lnTo>
                      <a:pt x="14" y="282"/>
                    </a:lnTo>
                    <a:lnTo>
                      <a:pt x="6" y="266"/>
                    </a:lnTo>
                    <a:lnTo>
                      <a:pt x="0" y="252"/>
                    </a:lnTo>
                    <a:lnTo>
                      <a:pt x="0" y="234"/>
                    </a:lnTo>
                    <a:lnTo>
                      <a:pt x="0" y="23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5" name="Group 54"/>
            <p:cNvGrpSpPr/>
            <p:nvPr/>
          </p:nvGrpSpPr>
          <p:grpSpPr>
            <a:xfrm>
              <a:off x="6127750" y="2970213"/>
              <a:ext cx="914400" cy="914400"/>
              <a:chOff x="6127750" y="2970213"/>
              <a:chExt cx="914400" cy="914400"/>
            </a:xfrm>
          </p:grpSpPr>
          <p:sp>
            <p:nvSpPr>
              <p:cNvPr id="68" name="Freeform 35"/>
              <p:cNvSpPr/>
              <p:nvPr/>
            </p:nvSpPr>
            <p:spPr bwMode="auto">
              <a:xfrm>
                <a:off x="6127750" y="2970213"/>
                <a:ext cx="914400" cy="914400"/>
              </a:xfrm>
              <a:custGeom>
                <a:avLst/>
                <a:gdLst>
                  <a:gd name="T0" fmla="*/ 544 w 576"/>
                  <a:gd name="T1" fmla="*/ 576 h 576"/>
                  <a:gd name="T2" fmla="*/ 544 w 576"/>
                  <a:gd name="T3" fmla="*/ 576 h 576"/>
                  <a:gd name="T4" fmla="*/ 552 w 576"/>
                  <a:gd name="T5" fmla="*/ 576 h 576"/>
                  <a:gd name="T6" fmla="*/ 558 w 576"/>
                  <a:gd name="T7" fmla="*/ 574 h 576"/>
                  <a:gd name="T8" fmla="*/ 568 w 576"/>
                  <a:gd name="T9" fmla="*/ 568 h 576"/>
                  <a:gd name="T10" fmla="*/ 574 w 576"/>
                  <a:gd name="T11" fmla="*/ 558 h 576"/>
                  <a:gd name="T12" fmla="*/ 576 w 576"/>
                  <a:gd name="T13" fmla="*/ 552 h 576"/>
                  <a:gd name="T14" fmla="*/ 576 w 576"/>
                  <a:gd name="T15" fmla="*/ 544 h 576"/>
                  <a:gd name="T16" fmla="*/ 576 w 576"/>
                  <a:gd name="T17" fmla="*/ 32 h 576"/>
                  <a:gd name="T18" fmla="*/ 576 w 576"/>
                  <a:gd name="T19" fmla="*/ 32 h 576"/>
                  <a:gd name="T20" fmla="*/ 576 w 576"/>
                  <a:gd name="T21" fmla="*/ 26 h 576"/>
                  <a:gd name="T22" fmla="*/ 574 w 576"/>
                  <a:gd name="T23" fmla="*/ 20 h 576"/>
                  <a:gd name="T24" fmla="*/ 568 w 576"/>
                  <a:gd name="T25" fmla="*/ 10 h 576"/>
                  <a:gd name="T26" fmla="*/ 558 w 576"/>
                  <a:gd name="T27" fmla="*/ 4 h 576"/>
                  <a:gd name="T28" fmla="*/ 552 w 576"/>
                  <a:gd name="T29" fmla="*/ 2 h 576"/>
                  <a:gd name="T30" fmla="*/ 544 w 576"/>
                  <a:gd name="T31" fmla="*/ 0 h 576"/>
                  <a:gd name="T32" fmla="*/ 32 w 576"/>
                  <a:gd name="T33" fmla="*/ 0 h 576"/>
                  <a:gd name="T34" fmla="*/ 32 w 576"/>
                  <a:gd name="T35" fmla="*/ 0 h 576"/>
                  <a:gd name="T36" fmla="*/ 26 w 576"/>
                  <a:gd name="T37" fmla="*/ 2 h 576"/>
                  <a:gd name="T38" fmla="*/ 20 w 576"/>
                  <a:gd name="T39" fmla="*/ 4 h 576"/>
                  <a:gd name="T40" fmla="*/ 10 w 576"/>
                  <a:gd name="T41" fmla="*/ 10 h 576"/>
                  <a:gd name="T42" fmla="*/ 2 w 576"/>
                  <a:gd name="T43" fmla="*/ 20 h 576"/>
                  <a:gd name="T44" fmla="*/ 2 w 576"/>
                  <a:gd name="T45" fmla="*/ 26 h 576"/>
                  <a:gd name="T46" fmla="*/ 0 w 576"/>
                  <a:gd name="T47" fmla="*/ 32 h 576"/>
                  <a:gd name="T48" fmla="*/ 0 w 576"/>
                  <a:gd name="T49" fmla="*/ 544 h 576"/>
                  <a:gd name="T50" fmla="*/ 0 w 576"/>
                  <a:gd name="T51" fmla="*/ 544 h 576"/>
                  <a:gd name="T52" fmla="*/ 2 w 576"/>
                  <a:gd name="T53" fmla="*/ 552 h 576"/>
                  <a:gd name="T54" fmla="*/ 2 w 576"/>
                  <a:gd name="T55" fmla="*/ 558 h 576"/>
                  <a:gd name="T56" fmla="*/ 10 w 576"/>
                  <a:gd name="T57" fmla="*/ 568 h 576"/>
                  <a:gd name="T58" fmla="*/ 20 w 576"/>
                  <a:gd name="T59" fmla="*/ 574 h 576"/>
                  <a:gd name="T60" fmla="*/ 26 w 576"/>
                  <a:gd name="T61" fmla="*/ 576 h 576"/>
                  <a:gd name="T62" fmla="*/ 32 w 576"/>
                  <a:gd name="T63" fmla="*/ 576 h 576"/>
                  <a:gd name="T64" fmla="*/ 544 w 576"/>
                  <a:gd name="T65" fmla="*/ 576 h 576"/>
                  <a:gd name="T66" fmla="*/ 544 w 576"/>
                  <a:gd name="T67"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76" h="576">
                    <a:moveTo>
                      <a:pt x="544" y="576"/>
                    </a:moveTo>
                    <a:lnTo>
                      <a:pt x="544" y="576"/>
                    </a:lnTo>
                    <a:lnTo>
                      <a:pt x="552" y="576"/>
                    </a:lnTo>
                    <a:lnTo>
                      <a:pt x="558" y="574"/>
                    </a:lnTo>
                    <a:lnTo>
                      <a:pt x="568" y="568"/>
                    </a:lnTo>
                    <a:lnTo>
                      <a:pt x="574" y="558"/>
                    </a:lnTo>
                    <a:lnTo>
                      <a:pt x="576" y="552"/>
                    </a:lnTo>
                    <a:lnTo>
                      <a:pt x="576" y="544"/>
                    </a:lnTo>
                    <a:lnTo>
                      <a:pt x="576" y="32"/>
                    </a:lnTo>
                    <a:lnTo>
                      <a:pt x="576" y="32"/>
                    </a:lnTo>
                    <a:lnTo>
                      <a:pt x="576" y="26"/>
                    </a:lnTo>
                    <a:lnTo>
                      <a:pt x="574" y="20"/>
                    </a:lnTo>
                    <a:lnTo>
                      <a:pt x="568" y="10"/>
                    </a:lnTo>
                    <a:lnTo>
                      <a:pt x="558" y="4"/>
                    </a:lnTo>
                    <a:lnTo>
                      <a:pt x="552" y="2"/>
                    </a:lnTo>
                    <a:lnTo>
                      <a:pt x="544" y="0"/>
                    </a:lnTo>
                    <a:lnTo>
                      <a:pt x="32" y="0"/>
                    </a:lnTo>
                    <a:lnTo>
                      <a:pt x="32" y="0"/>
                    </a:lnTo>
                    <a:lnTo>
                      <a:pt x="26" y="2"/>
                    </a:lnTo>
                    <a:lnTo>
                      <a:pt x="20" y="4"/>
                    </a:lnTo>
                    <a:lnTo>
                      <a:pt x="10" y="10"/>
                    </a:lnTo>
                    <a:lnTo>
                      <a:pt x="2" y="20"/>
                    </a:lnTo>
                    <a:lnTo>
                      <a:pt x="2" y="26"/>
                    </a:lnTo>
                    <a:lnTo>
                      <a:pt x="0" y="32"/>
                    </a:lnTo>
                    <a:lnTo>
                      <a:pt x="0" y="544"/>
                    </a:lnTo>
                    <a:lnTo>
                      <a:pt x="0" y="544"/>
                    </a:lnTo>
                    <a:lnTo>
                      <a:pt x="2" y="552"/>
                    </a:lnTo>
                    <a:lnTo>
                      <a:pt x="2" y="558"/>
                    </a:lnTo>
                    <a:lnTo>
                      <a:pt x="10" y="568"/>
                    </a:lnTo>
                    <a:lnTo>
                      <a:pt x="20" y="574"/>
                    </a:lnTo>
                    <a:lnTo>
                      <a:pt x="26" y="576"/>
                    </a:lnTo>
                    <a:lnTo>
                      <a:pt x="32" y="576"/>
                    </a:lnTo>
                    <a:lnTo>
                      <a:pt x="544" y="576"/>
                    </a:lnTo>
                    <a:lnTo>
                      <a:pt x="544" y="576"/>
                    </a:lnTo>
                    <a:close/>
                  </a:path>
                </a:pathLst>
              </a:custGeom>
              <a:solidFill>
                <a:srgbClr val="7BB33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9" name="Freeform 36"/>
              <p:cNvSpPr>
                <a:spLocks noEditPoints="1"/>
              </p:cNvSpPr>
              <p:nvPr/>
            </p:nvSpPr>
            <p:spPr bwMode="auto">
              <a:xfrm>
                <a:off x="6188075" y="3087688"/>
                <a:ext cx="787400" cy="679450"/>
              </a:xfrm>
              <a:custGeom>
                <a:avLst/>
                <a:gdLst>
                  <a:gd name="T0" fmla="*/ 418 w 496"/>
                  <a:gd name="T1" fmla="*/ 414 h 428"/>
                  <a:gd name="T2" fmla="*/ 384 w 496"/>
                  <a:gd name="T3" fmla="*/ 414 h 428"/>
                  <a:gd name="T4" fmla="*/ 346 w 496"/>
                  <a:gd name="T5" fmla="*/ 420 h 428"/>
                  <a:gd name="T6" fmla="*/ 284 w 496"/>
                  <a:gd name="T7" fmla="*/ 408 h 428"/>
                  <a:gd name="T8" fmla="*/ 244 w 496"/>
                  <a:gd name="T9" fmla="*/ 380 h 428"/>
                  <a:gd name="T10" fmla="*/ 210 w 496"/>
                  <a:gd name="T11" fmla="*/ 332 h 428"/>
                  <a:gd name="T12" fmla="*/ 202 w 496"/>
                  <a:gd name="T13" fmla="*/ 278 h 428"/>
                  <a:gd name="T14" fmla="*/ 220 w 496"/>
                  <a:gd name="T15" fmla="*/ 226 h 428"/>
                  <a:gd name="T16" fmla="*/ 262 w 496"/>
                  <a:gd name="T17" fmla="*/ 182 h 428"/>
                  <a:gd name="T18" fmla="*/ 302 w 496"/>
                  <a:gd name="T19" fmla="*/ 164 h 428"/>
                  <a:gd name="T20" fmla="*/ 360 w 496"/>
                  <a:gd name="T21" fmla="*/ 158 h 428"/>
                  <a:gd name="T22" fmla="*/ 414 w 496"/>
                  <a:gd name="T23" fmla="*/ 172 h 428"/>
                  <a:gd name="T24" fmla="*/ 460 w 496"/>
                  <a:gd name="T25" fmla="*/ 204 h 428"/>
                  <a:gd name="T26" fmla="*/ 492 w 496"/>
                  <a:gd name="T27" fmla="*/ 256 h 428"/>
                  <a:gd name="T28" fmla="*/ 484 w 496"/>
                  <a:gd name="T29" fmla="*/ 342 h 428"/>
                  <a:gd name="T30" fmla="*/ 448 w 496"/>
                  <a:gd name="T31" fmla="*/ 388 h 428"/>
                  <a:gd name="T32" fmla="*/ 446 w 496"/>
                  <a:gd name="T33" fmla="*/ 418 h 428"/>
                  <a:gd name="T34" fmla="*/ 282 w 496"/>
                  <a:gd name="T35" fmla="*/ 268 h 428"/>
                  <a:gd name="T36" fmla="*/ 298 w 496"/>
                  <a:gd name="T37" fmla="*/ 258 h 428"/>
                  <a:gd name="T38" fmla="*/ 296 w 496"/>
                  <a:gd name="T39" fmla="*/ 238 h 428"/>
                  <a:gd name="T40" fmla="*/ 276 w 496"/>
                  <a:gd name="T41" fmla="*/ 234 h 428"/>
                  <a:gd name="T42" fmla="*/ 266 w 496"/>
                  <a:gd name="T43" fmla="*/ 250 h 428"/>
                  <a:gd name="T44" fmla="*/ 282 w 496"/>
                  <a:gd name="T45" fmla="*/ 268 h 428"/>
                  <a:gd name="T46" fmla="*/ 384 w 496"/>
                  <a:gd name="T47" fmla="*/ 234 h 428"/>
                  <a:gd name="T48" fmla="*/ 372 w 496"/>
                  <a:gd name="T49" fmla="*/ 250 h 428"/>
                  <a:gd name="T50" fmla="*/ 390 w 496"/>
                  <a:gd name="T51" fmla="*/ 268 h 428"/>
                  <a:gd name="T52" fmla="*/ 406 w 496"/>
                  <a:gd name="T53" fmla="*/ 258 h 428"/>
                  <a:gd name="T54" fmla="*/ 402 w 496"/>
                  <a:gd name="T55" fmla="*/ 238 h 428"/>
                  <a:gd name="T56" fmla="*/ 244 w 496"/>
                  <a:gd name="T57" fmla="*/ 100 h 428"/>
                  <a:gd name="T58" fmla="*/ 224 w 496"/>
                  <a:gd name="T59" fmla="*/ 114 h 428"/>
                  <a:gd name="T60" fmla="*/ 230 w 496"/>
                  <a:gd name="T61" fmla="*/ 136 h 428"/>
                  <a:gd name="T62" fmla="*/ 252 w 496"/>
                  <a:gd name="T63" fmla="*/ 140 h 428"/>
                  <a:gd name="T64" fmla="*/ 264 w 496"/>
                  <a:gd name="T65" fmla="*/ 122 h 428"/>
                  <a:gd name="T66" fmla="*/ 244 w 496"/>
                  <a:gd name="T67" fmla="*/ 100 h 428"/>
                  <a:gd name="T68" fmla="*/ 132 w 496"/>
                  <a:gd name="T69" fmla="*/ 114 h 428"/>
                  <a:gd name="T70" fmla="*/ 112 w 496"/>
                  <a:gd name="T71" fmla="*/ 100 h 428"/>
                  <a:gd name="T72" fmla="*/ 90 w 496"/>
                  <a:gd name="T73" fmla="*/ 120 h 428"/>
                  <a:gd name="T74" fmla="*/ 102 w 496"/>
                  <a:gd name="T75" fmla="*/ 140 h 428"/>
                  <a:gd name="T76" fmla="*/ 126 w 496"/>
                  <a:gd name="T77" fmla="*/ 136 h 428"/>
                  <a:gd name="T78" fmla="*/ 346 w 496"/>
                  <a:gd name="T79" fmla="*/ 140 h 428"/>
                  <a:gd name="T80" fmla="*/ 296 w 496"/>
                  <a:gd name="T81" fmla="*/ 148 h 428"/>
                  <a:gd name="T82" fmla="*/ 240 w 496"/>
                  <a:gd name="T83" fmla="*/ 178 h 428"/>
                  <a:gd name="T84" fmla="*/ 206 w 496"/>
                  <a:gd name="T85" fmla="*/ 214 h 428"/>
                  <a:gd name="T86" fmla="*/ 184 w 496"/>
                  <a:gd name="T87" fmla="*/ 274 h 428"/>
                  <a:gd name="T88" fmla="*/ 132 w 496"/>
                  <a:gd name="T89" fmla="*/ 302 h 428"/>
                  <a:gd name="T90" fmla="*/ 114 w 496"/>
                  <a:gd name="T91" fmla="*/ 306 h 428"/>
                  <a:gd name="T92" fmla="*/ 74 w 496"/>
                  <a:gd name="T93" fmla="*/ 294 h 428"/>
                  <a:gd name="T94" fmla="*/ 72 w 496"/>
                  <a:gd name="T95" fmla="*/ 278 h 428"/>
                  <a:gd name="T96" fmla="*/ 32 w 496"/>
                  <a:gd name="T97" fmla="*/ 242 h 428"/>
                  <a:gd name="T98" fmla="*/ 0 w 496"/>
                  <a:gd name="T99" fmla="*/ 160 h 428"/>
                  <a:gd name="T100" fmla="*/ 12 w 496"/>
                  <a:gd name="T101" fmla="*/ 96 h 428"/>
                  <a:gd name="T102" fmla="*/ 62 w 496"/>
                  <a:gd name="T103" fmla="*/ 36 h 428"/>
                  <a:gd name="T104" fmla="*/ 116 w 496"/>
                  <a:gd name="T105" fmla="*/ 8 h 428"/>
                  <a:gd name="T106" fmla="*/ 226 w 496"/>
                  <a:gd name="T107" fmla="*/ 8 h 428"/>
                  <a:gd name="T108" fmla="*/ 316 w 496"/>
                  <a:gd name="T109" fmla="*/ 68 h 428"/>
                  <a:gd name="T110" fmla="*/ 342 w 496"/>
                  <a:gd name="T111" fmla="*/ 120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496" h="428">
                    <a:moveTo>
                      <a:pt x="450" y="428"/>
                    </a:moveTo>
                    <a:lnTo>
                      <a:pt x="450" y="428"/>
                    </a:lnTo>
                    <a:lnTo>
                      <a:pt x="428" y="418"/>
                    </a:lnTo>
                    <a:lnTo>
                      <a:pt x="418" y="414"/>
                    </a:lnTo>
                    <a:lnTo>
                      <a:pt x="406" y="410"/>
                    </a:lnTo>
                    <a:lnTo>
                      <a:pt x="406" y="410"/>
                    </a:lnTo>
                    <a:lnTo>
                      <a:pt x="396" y="412"/>
                    </a:lnTo>
                    <a:lnTo>
                      <a:pt x="384" y="414"/>
                    </a:lnTo>
                    <a:lnTo>
                      <a:pt x="374" y="418"/>
                    </a:lnTo>
                    <a:lnTo>
                      <a:pt x="362" y="420"/>
                    </a:lnTo>
                    <a:lnTo>
                      <a:pt x="362" y="420"/>
                    </a:lnTo>
                    <a:lnTo>
                      <a:pt x="346" y="420"/>
                    </a:lnTo>
                    <a:lnTo>
                      <a:pt x="330" y="420"/>
                    </a:lnTo>
                    <a:lnTo>
                      <a:pt x="314" y="418"/>
                    </a:lnTo>
                    <a:lnTo>
                      <a:pt x="298" y="414"/>
                    </a:lnTo>
                    <a:lnTo>
                      <a:pt x="284" y="408"/>
                    </a:lnTo>
                    <a:lnTo>
                      <a:pt x="270" y="400"/>
                    </a:lnTo>
                    <a:lnTo>
                      <a:pt x="256" y="390"/>
                    </a:lnTo>
                    <a:lnTo>
                      <a:pt x="244" y="380"/>
                    </a:lnTo>
                    <a:lnTo>
                      <a:pt x="244" y="380"/>
                    </a:lnTo>
                    <a:lnTo>
                      <a:pt x="232" y="368"/>
                    </a:lnTo>
                    <a:lnTo>
                      <a:pt x="222" y="356"/>
                    </a:lnTo>
                    <a:lnTo>
                      <a:pt x="216" y="344"/>
                    </a:lnTo>
                    <a:lnTo>
                      <a:pt x="210" y="332"/>
                    </a:lnTo>
                    <a:lnTo>
                      <a:pt x="204" y="318"/>
                    </a:lnTo>
                    <a:lnTo>
                      <a:pt x="202" y="304"/>
                    </a:lnTo>
                    <a:lnTo>
                      <a:pt x="200" y="292"/>
                    </a:lnTo>
                    <a:lnTo>
                      <a:pt x="202" y="278"/>
                    </a:lnTo>
                    <a:lnTo>
                      <a:pt x="204" y="264"/>
                    </a:lnTo>
                    <a:lnTo>
                      <a:pt x="208" y="250"/>
                    </a:lnTo>
                    <a:lnTo>
                      <a:pt x="212" y="238"/>
                    </a:lnTo>
                    <a:lnTo>
                      <a:pt x="220" y="226"/>
                    </a:lnTo>
                    <a:lnTo>
                      <a:pt x="228" y="214"/>
                    </a:lnTo>
                    <a:lnTo>
                      <a:pt x="238" y="202"/>
                    </a:lnTo>
                    <a:lnTo>
                      <a:pt x="250" y="192"/>
                    </a:lnTo>
                    <a:lnTo>
                      <a:pt x="262" y="182"/>
                    </a:lnTo>
                    <a:lnTo>
                      <a:pt x="262" y="182"/>
                    </a:lnTo>
                    <a:lnTo>
                      <a:pt x="276" y="176"/>
                    </a:lnTo>
                    <a:lnTo>
                      <a:pt x="288" y="170"/>
                    </a:lnTo>
                    <a:lnTo>
                      <a:pt x="302" y="164"/>
                    </a:lnTo>
                    <a:lnTo>
                      <a:pt x="316" y="162"/>
                    </a:lnTo>
                    <a:lnTo>
                      <a:pt x="330" y="158"/>
                    </a:lnTo>
                    <a:lnTo>
                      <a:pt x="344" y="158"/>
                    </a:lnTo>
                    <a:lnTo>
                      <a:pt x="360" y="158"/>
                    </a:lnTo>
                    <a:lnTo>
                      <a:pt x="374" y="160"/>
                    </a:lnTo>
                    <a:lnTo>
                      <a:pt x="388" y="162"/>
                    </a:lnTo>
                    <a:lnTo>
                      <a:pt x="402" y="166"/>
                    </a:lnTo>
                    <a:lnTo>
                      <a:pt x="414" y="172"/>
                    </a:lnTo>
                    <a:lnTo>
                      <a:pt x="428" y="178"/>
                    </a:lnTo>
                    <a:lnTo>
                      <a:pt x="440" y="186"/>
                    </a:lnTo>
                    <a:lnTo>
                      <a:pt x="450" y="194"/>
                    </a:lnTo>
                    <a:lnTo>
                      <a:pt x="460" y="204"/>
                    </a:lnTo>
                    <a:lnTo>
                      <a:pt x="470" y="214"/>
                    </a:lnTo>
                    <a:lnTo>
                      <a:pt x="470" y="214"/>
                    </a:lnTo>
                    <a:lnTo>
                      <a:pt x="484" y="234"/>
                    </a:lnTo>
                    <a:lnTo>
                      <a:pt x="492" y="256"/>
                    </a:lnTo>
                    <a:lnTo>
                      <a:pt x="496" y="278"/>
                    </a:lnTo>
                    <a:lnTo>
                      <a:pt x="496" y="300"/>
                    </a:lnTo>
                    <a:lnTo>
                      <a:pt x="494" y="320"/>
                    </a:lnTo>
                    <a:lnTo>
                      <a:pt x="484" y="342"/>
                    </a:lnTo>
                    <a:lnTo>
                      <a:pt x="472" y="360"/>
                    </a:lnTo>
                    <a:lnTo>
                      <a:pt x="456" y="378"/>
                    </a:lnTo>
                    <a:lnTo>
                      <a:pt x="456" y="378"/>
                    </a:lnTo>
                    <a:lnTo>
                      <a:pt x="448" y="388"/>
                    </a:lnTo>
                    <a:lnTo>
                      <a:pt x="442" y="396"/>
                    </a:lnTo>
                    <a:lnTo>
                      <a:pt x="442" y="406"/>
                    </a:lnTo>
                    <a:lnTo>
                      <a:pt x="446" y="418"/>
                    </a:lnTo>
                    <a:lnTo>
                      <a:pt x="446" y="418"/>
                    </a:lnTo>
                    <a:lnTo>
                      <a:pt x="448" y="422"/>
                    </a:lnTo>
                    <a:lnTo>
                      <a:pt x="450" y="428"/>
                    </a:lnTo>
                    <a:lnTo>
                      <a:pt x="450" y="428"/>
                    </a:lnTo>
                    <a:close/>
                    <a:moveTo>
                      <a:pt x="282" y="268"/>
                    </a:moveTo>
                    <a:lnTo>
                      <a:pt x="282" y="268"/>
                    </a:lnTo>
                    <a:lnTo>
                      <a:pt x="290" y="266"/>
                    </a:lnTo>
                    <a:lnTo>
                      <a:pt x="294" y="262"/>
                    </a:lnTo>
                    <a:lnTo>
                      <a:pt x="298" y="258"/>
                    </a:lnTo>
                    <a:lnTo>
                      <a:pt x="300" y="252"/>
                    </a:lnTo>
                    <a:lnTo>
                      <a:pt x="300" y="252"/>
                    </a:lnTo>
                    <a:lnTo>
                      <a:pt x="298" y="244"/>
                    </a:lnTo>
                    <a:lnTo>
                      <a:pt x="296" y="238"/>
                    </a:lnTo>
                    <a:lnTo>
                      <a:pt x="290" y="234"/>
                    </a:lnTo>
                    <a:lnTo>
                      <a:pt x="282" y="234"/>
                    </a:lnTo>
                    <a:lnTo>
                      <a:pt x="282" y="234"/>
                    </a:lnTo>
                    <a:lnTo>
                      <a:pt x="276" y="234"/>
                    </a:lnTo>
                    <a:lnTo>
                      <a:pt x="270" y="238"/>
                    </a:lnTo>
                    <a:lnTo>
                      <a:pt x="266" y="244"/>
                    </a:lnTo>
                    <a:lnTo>
                      <a:pt x="266" y="250"/>
                    </a:lnTo>
                    <a:lnTo>
                      <a:pt x="266" y="250"/>
                    </a:lnTo>
                    <a:lnTo>
                      <a:pt x="266" y="258"/>
                    </a:lnTo>
                    <a:lnTo>
                      <a:pt x="270" y="262"/>
                    </a:lnTo>
                    <a:lnTo>
                      <a:pt x="276" y="266"/>
                    </a:lnTo>
                    <a:lnTo>
                      <a:pt x="282" y="268"/>
                    </a:lnTo>
                    <a:lnTo>
                      <a:pt x="282" y="268"/>
                    </a:lnTo>
                    <a:close/>
                    <a:moveTo>
                      <a:pt x="390" y="234"/>
                    </a:moveTo>
                    <a:lnTo>
                      <a:pt x="390" y="234"/>
                    </a:lnTo>
                    <a:lnTo>
                      <a:pt x="384" y="234"/>
                    </a:lnTo>
                    <a:lnTo>
                      <a:pt x="378" y="238"/>
                    </a:lnTo>
                    <a:lnTo>
                      <a:pt x="374" y="244"/>
                    </a:lnTo>
                    <a:lnTo>
                      <a:pt x="372" y="250"/>
                    </a:lnTo>
                    <a:lnTo>
                      <a:pt x="372" y="250"/>
                    </a:lnTo>
                    <a:lnTo>
                      <a:pt x="374" y="256"/>
                    </a:lnTo>
                    <a:lnTo>
                      <a:pt x="378" y="262"/>
                    </a:lnTo>
                    <a:lnTo>
                      <a:pt x="382" y="266"/>
                    </a:lnTo>
                    <a:lnTo>
                      <a:pt x="390" y="268"/>
                    </a:lnTo>
                    <a:lnTo>
                      <a:pt x="390" y="268"/>
                    </a:lnTo>
                    <a:lnTo>
                      <a:pt x="396" y="266"/>
                    </a:lnTo>
                    <a:lnTo>
                      <a:pt x="402" y="262"/>
                    </a:lnTo>
                    <a:lnTo>
                      <a:pt x="406" y="258"/>
                    </a:lnTo>
                    <a:lnTo>
                      <a:pt x="406" y="252"/>
                    </a:lnTo>
                    <a:lnTo>
                      <a:pt x="406" y="252"/>
                    </a:lnTo>
                    <a:lnTo>
                      <a:pt x="406" y="244"/>
                    </a:lnTo>
                    <a:lnTo>
                      <a:pt x="402" y="238"/>
                    </a:lnTo>
                    <a:lnTo>
                      <a:pt x="396" y="234"/>
                    </a:lnTo>
                    <a:lnTo>
                      <a:pt x="390" y="234"/>
                    </a:lnTo>
                    <a:lnTo>
                      <a:pt x="390" y="234"/>
                    </a:lnTo>
                    <a:close/>
                    <a:moveTo>
                      <a:pt x="244" y="100"/>
                    </a:moveTo>
                    <a:lnTo>
                      <a:pt x="244" y="100"/>
                    </a:lnTo>
                    <a:lnTo>
                      <a:pt x="236" y="102"/>
                    </a:lnTo>
                    <a:lnTo>
                      <a:pt x="228" y="108"/>
                    </a:lnTo>
                    <a:lnTo>
                      <a:pt x="224" y="114"/>
                    </a:lnTo>
                    <a:lnTo>
                      <a:pt x="222" y="122"/>
                    </a:lnTo>
                    <a:lnTo>
                      <a:pt x="222" y="122"/>
                    </a:lnTo>
                    <a:lnTo>
                      <a:pt x="224" y="130"/>
                    </a:lnTo>
                    <a:lnTo>
                      <a:pt x="230" y="136"/>
                    </a:lnTo>
                    <a:lnTo>
                      <a:pt x="236" y="140"/>
                    </a:lnTo>
                    <a:lnTo>
                      <a:pt x="244" y="142"/>
                    </a:lnTo>
                    <a:lnTo>
                      <a:pt x="244" y="142"/>
                    </a:lnTo>
                    <a:lnTo>
                      <a:pt x="252" y="140"/>
                    </a:lnTo>
                    <a:lnTo>
                      <a:pt x="258" y="136"/>
                    </a:lnTo>
                    <a:lnTo>
                      <a:pt x="264" y="130"/>
                    </a:lnTo>
                    <a:lnTo>
                      <a:pt x="264" y="122"/>
                    </a:lnTo>
                    <a:lnTo>
                      <a:pt x="264" y="122"/>
                    </a:lnTo>
                    <a:lnTo>
                      <a:pt x="264" y="114"/>
                    </a:lnTo>
                    <a:lnTo>
                      <a:pt x="258" y="106"/>
                    </a:lnTo>
                    <a:lnTo>
                      <a:pt x="252" y="102"/>
                    </a:lnTo>
                    <a:lnTo>
                      <a:pt x="244" y="100"/>
                    </a:lnTo>
                    <a:lnTo>
                      <a:pt x="244" y="100"/>
                    </a:lnTo>
                    <a:close/>
                    <a:moveTo>
                      <a:pt x="132" y="122"/>
                    </a:moveTo>
                    <a:lnTo>
                      <a:pt x="132" y="122"/>
                    </a:lnTo>
                    <a:lnTo>
                      <a:pt x="132" y="114"/>
                    </a:lnTo>
                    <a:lnTo>
                      <a:pt x="128" y="108"/>
                    </a:lnTo>
                    <a:lnTo>
                      <a:pt x="120" y="102"/>
                    </a:lnTo>
                    <a:lnTo>
                      <a:pt x="112" y="100"/>
                    </a:lnTo>
                    <a:lnTo>
                      <a:pt x="112" y="100"/>
                    </a:lnTo>
                    <a:lnTo>
                      <a:pt x="104" y="102"/>
                    </a:lnTo>
                    <a:lnTo>
                      <a:pt x="98" y="106"/>
                    </a:lnTo>
                    <a:lnTo>
                      <a:pt x="92" y="112"/>
                    </a:lnTo>
                    <a:lnTo>
                      <a:pt x="90" y="120"/>
                    </a:lnTo>
                    <a:lnTo>
                      <a:pt x="90" y="120"/>
                    </a:lnTo>
                    <a:lnTo>
                      <a:pt x="92" y="128"/>
                    </a:lnTo>
                    <a:lnTo>
                      <a:pt x="96" y="136"/>
                    </a:lnTo>
                    <a:lnTo>
                      <a:pt x="102" y="140"/>
                    </a:lnTo>
                    <a:lnTo>
                      <a:pt x="112" y="142"/>
                    </a:lnTo>
                    <a:lnTo>
                      <a:pt x="112" y="142"/>
                    </a:lnTo>
                    <a:lnTo>
                      <a:pt x="120" y="140"/>
                    </a:lnTo>
                    <a:lnTo>
                      <a:pt x="126" y="136"/>
                    </a:lnTo>
                    <a:lnTo>
                      <a:pt x="130" y="130"/>
                    </a:lnTo>
                    <a:lnTo>
                      <a:pt x="132" y="122"/>
                    </a:lnTo>
                    <a:lnTo>
                      <a:pt x="132" y="122"/>
                    </a:lnTo>
                    <a:close/>
                    <a:moveTo>
                      <a:pt x="346" y="140"/>
                    </a:moveTo>
                    <a:lnTo>
                      <a:pt x="346" y="140"/>
                    </a:lnTo>
                    <a:lnTo>
                      <a:pt x="328" y="142"/>
                    </a:lnTo>
                    <a:lnTo>
                      <a:pt x="312" y="144"/>
                    </a:lnTo>
                    <a:lnTo>
                      <a:pt x="296" y="148"/>
                    </a:lnTo>
                    <a:lnTo>
                      <a:pt x="280" y="154"/>
                    </a:lnTo>
                    <a:lnTo>
                      <a:pt x="266" y="160"/>
                    </a:lnTo>
                    <a:lnTo>
                      <a:pt x="252" y="168"/>
                    </a:lnTo>
                    <a:lnTo>
                      <a:pt x="240" y="178"/>
                    </a:lnTo>
                    <a:lnTo>
                      <a:pt x="226" y="188"/>
                    </a:lnTo>
                    <a:lnTo>
                      <a:pt x="226" y="188"/>
                    </a:lnTo>
                    <a:lnTo>
                      <a:pt x="214" y="202"/>
                    </a:lnTo>
                    <a:lnTo>
                      <a:pt x="206" y="214"/>
                    </a:lnTo>
                    <a:lnTo>
                      <a:pt x="196" y="228"/>
                    </a:lnTo>
                    <a:lnTo>
                      <a:pt x="190" y="242"/>
                    </a:lnTo>
                    <a:lnTo>
                      <a:pt x="186" y="258"/>
                    </a:lnTo>
                    <a:lnTo>
                      <a:pt x="184" y="274"/>
                    </a:lnTo>
                    <a:lnTo>
                      <a:pt x="182" y="290"/>
                    </a:lnTo>
                    <a:lnTo>
                      <a:pt x="182" y="308"/>
                    </a:lnTo>
                    <a:lnTo>
                      <a:pt x="182" y="308"/>
                    </a:lnTo>
                    <a:lnTo>
                      <a:pt x="132" y="302"/>
                    </a:lnTo>
                    <a:lnTo>
                      <a:pt x="132" y="302"/>
                    </a:lnTo>
                    <a:lnTo>
                      <a:pt x="122" y="302"/>
                    </a:lnTo>
                    <a:lnTo>
                      <a:pt x="114" y="306"/>
                    </a:lnTo>
                    <a:lnTo>
                      <a:pt x="114" y="306"/>
                    </a:lnTo>
                    <a:lnTo>
                      <a:pt x="64" y="336"/>
                    </a:lnTo>
                    <a:lnTo>
                      <a:pt x="64" y="336"/>
                    </a:lnTo>
                    <a:lnTo>
                      <a:pt x="70" y="314"/>
                    </a:lnTo>
                    <a:lnTo>
                      <a:pt x="74" y="294"/>
                    </a:lnTo>
                    <a:lnTo>
                      <a:pt x="74" y="294"/>
                    </a:lnTo>
                    <a:lnTo>
                      <a:pt x="76" y="288"/>
                    </a:lnTo>
                    <a:lnTo>
                      <a:pt x="74" y="284"/>
                    </a:lnTo>
                    <a:lnTo>
                      <a:pt x="72" y="278"/>
                    </a:lnTo>
                    <a:lnTo>
                      <a:pt x="66" y="274"/>
                    </a:lnTo>
                    <a:lnTo>
                      <a:pt x="66" y="274"/>
                    </a:lnTo>
                    <a:lnTo>
                      <a:pt x="48" y="258"/>
                    </a:lnTo>
                    <a:lnTo>
                      <a:pt x="32" y="242"/>
                    </a:lnTo>
                    <a:lnTo>
                      <a:pt x="18" y="222"/>
                    </a:lnTo>
                    <a:lnTo>
                      <a:pt x="8" y="204"/>
                    </a:lnTo>
                    <a:lnTo>
                      <a:pt x="2" y="182"/>
                    </a:lnTo>
                    <a:lnTo>
                      <a:pt x="0" y="160"/>
                    </a:lnTo>
                    <a:lnTo>
                      <a:pt x="0" y="138"/>
                    </a:lnTo>
                    <a:lnTo>
                      <a:pt x="6" y="116"/>
                    </a:lnTo>
                    <a:lnTo>
                      <a:pt x="6" y="116"/>
                    </a:lnTo>
                    <a:lnTo>
                      <a:pt x="12" y="96"/>
                    </a:lnTo>
                    <a:lnTo>
                      <a:pt x="22" y="78"/>
                    </a:lnTo>
                    <a:lnTo>
                      <a:pt x="34" y="62"/>
                    </a:lnTo>
                    <a:lnTo>
                      <a:pt x="46" y="48"/>
                    </a:lnTo>
                    <a:lnTo>
                      <a:pt x="62" y="36"/>
                    </a:lnTo>
                    <a:lnTo>
                      <a:pt x="78" y="26"/>
                    </a:lnTo>
                    <a:lnTo>
                      <a:pt x="96" y="16"/>
                    </a:lnTo>
                    <a:lnTo>
                      <a:pt x="116" y="8"/>
                    </a:lnTo>
                    <a:lnTo>
                      <a:pt x="116" y="8"/>
                    </a:lnTo>
                    <a:lnTo>
                      <a:pt x="144" y="2"/>
                    </a:lnTo>
                    <a:lnTo>
                      <a:pt x="172" y="0"/>
                    </a:lnTo>
                    <a:lnTo>
                      <a:pt x="200" y="2"/>
                    </a:lnTo>
                    <a:lnTo>
                      <a:pt x="226" y="8"/>
                    </a:lnTo>
                    <a:lnTo>
                      <a:pt x="252" y="18"/>
                    </a:lnTo>
                    <a:lnTo>
                      <a:pt x="276" y="30"/>
                    </a:lnTo>
                    <a:lnTo>
                      <a:pt x="298" y="48"/>
                    </a:lnTo>
                    <a:lnTo>
                      <a:pt x="316" y="68"/>
                    </a:lnTo>
                    <a:lnTo>
                      <a:pt x="316" y="68"/>
                    </a:lnTo>
                    <a:lnTo>
                      <a:pt x="328" y="84"/>
                    </a:lnTo>
                    <a:lnTo>
                      <a:pt x="336" y="102"/>
                    </a:lnTo>
                    <a:lnTo>
                      <a:pt x="342" y="120"/>
                    </a:lnTo>
                    <a:lnTo>
                      <a:pt x="346" y="140"/>
                    </a:lnTo>
                    <a:lnTo>
                      <a:pt x="346" y="14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6" name="Group 55"/>
            <p:cNvGrpSpPr/>
            <p:nvPr/>
          </p:nvGrpSpPr>
          <p:grpSpPr>
            <a:xfrm>
              <a:off x="4127500" y="2970213"/>
              <a:ext cx="914400" cy="914400"/>
              <a:chOff x="4127500" y="2970213"/>
              <a:chExt cx="914400" cy="914400"/>
            </a:xfrm>
          </p:grpSpPr>
          <p:sp>
            <p:nvSpPr>
              <p:cNvPr id="66" name="Freeform 33"/>
              <p:cNvSpPr/>
              <p:nvPr/>
            </p:nvSpPr>
            <p:spPr bwMode="auto">
              <a:xfrm>
                <a:off x="4127500"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28 w 576"/>
                  <a:gd name="T25" fmla="*/ 576 h 576"/>
                  <a:gd name="T26" fmla="*/ 22 w 576"/>
                  <a:gd name="T27" fmla="*/ 574 h 576"/>
                  <a:gd name="T28" fmla="*/ 16 w 576"/>
                  <a:gd name="T29" fmla="*/ 570 h 576"/>
                  <a:gd name="T30" fmla="*/ 10 w 576"/>
                  <a:gd name="T31" fmla="*/ 566 h 576"/>
                  <a:gd name="T32" fmla="*/ 6 w 576"/>
                  <a:gd name="T33" fmla="*/ 560 h 576"/>
                  <a:gd name="T34" fmla="*/ 2 w 576"/>
                  <a:gd name="T35" fmla="*/ 554 h 576"/>
                  <a:gd name="T36" fmla="*/ 0 w 576"/>
                  <a:gd name="T37" fmla="*/ 548 h 576"/>
                  <a:gd name="T38" fmla="*/ 0 w 576"/>
                  <a:gd name="T39" fmla="*/ 540 h 576"/>
                  <a:gd name="T40" fmla="*/ 0 w 576"/>
                  <a:gd name="T41" fmla="*/ 36 h 576"/>
                  <a:gd name="T42" fmla="*/ 0 w 576"/>
                  <a:gd name="T43" fmla="*/ 36 h 576"/>
                  <a:gd name="T44" fmla="*/ 0 w 576"/>
                  <a:gd name="T45" fmla="*/ 30 h 576"/>
                  <a:gd name="T46" fmla="*/ 2 w 576"/>
                  <a:gd name="T47" fmla="*/ 22 h 576"/>
                  <a:gd name="T48" fmla="*/ 6 w 576"/>
                  <a:gd name="T49" fmla="*/ 16 h 576"/>
                  <a:gd name="T50" fmla="*/ 10 w 576"/>
                  <a:gd name="T51" fmla="*/ 12 h 576"/>
                  <a:gd name="T52" fmla="*/ 16 w 576"/>
                  <a:gd name="T53" fmla="*/ 6 h 576"/>
                  <a:gd name="T54" fmla="*/ 22 w 576"/>
                  <a:gd name="T55" fmla="*/ 4 h 576"/>
                  <a:gd name="T56" fmla="*/ 28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28" y="576"/>
                    </a:lnTo>
                    <a:lnTo>
                      <a:pt x="22" y="574"/>
                    </a:lnTo>
                    <a:lnTo>
                      <a:pt x="16" y="570"/>
                    </a:lnTo>
                    <a:lnTo>
                      <a:pt x="10" y="566"/>
                    </a:lnTo>
                    <a:lnTo>
                      <a:pt x="6" y="560"/>
                    </a:lnTo>
                    <a:lnTo>
                      <a:pt x="2" y="554"/>
                    </a:lnTo>
                    <a:lnTo>
                      <a:pt x="0" y="548"/>
                    </a:lnTo>
                    <a:lnTo>
                      <a:pt x="0" y="540"/>
                    </a:lnTo>
                    <a:lnTo>
                      <a:pt x="0" y="36"/>
                    </a:lnTo>
                    <a:lnTo>
                      <a:pt x="0" y="36"/>
                    </a:lnTo>
                    <a:lnTo>
                      <a:pt x="0" y="30"/>
                    </a:lnTo>
                    <a:lnTo>
                      <a:pt x="2" y="22"/>
                    </a:lnTo>
                    <a:lnTo>
                      <a:pt x="6" y="16"/>
                    </a:lnTo>
                    <a:lnTo>
                      <a:pt x="10" y="12"/>
                    </a:lnTo>
                    <a:lnTo>
                      <a:pt x="16" y="6"/>
                    </a:lnTo>
                    <a:lnTo>
                      <a:pt x="22" y="4"/>
                    </a:lnTo>
                    <a:lnTo>
                      <a:pt x="28"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EBC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7" name="Freeform 34"/>
              <p:cNvSpPr/>
              <p:nvPr/>
            </p:nvSpPr>
            <p:spPr bwMode="auto">
              <a:xfrm>
                <a:off x="4244975" y="3128963"/>
                <a:ext cx="723900" cy="596900"/>
              </a:xfrm>
              <a:custGeom>
                <a:avLst/>
                <a:gdLst>
                  <a:gd name="T0" fmla="*/ 456 w 456"/>
                  <a:gd name="T1" fmla="*/ 46 h 376"/>
                  <a:gd name="T2" fmla="*/ 438 w 456"/>
                  <a:gd name="T3" fmla="*/ 70 h 376"/>
                  <a:gd name="T4" fmla="*/ 416 w 456"/>
                  <a:gd name="T5" fmla="*/ 90 h 376"/>
                  <a:gd name="T6" fmla="*/ 412 w 456"/>
                  <a:gd name="T7" fmla="*/ 94 h 376"/>
                  <a:gd name="T8" fmla="*/ 410 w 456"/>
                  <a:gd name="T9" fmla="*/ 100 h 376"/>
                  <a:gd name="T10" fmla="*/ 404 w 456"/>
                  <a:gd name="T11" fmla="*/ 166 h 376"/>
                  <a:gd name="T12" fmla="*/ 384 w 456"/>
                  <a:gd name="T13" fmla="*/ 224 h 376"/>
                  <a:gd name="T14" fmla="*/ 352 w 456"/>
                  <a:gd name="T15" fmla="*/ 276 h 376"/>
                  <a:gd name="T16" fmla="*/ 306 w 456"/>
                  <a:gd name="T17" fmla="*/ 322 h 376"/>
                  <a:gd name="T18" fmla="*/ 292 w 456"/>
                  <a:gd name="T19" fmla="*/ 332 h 376"/>
                  <a:gd name="T20" fmla="*/ 262 w 456"/>
                  <a:gd name="T21" fmla="*/ 350 h 376"/>
                  <a:gd name="T22" fmla="*/ 214 w 456"/>
                  <a:gd name="T23" fmla="*/ 366 h 376"/>
                  <a:gd name="T24" fmla="*/ 180 w 456"/>
                  <a:gd name="T25" fmla="*/ 372 h 376"/>
                  <a:gd name="T26" fmla="*/ 136 w 456"/>
                  <a:gd name="T27" fmla="*/ 376 h 376"/>
                  <a:gd name="T28" fmla="*/ 94 w 456"/>
                  <a:gd name="T29" fmla="*/ 370 h 376"/>
                  <a:gd name="T30" fmla="*/ 52 w 456"/>
                  <a:gd name="T31" fmla="*/ 358 h 376"/>
                  <a:gd name="T32" fmla="*/ 12 w 456"/>
                  <a:gd name="T33" fmla="*/ 340 h 376"/>
                  <a:gd name="T34" fmla="*/ 0 w 456"/>
                  <a:gd name="T35" fmla="*/ 334 h 376"/>
                  <a:gd name="T36" fmla="*/ 20 w 456"/>
                  <a:gd name="T37" fmla="*/ 334 h 376"/>
                  <a:gd name="T38" fmla="*/ 56 w 456"/>
                  <a:gd name="T39" fmla="*/ 332 h 376"/>
                  <a:gd name="T40" fmla="*/ 90 w 456"/>
                  <a:gd name="T41" fmla="*/ 322 h 376"/>
                  <a:gd name="T42" fmla="*/ 122 w 456"/>
                  <a:gd name="T43" fmla="*/ 304 h 376"/>
                  <a:gd name="T44" fmla="*/ 138 w 456"/>
                  <a:gd name="T45" fmla="*/ 294 h 376"/>
                  <a:gd name="T46" fmla="*/ 108 w 456"/>
                  <a:gd name="T47" fmla="*/ 288 h 376"/>
                  <a:gd name="T48" fmla="*/ 84 w 456"/>
                  <a:gd name="T49" fmla="*/ 274 h 376"/>
                  <a:gd name="T50" fmla="*/ 74 w 456"/>
                  <a:gd name="T51" fmla="*/ 264 h 376"/>
                  <a:gd name="T52" fmla="*/ 58 w 456"/>
                  <a:gd name="T53" fmla="*/ 242 h 376"/>
                  <a:gd name="T54" fmla="*/ 52 w 456"/>
                  <a:gd name="T55" fmla="*/ 228 h 376"/>
                  <a:gd name="T56" fmla="*/ 90 w 456"/>
                  <a:gd name="T57" fmla="*/ 228 h 376"/>
                  <a:gd name="T58" fmla="*/ 60 w 456"/>
                  <a:gd name="T59" fmla="*/ 212 h 376"/>
                  <a:gd name="T60" fmla="*/ 40 w 456"/>
                  <a:gd name="T61" fmla="*/ 192 h 376"/>
                  <a:gd name="T62" fmla="*/ 26 w 456"/>
                  <a:gd name="T63" fmla="*/ 166 h 376"/>
                  <a:gd name="T64" fmla="*/ 18 w 456"/>
                  <a:gd name="T65" fmla="*/ 134 h 376"/>
                  <a:gd name="T66" fmla="*/ 56 w 456"/>
                  <a:gd name="T67" fmla="*/ 146 h 376"/>
                  <a:gd name="T68" fmla="*/ 58 w 456"/>
                  <a:gd name="T69" fmla="*/ 142 h 376"/>
                  <a:gd name="T70" fmla="*/ 42 w 456"/>
                  <a:gd name="T71" fmla="*/ 128 h 376"/>
                  <a:gd name="T72" fmla="*/ 24 w 456"/>
                  <a:gd name="T73" fmla="*/ 92 h 376"/>
                  <a:gd name="T74" fmla="*/ 20 w 456"/>
                  <a:gd name="T75" fmla="*/ 70 h 376"/>
                  <a:gd name="T76" fmla="*/ 22 w 456"/>
                  <a:gd name="T77" fmla="*/ 44 h 376"/>
                  <a:gd name="T78" fmla="*/ 34 w 456"/>
                  <a:gd name="T79" fmla="*/ 18 h 376"/>
                  <a:gd name="T80" fmla="*/ 52 w 456"/>
                  <a:gd name="T81" fmla="*/ 40 h 376"/>
                  <a:gd name="T82" fmla="*/ 96 w 456"/>
                  <a:gd name="T83" fmla="*/ 74 h 376"/>
                  <a:gd name="T84" fmla="*/ 144 w 456"/>
                  <a:gd name="T85" fmla="*/ 98 h 376"/>
                  <a:gd name="T86" fmla="*/ 196 w 456"/>
                  <a:gd name="T87" fmla="*/ 114 h 376"/>
                  <a:gd name="T88" fmla="*/ 224 w 456"/>
                  <a:gd name="T89" fmla="*/ 116 h 376"/>
                  <a:gd name="T90" fmla="*/ 226 w 456"/>
                  <a:gd name="T91" fmla="*/ 82 h 376"/>
                  <a:gd name="T92" fmla="*/ 228 w 456"/>
                  <a:gd name="T93" fmla="*/ 68 h 376"/>
                  <a:gd name="T94" fmla="*/ 238 w 456"/>
                  <a:gd name="T95" fmla="*/ 44 h 376"/>
                  <a:gd name="T96" fmla="*/ 254 w 456"/>
                  <a:gd name="T97" fmla="*/ 26 h 376"/>
                  <a:gd name="T98" fmla="*/ 274 w 456"/>
                  <a:gd name="T99" fmla="*/ 10 h 376"/>
                  <a:gd name="T100" fmla="*/ 288 w 456"/>
                  <a:gd name="T101" fmla="*/ 6 h 376"/>
                  <a:gd name="T102" fmla="*/ 312 w 456"/>
                  <a:gd name="T103" fmla="*/ 0 h 376"/>
                  <a:gd name="T104" fmla="*/ 338 w 456"/>
                  <a:gd name="T105" fmla="*/ 2 h 376"/>
                  <a:gd name="T106" fmla="*/ 360 w 456"/>
                  <a:gd name="T107" fmla="*/ 10 h 376"/>
                  <a:gd name="T108" fmla="*/ 382 w 456"/>
                  <a:gd name="T109" fmla="*/ 26 h 376"/>
                  <a:gd name="T110" fmla="*/ 386 w 456"/>
                  <a:gd name="T111" fmla="*/ 30 h 376"/>
                  <a:gd name="T112" fmla="*/ 392 w 456"/>
                  <a:gd name="T113" fmla="*/ 28 h 376"/>
                  <a:gd name="T114" fmla="*/ 444 w 456"/>
                  <a:gd name="T115" fmla="*/ 10 h 376"/>
                  <a:gd name="T116" fmla="*/ 430 w 456"/>
                  <a:gd name="T117" fmla="*/ 36 h 376"/>
                  <a:gd name="T118" fmla="*/ 408 w 456"/>
                  <a:gd name="T119" fmla="*/ 58 h 376"/>
                  <a:gd name="T120" fmla="*/ 408 w 456"/>
                  <a:gd name="T121" fmla="*/ 60 h 376"/>
                  <a:gd name="T122" fmla="*/ 456 w 456"/>
                  <a:gd name="T123" fmla="*/ 46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56" h="376">
                    <a:moveTo>
                      <a:pt x="456" y="46"/>
                    </a:moveTo>
                    <a:lnTo>
                      <a:pt x="456" y="46"/>
                    </a:lnTo>
                    <a:lnTo>
                      <a:pt x="448" y="60"/>
                    </a:lnTo>
                    <a:lnTo>
                      <a:pt x="438" y="70"/>
                    </a:lnTo>
                    <a:lnTo>
                      <a:pt x="428" y="80"/>
                    </a:lnTo>
                    <a:lnTo>
                      <a:pt x="416" y="90"/>
                    </a:lnTo>
                    <a:lnTo>
                      <a:pt x="416" y="90"/>
                    </a:lnTo>
                    <a:lnTo>
                      <a:pt x="412" y="94"/>
                    </a:lnTo>
                    <a:lnTo>
                      <a:pt x="410" y="100"/>
                    </a:lnTo>
                    <a:lnTo>
                      <a:pt x="410" y="100"/>
                    </a:lnTo>
                    <a:lnTo>
                      <a:pt x="408" y="134"/>
                    </a:lnTo>
                    <a:lnTo>
                      <a:pt x="404" y="166"/>
                    </a:lnTo>
                    <a:lnTo>
                      <a:pt x="396" y="196"/>
                    </a:lnTo>
                    <a:lnTo>
                      <a:pt x="384" y="224"/>
                    </a:lnTo>
                    <a:lnTo>
                      <a:pt x="370" y="250"/>
                    </a:lnTo>
                    <a:lnTo>
                      <a:pt x="352" y="276"/>
                    </a:lnTo>
                    <a:lnTo>
                      <a:pt x="330" y="300"/>
                    </a:lnTo>
                    <a:lnTo>
                      <a:pt x="306" y="322"/>
                    </a:lnTo>
                    <a:lnTo>
                      <a:pt x="306" y="322"/>
                    </a:lnTo>
                    <a:lnTo>
                      <a:pt x="292" y="332"/>
                    </a:lnTo>
                    <a:lnTo>
                      <a:pt x="278" y="342"/>
                    </a:lnTo>
                    <a:lnTo>
                      <a:pt x="262" y="350"/>
                    </a:lnTo>
                    <a:lnTo>
                      <a:pt x="246" y="356"/>
                    </a:lnTo>
                    <a:lnTo>
                      <a:pt x="214" y="366"/>
                    </a:lnTo>
                    <a:lnTo>
                      <a:pt x="180" y="372"/>
                    </a:lnTo>
                    <a:lnTo>
                      <a:pt x="180" y="372"/>
                    </a:lnTo>
                    <a:lnTo>
                      <a:pt x="158" y="374"/>
                    </a:lnTo>
                    <a:lnTo>
                      <a:pt x="136" y="376"/>
                    </a:lnTo>
                    <a:lnTo>
                      <a:pt x="114" y="374"/>
                    </a:lnTo>
                    <a:lnTo>
                      <a:pt x="94" y="370"/>
                    </a:lnTo>
                    <a:lnTo>
                      <a:pt x="72" y="366"/>
                    </a:lnTo>
                    <a:lnTo>
                      <a:pt x="52" y="358"/>
                    </a:lnTo>
                    <a:lnTo>
                      <a:pt x="32" y="350"/>
                    </a:lnTo>
                    <a:lnTo>
                      <a:pt x="12" y="340"/>
                    </a:lnTo>
                    <a:lnTo>
                      <a:pt x="12" y="340"/>
                    </a:lnTo>
                    <a:lnTo>
                      <a:pt x="0" y="334"/>
                    </a:lnTo>
                    <a:lnTo>
                      <a:pt x="0" y="334"/>
                    </a:lnTo>
                    <a:lnTo>
                      <a:pt x="20" y="334"/>
                    </a:lnTo>
                    <a:lnTo>
                      <a:pt x="38" y="334"/>
                    </a:lnTo>
                    <a:lnTo>
                      <a:pt x="56" y="332"/>
                    </a:lnTo>
                    <a:lnTo>
                      <a:pt x="74" y="328"/>
                    </a:lnTo>
                    <a:lnTo>
                      <a:pt x="90" y="322"/>
                    </a:lnTo>
                    <a:lnTo>
                      <a:pt x="106" y="314"/>
                    </a:lnTo>
                    <a:lnTo>
                      <a:pt x="122" y="304"/>
                    </a:lnTo>
                    <a:lnTo>
                      <a:pt x="138" y="294"/>
                    </a:lnTo>
                    <a:lnTo>
                      <a:pt x="138" y="294"/>
                    </a:lnTo>
                    <a:lnTo>
                      <a:pt x="122" y="292"/>
                    </a:lnTo>
                    <a:lnTo>
                      <a:pt x="108" y="288"/>
                    </a:lnTo>
                    <a:lnTo>
                      <a:pt x="96" y="282"/>
                    </a:lnTo>
                    <a:lnTo>
                      <a:pt x="84" y="274"/>
                    </a:lnTo>
                    <a:lnTo>
                      <a:pt x="84" y="274"/>
                    </a:lnTo>
                    <a:lnTo>
                      <a:pt x="74" y="264"/>
                    </a:lnTo>
                    <a:lnTo>
                      <a:pt x="64" y="254"/>
                    </a:lnTo>
                    <a:lnTo>
                      <a:pt x="58" y="242"/>
                    </a:lnTo>
                    <a:lnTo>
                      <a:pt x="52" y="228"/>
                    </a:lnTo>
                    <a:lnTo>
                      <a:pt x="52" y="228"/>
                    </a:lnTo>
                    <a:lnTo>
                      <a:pt x="90" y="228"/>
                    </a:lnTo>
                    <a:lnTo>
                      <a:pt x="90" y="228"/>
                    </a:lnTo>
                    <a:lnTo>
                      <a:pt x="74" y="220"/>
                    </a:lnTo>
                    <a:lnTo>
                      <a:pt x="60" y="212"/>
                    </a:lnTo>
                    <a:lnTo>
                      <a:pt x="48" y="202"/>
                    </a:lnTo>
                    <a:lnTo>
                      <a:pt x="40" y="192"/>
                    </a:lnTo>
                    <a:lnTo>
                      <a:pt x="32" y="180"/>
                    </a:lnTo>
                    <a:lnTo>
                      <a:pt x="26" y="166"/>
                    </a:lnTo>
                    <a:lnTo>
                      <a:pt x="20" y="150"/>
                    </a:lnTo>
                    <a:lnTo>
                      <a:pt x="18" y="134"/>
                    </a:lnTo>
                    <a:lnTo>
                      <a:pt x="18" y="134"/>
                    </a:lnTo>
                    <a:lnTo>
                      <a:pt x="56" y="146"/>
                    </a:lnTo>
                    <a:lnTo>
                      <a:pt x="56" y="146"/>
                    </a:lnTo>
                    <a:lnTo>
                      <a:pt x="58" y="142"/>
                    </a:lnTo>
                    <a:lnTo>
                      <a:pt x="58" y="142"/>
                    </a:lnTo>
                    <a:lnTo>
                      <a:pt x="42" y="128"/>
                    </a:lnTo>
                    <a:lnTo>
                      <a:pt x="32" y="110"/>
                    </a:lnTo>
                    <a:lnTo>
                      <a:pt x="24" y="92"/>
                    </a:lnTo>
                    <a:lnTo>
                      <a:pt x="20" y="70"/>
                    </a:lnTo>
                    <a:lnTo>
                      <a:pt x="20" y="70"/>
                    </a:lnTo>
                    <a:lnTo>
                      <a:pt x="20" y="58"/>
                    </a:lnTo>
                    <a:lnTo>
                      <a:pt x="22" y="44"/>
                    </a:lnTo>
                    <a:lnTo>
                      <a:pt x="26" y="32"/>
                    </a:lnTo>
                    <a:lnTo>
                      <a:pt x="34" y="18"/>
                    </a:lnTo>
                    <a:lnTo>
                      <a:pt x="34" y="18"/>
                    </a:lnTo>
                    <a:lnTo>
                      <a:pt x="52" y="40"/>
                    </a:lnTo>
                    <a:lnTo>
                      <a:pt x="74" y="58"/>
                    </a:lnTo>
                    <a:lnTo>
                      <a:pt x="96" y="74"/>
                    </a:lnTo>
                    <a:lnTo>
                      <a:pt x="118" y="88"/>
                    </a:lnTo>
                    <a:lnTo>
                      <a:pt x="144" y="98"/>
                    </a:lnTo>
                    <a:lnTo>
                      <a:pt x="170" y="108"/>
                    </a:lnTo>
                    <a:lnTo>
                      <a:pt x="196" y="114"/>
                    </a:lnTo>
                    <a:lnTo>
                      <a:pt x="224" y="116"/>
                    </a:lnTo>
                    <a:lnTo>
                      <a:pt x="224" y="116"/>
                    </a:lnTo>
                    <a:lnTo>
                      <a:pt x="224" y="98"/>
                    </a:lnTo>
                    <a:lnTo>
                      <a:pt x="226" y="82"/>
                    </a:lnTo>
                    <a:lnTo>
                      <a:pt x="226" y="82"/>
                    </a:lnTo>
                    <a:lnTo>
                      <a:pt x="228" y="68"/>
                    </a:lnTo>
                    <a:lnTo>
                      <a:pt x="232" y="56"/>
                    </a:lnTo>
                    <a:lnTo>
                      <a:pt x="238" y="44"/>
                    </a:lnTo>
                    <a:lnTo>
                      <a:pt x="244" y="34"/>
                    </a:lnTo>
                    <a:lnTo>
                      <a:pt x="254" y="26"/>
                    </a:lnTo>
                    <a:lnTo>
                      <a:pt x="264" y="18"/>
                    </a:lnTo>
                    <a:lnTo>
                      <a:pt x="274" y="10"/>
                    </a:lnTo>
                    <a:lnTo>
                      <a:pt x="288" y="6"/>
                    </a:lnTo>
                    <a:lnTo>
                      <a:pt x="288" y="6"/>
                    </a:lnTo>
                    <a:lnTo>
                      <a:pt x="300" y="2"/>
                    </a:lnTo>
                    <a:lnTo>
                      <a:pt x="312" y="0"/>
                    </a:lnTo>
                    <a:lnTo>
                      <a:pt x="326" y="0"/>
                    </a:lnTo>
                    <a:lnTo>
                      <a:pt x="338" y="2"/>
                    </a:lnTo>
                    <a:lnTo>
                      <a:pt x="348" y="6"/>
                    </a:lnTo>
                    <a:lnTo>
                      <a:pt x="360" y="10"/>
                    </a:lnTo>
                    <a:lnTo>
                      <a:pt x="370" y="18"/>
                    </a:lnTo>
                    <a:lnTo>
                      <a:pt x="382" y="26"/>
                    </a:lnTo>
                    <a:lnTo>
                      <a:pt x="382" y="26"/>
                    </a:lnTo>
                    <a:lnTo>
                      <a:pt x="386" y="30"/>
                    </a:lnTo>
                    <a:lnTo>
                      <a:pt x="392" y="28"/>
                    </a:lnTo>
                    <a:lnTo>
                      <a:pt x="392" y="28"/>
                    </a:lnTo>
                    <a:lnTo>
                      <a:pt x="444" y="10"/>
                    </a:lnTo>
                    <a:lnTo>
                      <a:pt x="444" y="10"/>
                    </a:lnTo>
                    <a:lnTo>
                      <a:pt x="438" y="24"/>
                    </a:lnTo>
                    <a:lnTo>
                      <a:pt x="430" y="36"/>
                    </a:lnTo>
                    <a:lnTo>
                      <a:pt x="420" y="48"/>
                    </a:lnTo>
                    <a:lnTo>
                      <a:pt x="408" y="58"/>
                    </a:lnTo>
                    <a:lnTo>
                      <a:pt x="408" y="58"/>
                    </a:lnTo>
                    <a:lnTo>
                      <a:pt x="408" y="60"/>
                    </a:lnTo>
                    <a:lnTo>
                      <a:pt x="408" y="60"/>
                    </a:lnTo>
                    <a:lnTo>
                      <a:pt x="456" y="46"/>
                    </a:lnTo>
                    <a:lnTo>
                      <a:pt x="456" y="4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7" name="Group 56"/>
            <p:cNvGrpSpPr/>
            <p:nvPr/>
          </p:nvGrpSpPr>
          <p:grpSpPr>
            <a:xfrm>
              <a:off x="5127625" y="2970213"/>
              <a:ext cx="914400" cy="914400"/>
              <a:chOff x="5127625" y="2970213"/>
              <a:chExt cx="914400" cy="914400"/>
            </a:xfrm>
          </p:grpSpPr>
          <p:sp>
            <p:nvSpPr>
              <p:cNvPr id="64" name="Freeform 31"/>
              <p:cNvSpPr/>
              <p:nvPr/>
            </p:nvSpPr>
            <p:spPr bwMode="auto">
              <a:xfrm>
                <a:off x="5127625" y="2970213"/>
                <a:ext cx="914400" cy="914400"/>
              </a:xfrm>
              <a:custGeom>
                <a:avLst/>
                <a:gdLst>
                  <a:gd name="T0" fmla="*/ 576 w 576"/>
                  <a:gd name="T1" fmla="*/ 540 h 576"/>
                  <a:gd name="T2" fmla="*/ 576 w 576"/>
                  <a:gd name="T3" fmla="*/ 540 h 576"/>
                  <a:gd name="T4" fmla="*/ 576 w 576"/>
                  <a:gd name="T5" fmla="*/ 548 h 576"/>
                  <a:gd name="T6" fmla="*/ 574 w 576"/>
                  <a:gd name="T7" fmla="*/ 554 h 576"/>
                  <a:gd name="T8" fmla="*/ 570 w 576"/>
                  <a:gd name="T9" fmla="*/ 560 h 576"/>
                  <a:gd name="T10" fmla="*/ 566 w 576"/>
                  <a:gd name="T11" fmla="*/ 566 h 576"/>
                  <a:gd name="T12" fmla="*/ 560 w 576"/>
                  <a:gd name="T13" fmla="*/ 570 h 576"/>
                  <a:gd name="T14" fmla="*/ 554 w 576"/>
                  <a:gd name="T15" fmla="*/ 574 h 576"/>
                  <a:gd name="T16" fmla="*/ 548 w 576"/>
                  <a:gd name="T17" fmla="*/ 576 h 576"/>
                  <a:gd name="T18" fmla="*/ 540 w 576"/>
                  <a:gd name="T19" fmla="*/ 576 h 576"/>
                  <a:gd name="T20" fmla="*/ 36 w 576"/>
                  <a:gd name="T21" fmla="*/ 576 h 576"/>
                  <a:gd name="T22" fmla="*/ 36 w 576"/>
                  <a:gd name="T23" fmla="*/ 576 h 576"/>
                  <a:gd name="T24" fmla="*/ 30 w 576"/>
                  <a:gd name="T25" fmla="*/ 576 h 576"/>
                  <a:gd name="T26" fmla="*/ 22 w 576"/>
                  <a:gd name="T27" fmla="*/ 574 h 576"/>
                  <a:gd name="T28" fmla="*/ 16 w 576"/>
                  <a:gd name="T29" fmla="*/ 570 h 576"/>
                  <a:gd name="T30" fmla="*/ 10 w 576"/>
                  <a:gd name="T31" fmla="*/ 566 h 576"/>
                  <a:gd name="T32" fmla="*/ 6 w 576"/>
                  <a:gd name="T33" fmla="*/ 560 h 576"/>
                  <a:gd name="T34" fmla="*/ 4 w 576"/>
                  <a:gd name="T35" fmla="*/ 554 h 576"/>
                  <a:gd name="T36" fmla="*/ 2 w 576"/>
                  <a:gd name="T37" fmla="*/ 548 h 576"/>
                  <a:gd name="T38" fmla="*/ 0 w 576"/>
                  <a:gd name="T39" fmla="*/ 540 h 576"/>
                  <a:gd name="T40" fmla="*/ 0 w 576"/>
                  <a:gd name="T41" fmla="*/ 36 h 576"/>
                  <a:gd name="T42" fmla="*/ 0 w 576"/>
                  <a:gd name="T43" fmla="*/ 36 h 576"/>
                  <a:gd name="T44" fmla="*/ 2 w 576"/>
                  <a:gd name="T45" fmla="*/ 30 h 576"/>
                  <a:gd name="T46" fmla="*/ 4 w 576"/>
                  <a:gd name="T47" fmla="*/ 22 h 576"/>
                  <a:gd name="T48" fmla="*/ 6 w 576"/>
                  <a:gd name="T49" fmla="*/ 16 h 576"/>
                  <a:gd name="T50" fmla="*/ 10 w 576"/>
                  <a:gd name="T51" fmla="*/ 12 h 576"/>
                  <a:gd name="T52" fmla="*/ 16 w 576"/>
                  <a:gd name="T53" fmla="*/ 6 h 576"/>
                  <a:gd name="T54" fmla="*/ 22 w 576"/>
                  <a:gd name="T55" fmla="*/ 4 h 576"/>
                  <a:gd name="T56" fmla="*/ 30 w 576"/>
                  <a:gd name="T57" fmla="*/ 2 h 576"/>
                  <a:gd name="T58" fmla="*/ 36 w 576"/>
                  <a:gd name="T59" fmla="*/ 0 h 576"/>
                  <a:gd name="T60" fmla="*/ 540 w 576"/>
                  <a:gd name="T61" fmla="*/ 0 h 576"/>
                  <a:gd name="T62" fmla="*/ 540 w 576"/>
                  <a:gd name="T63" fmla="*/ 0 h 576"/>
                  <a:gd name="T64" fmla="*/ 548 w 576"/>
                  <a:gd name="T65" fmla="*/ 2 h 576"/>
                  <a:gd name="T66" fmla="*/ 554 w 576"/>
                  <a:gd name="T67" fmla="*/ 4 h 576"/>
                  <a:gd name="T68" fmla="*/ 560 w 576"/>
                  <a:gd name="T69" fmla="*/ 6 h 576"/>
                  <a:gd name="T70" fmla="*/ 566 w 576"/>
                  <a:gd name="T71" fmla="*/ 12 h 576"/>
                  <a:gd name="T72" fmla="*/ 570 w 576"/>
                  <a:gd name="T73" fmla="*/ 16 h 576"/>
                  <a:gd name="T74" fmla="*/ 574 w 576"/>
                  <a:gd name="T75" fmla="*/ 22 h 576"/>
                  <a:gd name="T76" fmla="*/ 576 w 576"/>
                  <a:gd name="T77" fmla="*/ 30 h 576"/>
                  <a:gd name="T78" fmla="*/ 576 w 576"/>
                  <a:gd name="T79" fmla="*/ 36 h 576"/>
                  <a:gd name="T80" fmla="*/ 576 w 576"/>
                  <a:gd name="T81" fmla="*/ 540 h 576"/>
                  <a:gd name="T82" fmla="*/ 576 w 576"/>
                  <a:gd name="T83" fmla="*/ 54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76" y="540"/>
                    </a:moveTo>
                    <a:lnTo>
                      <a:pt x="576" y="540"/>
                    </a:lnTo>
                    <a:lnTo>
                      <a:pt x="576" y="548"/>
                    </a:lnTo>
                    <a:lnTo>
                      <a:pt x="574" y="554"/>
                    </a:lnTo>
                    <a:lnTo>
                      <a:pt x="570" y="560"/>
                    </a:lnTo>
                    <a:lnTo>
                      <a:pt x="566" y="566"/>
                    </a:lnTo>
                    <a:lnTo>
                      <a:pt x="560" y="570"/>
                    </a:lnTo>
                    <a:lnTo>
                      <a:pt x="554" y="574"/>
                    </a:lnTo>
                    <a:lnTo>
                      <a:pt x="548" y="576"/>
                    </a:lnTo>
                    <a:lnTo>
                      <a:pt x="540" y="576"/>
                    </a:lnTo>
                    <a:lnTo>
                      <a:pt x="36" y="576"/>
                    </a:lnTo>
                    <a:lnTo>
                      <a:pt x="36" y="576"/>
                    </a:lnTo>
                    <a:lnTo>
                      <a:pt x="30" y="576"/>
                    </a:lnTo>
                    <a:lnTo>
                      <a:pt x="22" y="574"/>
                    </a:lnTo>
                    <a:lnTo>
                      <a:pt x="16" y="570"/>
                    </a:lnTo>
                    <a:lnTo>
                      <a:pt x="10" y="566"/>
                    </a:lnTo>
                    <a:lnTo>
                      <a:pt x="6" y="560"/>
                    </a:lnTo>
                    <a:lnTo>
                      <a:pt x="4" y="554"/>
                    </a:lnTo>
                    <a:lnTo>
                      <a:pt x="2" y="548"/>
                    </a:lnTo>
                    <a:lnTo>
                      <a:pt x="0" y="540"/>
                    </a:lnTo>
                    <a:lnTo>
                      <a:pt x="0" y="36"/>
                    </a:lnTo>
                    <a:lnTo>
                      <a:pt x="0" y="36"/>
                    </a:lnTo>
                    <a:lnTo>
                      <a:pt x="2" y="30"/>
                    </a:lnTo>
                    <a:lnTo>
                      <a:pt x="4" y="22"/>
                    </a:lnTo>
                    <a:lnTo>
                      <a:pt x="6" y="16"/>
                    </a:lnTo>
                    <a:lnTo>
                      <a:pt x="10" y="12"/>
                    </a:lnTo>
                    <a:lnTo>
                      <a:pt x="16" y="6"/>
                    </a:lnTo>
                    <a:lnTo>
                      <a:pt x="22" y="4"/>
                    </a:lnTo>
                    <a:lnTo>
                      <a:pt x="30" y="2"/>
                    </a:lnTo>
                    <a:lnTo>
                      <a:pt x="36" y="0"/>
                    </a:lnTo>
                    <a:lnTo>
                      <a:pt x="540" y="0"/>
                    </a:lnTo>
                    <a:lnTo>
                      <a:pt x="540" y="0"/>
                    </a:lnTo>
                    <a:lnTo>
                      <a:pt x="548" y="2"/>
                    </a:lnTo>
                    <a:lnTo>
                      <a:pt x="554" y="4"/>
                    </a:lnTo>
                    <a:lnTo>
                      <a:pt x="560" y="6"/>
                    </a:lnTo>
                    <a:lnTo>
                      <a:pt x="566" y="12"/>
                    </a:lnTo>
                    <a:lnTo>
                      <a:pt x="570" y="16"/>
                    </a:lnTo>
                    <a:lnTo>
                      <a:pt x="574" y="22"/>
                    </a:lnTo>
                    <a:lnTo>
                      <a:pt x="576" y="30"/>
                    </a:lnTo>
                    <a:lnTo>
                      <a:pt x="576" y="36"/>
                    </a:lnTo>
                    <a:lnTo>
                      <a:pt x="576" y="540"/>
                    </a:lnTo>
                    <a:lnTo>
                      <a:pt x="576" y="540"/>
                    </a:lnTo>
                    <a:close/>
                  </a:path>
                </a:pathLst>
              </a:custGeom>
              <a:solidFill>
                <a:srgbClr val="3F529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5" name="Freeform 32"/>
              <p:cNvSpPr/>
              <p:nvPr/>
            </p:nvSpPr>
            <p:spPr bwMode="auto">
              <a:xfrm>
                <a:off x="5499100" y="3113088"/>
                <a:ext cx="400050" cy="771525"/>
              </a:xfrm>
              <a:custGeom>
                <a:avLst/>
                <a:gdLst>
                  <a:gd name="T0" fmla="*/ 162 w 252"/>
                  <a:gd name="T1" fmla="*/ 486 h 486"/>
                  <a:gd name="T2" fmla="*/ 162 w 252"/>
                  <a:gd name="T3" fmla="*/ 270 h 486"/>
                  <a:gd name="T4" fmla="*/ 234 w 252"/>
                  <a:gd name="T5" fmla="*/ 270 h 486"/>
                  <a:gd name="T6" fmla="*/ 252 w 252"/>
                  <a:gd name="T7" fmla="*/ 180 h 486"/>
                  <a:gd name="T8" fmla="*/ 162 w 252"/>
                  <a:gd name="T9" fmla="*/ 180 h 486"/>
                  <a:gd name="T10" fmla="*/ 162 w 252"/>
                  <a:gd name="T11" fmla="*/ 144 h 486"/>
                  <a:gd name="T12" fmla="*/ 162 w 252"/>
                  <a:gd name="T13" fmla="*/ 144 h 486"/>
                  <a:gd name="T14" fmla="*/ 164 w 252"/>
                  <a:gd name="T15" fmla="*/ 132 h 486"/>
                  <a:gd name="T16" fmla="*/ 166 w 252"/>
                  <a:gd name="T17" fmla="*/ 122 h 486"/>
                  <a:gd name="T18" fmla="*/ 170 w 252"/>
                  <a:gd name="T19" fmla="*/ 112 h 486"/>
                  <a:gd name="T20" fmla="*/ 176 w 252"/>
                  <a:gd name="T21" fmla="*/ 104 h 486"/>
                  <a:gd name="T22" fmla="*/ 184 w 252"/>
                  <a:gd name="T23" fmla="*/ 98 h 486"/>
                  <a:gd name="T24" fmla="*/ 192 w 252"/>
                  <a:gd name="T25" fmla="*/ 94 h 486"/>
                  <a:gd name="T26" fmla="*/ 204 w 252"/>
                  <a:gd name="T27" fmla="*/ 92 h 486"/>
                  <a:gd name="T28" fmla="*/ 216 w 252"/>
                  <a:gd name="T29" fmla="*/ 90 h 486"/>
                  <a:gd name="T30" fmla="*/ 252 w 252"/>
                  <a:gd name="T31" fmla="*/ 90 h 486"/>
                  <a:gd name="T32" fmla="*/ 252 w 252"/>
                  <a:gd name="T33" fmla="*/ 0 h 486"/>
                  <a:gd name="T34" fmla="*/ 252 w 252"/>
                  <a:gd name="T35" fmla="*/ 0 h 486"/>
                  <a:gd name="T36" fmla="*/ 180 w 252"/>
                  <a:gd name="T37" fmla="*/ 0 h 486"/>
                  <a:gd name="T38" fmla="*/ 180 w 252"/>
                  <a:gd name="T39" fmla="*/ 0 h 486"/>
                  <a:gd name="T40" fmla="*/ 168 w 252"/>
                  <a:gd name="T41" fmla="*/ 2 h 486"/>
                  <a:gd name="T42" fmla="*/ 156 w 252"/>
                  <a:gd name="T43" fmla="*/ 4 h 486"/>
                  <a:gd name="T44" fmla="*/ 146 w 252"/>
                  <a:gd name="T45" fmla="*/ 6 h 486"/>
                  <a:gd name="T46" fmla="*/ 136 w 252"/>
                  <a:gd name="T47" fmla="*/ 10 h 486"/>
                  <a:gd name="T48" fmla="*/ 126 w 252"/>
                  <a:gd name="T49" fmla="*/ 16 h 486"/>
                  <a:gd name="T50" fmla="*/ 118 w 252"/>
                  <a:gd name="T51" fmla="*/ 22 h 486"/>
                  <a:gd name="T52" fmla="*/ 102 w 252"/>
                  <a:gd name="T53" fmla="*/ 36 h 486"/>
                  <a:gd name="T54" fmla="*/ 90 w 252"/>
                  <a:gd name="T55" fmla="*/ 54 h 486"/>
                  <a:gd name="T56" fmla="*/ 80 w 252"/>
                  <a:gd name="T57" fmla="*/ 76 h 486"/>
                  <a:gd name="T58" fmla="*/ 74 w 252"/>
                  <a:gd name="T59" fmla="*/ 100 h 486"/>
                  <a:gd name="T60" fmla="*/ 72 w 252"/>
                  <a:gd name="T61" fmla="*/ 126 h 486"/>
                  <a:gd name="T62" fmla="*/ 72 w 252"/>
                  <a:gd name="T63" fmla="*/ 180 h 486"/>
                  <a:gd name="T64" fmla="*/ 0 w 252"/>
                  <a:gd name="T65" fmla="*/ 180 h 486"/>
                  <a:gd name="T66" fmla="*/ 0 w 252"/>
                  <a:gd name="T67" fmla="*/ 270 h 486"/>
                  <a:gd name="T68" fmla="*/ 72 w 252"/>
                  <a:gd name="T69" fmla="*/ 270 h 486"/>
                  <a:gd name="T70" fmla="*/ 72 w 252"/>
                  <a:gd name="T71" fmla="*/ 486 h 486"/>
                  <a:gd name="T72" fmla="*/ 162 w 252"/>
                  <a:gd name="T73" fmla="*/ 486 h 486"/>
                  <a:gd name="T74" fmla="*/ 162 w 252"/>
                  <a:gd name="T75" fmla="*/ 486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52" h="486">
                    <a:moveTo>
                      <a:pt x="162" y="486"/>
                    </a:moveTo>
                    <a:lnTo>
                      <a:pt x="162" y="270"/>
                    </a:lnTo>
                    <a:lnTo>
                      <a:pt x="234" y="270"/>
                    </a:lnTo>
                    <a:lnTo>
                      <a:pt x="252" y="180"/>
                    </a:lnTo>
                    <a:lnTo>
                      <a:pt x="162" y="180"/>
                    </a:lnTo>
                    <a:lnTo>
                      <a:pt x="162" y="144"/>
                    </a:lnTo>
                    <a:lnTo>
                      <a:pt x="162" y="144"/>
                    </a:lnTo>
                    <a:lnTo>
                      <a:pt x="164" y="132"/>
                    </a:lnTo>
                    <a:lnTo>
                      <a:pt x="166" y="122"/>
                    </a:lnTo>
                    <a:lnTo>
                      <a:pt x="170" y="112"/>
                    </a:lnTo>
                    <a:lnTo>
                      <a:pt x="176" y="104"/>
                    </a:lnTo>
                    <a:lnTo>
                      <a:pt x="184" y="98"/>
                    </a:lnTo>
                    <a:lnTo>
                      <a:pt x="192" y="94"/>
                    </a:lnTo>
                    <a:lnTo>
                      <a:pt x="204" y="92"/>
                    </a:lnTo>
                    <a:lnTo>
                      <a:pt x="216" y="90"/>
                    </a:lnTo>
                    <a:lnTo>
                      <a:pt x="252" y="90"/>
                    </a:lnTo>
                    <a:lnTo>
                      <a:pt x="252" y="0"/>
                    </a:lnTo>
                    <a:lnTo>
                      <a:pt x="252" y="0"/>
                    </a:lnTo>
                    <a:lnTo>
                      <a:pt x="180" y="0"/>
                    </a:lnTo>
                    <a:lnTo>
                      <a:pt x="180" y="0"/>
                    </a:lnTo>
                    <a:lnTo>
                      <a:pt x="168" y="2"/>
                    </a:lnTo>
                    <a:lnTo>
                      <a:pt x="156" y="4"/>
                    </a:lnTo>
                    <a:lnTo>
                      <a:pt x="146" y="6"/>
                    </a:lnTo>
                    <a:lnTo>
                      <a:pt x="136" y="10"/>
                    </a:lnTo>
                    <a:lnTo>
                      <a:pt x="126" y="16"/>
                    </a:lnTo>
                    <a:lnTo>
                      <a:pt x="118" y="22"/>
                    </a:lnTo>
                    <a:lnTo>
                      <a:pt x="102" y="36"/>
                    </a:lnTo>
                    <a:lnTo>
                      <a:pt x="90" y="54"/>
                    </a:lnTo>
                    <a:lnTo>
                      <a:pt x="80" y="76"/>
                    </a:lnTo>
                    <a:lnTo>
                      <a:pt x="74" y="100"/>
                    </a:lnTo>
                    <a:lnTo>
                      <a:pt x="72" y="126"/>
                    </a:lnTo>
                    <a:lnTo>
                      <a:pt x="72" y="180"/>
                    </a:lnTo>
                    <a:lnTo>
                      <a:pt x="0" y="180"/>
                    </a:lnTo>
                    <a:lnTo>
                      <a:pt x="0" y="270"/>
                    </a:lnTo>
                    <a:lnTo>
                      <a:pt x="72" y="270"/>
                    </a:lnTo>
                    <a:lnTo>
                      <a:pt x="72" y="486"/>
                    </a:lnTo>
                    <a:lnTo>
                      <a:pt x="162" y="486"/>
                    </a:lnTo>
                    <a:lnTo>
                      <a:pt x="162" y="48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nvGrpSpPr>
            <p:cNvPr id="58" name="Group 57"/>
            <p:cNvGrpSpPr/>
            <p:nvPr/>
          </p:nvGrpSpPr>
          <p:grpSpPr>
            <a:xfrm>
              <a:off x="3127375" y="2970213"/>
              <a:ext cx="914400" cy="914400"/>
              <a:chOff x="3127375" y="2970213"/>
              <a:chExt cx="914400" cy="914400"/>
            </a:xfrm>
          </p:grpSpPr>
          <p:sp>
            <p:nvSpPr>
              <p:cNvPr id="59" name="Freeform 26"/>
              <p:cNvSpPr/>
              <p:nvPr/>
            </p:nvSpPr>
            <p:spPr bwMode="auto">
              <a:xfrm>
                <a:off x="3127375" y="2970213"/>
                <a:ext cx="914400" cy="914400"/>
              </a:xfrm>
              <a:custGeom>
                <a:avLst/>
                <a:gdLst>
                  <a:gd name="T0" fmla="*/ 534 w 576"/>
                  <a:gd name="T1" fmla="*/ 0 h 576"/>
                  <a:gd name="T2" fmla="*/ 42 w 576"/>
                  <a:gd name="T3" fmla="*/ 0 h 576"/>
                  <a:gd name="T4" fmla="*/ 42 w 576"/>
                  <a:gd name="T5" fmla="*/ 0 h 576"/>
                  <a:gd name="T6" fmla="*/ 34 w 576"/>
                  <a:gd name="T7" fmla="*/ 2 h 576"/>
                  <a:gd name="T8" fmla="*/ 26 w 576"/>
                  <a:gd name="T9" fmla="*/ 4 h 576"/>
                  <a:gd name="T10" fmla="*/ 18 w 576"/>
                  <a:gd name="T11" fmla="*/ 8 h 576"/>
                  <a:gd name="T12" fmla="*/ 12 w 576"/>
                  <a:gd name="T13" fmla="*/ 12 h 576"/>
                  <a:gd name="T14" fmla="*/ 8 w 576"/>
                  <a:gd name="T15" fmla="*/ 20 h 576"/>
                  <a:gd name="T16" fmla="*/ 4 w 576"/>
                  <a:gd name="T17" fmla="*/ 26 h 576"/>
                  <a:gd name="T18" fmla="*/ 0 w 576"/>
                  <a:gd name="T19" fmla="*/ 34 h 576"/>
                  <a:gd name="T20" fmla="*/ 0 w 576"/>
                  <a:gd name="T21" fmla="*/ 42 h 576"/>
                  <a:gd name="T22" fmla="*/ 0 w 576"/>
                  <a:gd name="T23" fmla="*/ 536 h 576"/>
                  <a:gd name="T24" fmla="*/ 0 w 576"/>
                  <a:gd name="T25" fmla="*/ 536 h 576"/>
                  <a:gd name="T26" fmla="*/ 0 w 576"/>
                  <a:gd name="T27" fmla="*/ 544 h 576"/>
                  <a:gd name="T28" fmla="*/ 4 w 576"/>
                  <a:gd name="T29" fmla="*/ 552 h 576"/>
                  <a:gd name="T30" fmla="*/ 8 w 576"/>
                  <a:gd name="T31" fmla="*/ 558 h 576"/>
                  <a:gd name="T32" fmla="*/ 12 w 576"/>
                  <a:gd name="T33" fmla="*/ 564 h 576"/>
                  <a:gd name="T34" fmla="*/ 18 w 576"/>
                  <a:gd name="T35" fmla="*/ 570 h 576"/>
                  <a:gd name="T36" fmla="*/ 26 w 576"/>
                  <a:gd name="T37" fmla="*/ 574 h 576"/>
                  <a:gd name="T38" fmla="*/ 34 w 576"/>
                  <a:gd name="T39" fmla="*/ 576 h 576"/>
                  <a:gd name="T40" fmla="*/ 42 w 576"/>
                  <a:gd name="T41" fmla="*/ 576 h 576"/>
                  <a:gd name="T42" fmla="*/ 534 w 576"/>
                  <a:gd name="T43" fmla="*/ 576 h 576"/>
                  <a:gd name="T44" fmla="*/ 534 w 576"/>
                  <a:gd name="T45" fmla="*/ 576 h 576"/>
                  <a:gd name="T46" fmla="*/ 542 w 576"/>
                  <a:gd name="T47" fmla="*/ 576 h 576"/>
                  <a:gd name="T48" fmla="*/ 550 w 576"/>
                  <a:gd name="T49" fmla="*/ 574 h 576"/>
                  <a:gd name="T50" fmla="*/ 558 w 576"/>
                  <a:gd name="T51" fmla="*/ 570 h 576"/>
                  <a:gd name="T52" fmla="*/ 564 w 576"/>
                  <a:gd name="T53" fmla="*/ 564 h 576"/>
                  <a:gd name="T54" fmla="*/ 568 w 576"/>
                  <a:gd name="T55" fmla="*/ 558 h 576"/>
                  <a:gd name="T56" fmla="*/ 572 w 576"/>
                  <a:gd name="T57" fmla="*/ 552 h 576"/>
                  <a:gd name="T58" fmla="*/ 576 w 576"/>
                  <a:gd name="T59" fmla="*/ 544 h 576"/>
                  <a:gd name="T60" fmla="*/ 576 w 576"/>
                  <a:gd name="T61" fmla="*/ 536 h 576"/>
                  <a:gd name="T62" fmla="*/ 576 w 576"/>
                  <a:gd name="T63" fmla="*/ 42 h 576"/>
                  <a:gd name="T64" fmla="*/ 576 w 576"/>
                  <a:gd name="T65" fmla="*/ 42 h 576"/>
                  <a:gd name="T66" fmla="*/ 576 w 576"/>
                  <a:gd name="T67" fmla="*/ 34 h 576"/>
                  <a:gd name="T68" fmla="*/ 572 w 576"/>
                  <a:gd name="T69" fmla="*/ 26 h 576"/>
                  <a:gd name="T70" fmla="*/ 568 w 576"/>
                  <a:gd name="T71" fmla="*/ 20 h 576"/>
                  <a:gd name="T72" fmla="*/ 564 w 576"/>
                  <a:gd name="T73" fmla="*/ 12 h 576"/>
                  <a:gd name="T74" fmla="*/ 558 w 576"/>
                  <a:gd name="T75" fmla="*/ 8 h 576"/>
                  <a:gd name="T76" fmla="*/ 550 w 576"/>
                  <a:gd name="T77" fmla="*/ 4 h 576"/>
                  <a:gd name="T78" fmla="*/ 542 w 576"/>
                  <a:gd name="T79" fmla="*/ 2 h 576"/>
                  <a:gd name="T80" fmla="*/ 534 w 576"/>
                  <a:gd name="T81" fmla="*/ 0 h 576"/>
                  <a:gd name="T82" fmla="*/ 534 w 576"/>
                  <a:gd name="T83" fmla="*/ 0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76" h="576">
                    <a:moveTo>
                      <a:pt x="534" y="0"/>
                    </a:moveTo>
                    <a:lnTo>
                      <a:pt x="42" y="0"/>
                    </a:lnTo>
                    <a:lnTo>
                      <a:pt x="42" y="0"/>
                    </a:lnTo>
                    <a:lnTo>
                      <a:pt x="34" y="2"/>
                    </a:lnTo>
                    <a:lnTo>
                      <a:pt x="26" y="4"/>
                    </a:lnTo>
                    <a:lnTo>
                      <a:pt x="18" y="8"/>
                    </a:lnTo>
                    <a:lnTo>
                      <a:pt x="12" y="12"/>
                    </a:lnTo>
                    <a:lnTo>
                      <a:pt x="8" y="20"/>
                    </a:lnTo>
                    <a:lnTo>
                      <a:pt x="4" y="26"/>
                    </a:lnTo>
                    <a:lnTo>
                      <a:pt x="0" y="34"/>
                    </a:lnTo>
                    <a:lnTo>
                      <a:pt x="0" y="42"/>
                    </a:lnTo>
                    <a:lnTo>
                      <a:pt x="0" y="536"/>
                    </a:lnTo>
                    <a:lnTo>
                      <a:pt x="0" y="536"/>
                    </a:lnTo>
                    <a:lnTo>
                      <a:pt x="0" y="544"/>
                    </a:lnTo>
                    <a:lnTo>
                      <a:pt x="4" y="552"/>
                    </a:lnTo>
                    <a:lnTo>
                      <a:pt x="8" y="558"/>
                    </a:lnTo>
                    <a:lnTo>
                      <a:pt x="12" y="564"/>
                    </a:lnTo>
                    <a:lnTo>
                      <a:pt x="18" y="570"/>
                    </a:lnTo>
                    <a:lnTo>
                      <a:pt x="26" y="574"/>
                    </a:lnTo>
                    <a:lnTo>
                      <a:pt x="34" y="576"/>
                    </a:lnTo>
                    <a:lnTo>
                      <a:pt x="42" y="576"/>
                    </a:lnTo>
                    <a:lnTo>
                      <a:pt x="534" y="576"/>
                    </a:lnTo>
                    <a:lnTo>
                      <a:pt x="534" y="576"/>
                    </a:lnTo>
                    <a:lnTo>
                      <a:pt x="542" y="576"/>
                    </a:lnTo>
                    <a:lnTo>
                      <a:pt x="550" y="574"/>
                    </a:lnTo>
                    <a:lnTo>
                      <a:pt x="558" y="570"/>
                    </a:lnTo>
                    <a:lnTo>
                      <a:pt x="564" y="564"/>
                    </a:lnTo>
                    <a:lnTo>
                      <a:pt x="568" y="558"/>
                    </a:lnTo>
                    <a:lnTo>
                      <a:pt x="572" y="552"/>
                    </a:lnTo>
                    <a:lnTo>
                      <a:pt x="576" y="544"/>
                    </a:lnTo>
                    <a:lnTo>
                      <a:pt x="576" y="536"/>
                    </a:lnTo>
                    <a:lnTo>
                      <a:pt x="576" y="42"/>
                    </a:lnTo>
                    <a:lnTo>
                      <a:pt x="576" y="42"/>
                    </a:lnTo>
                    <a:lnTo>
                      <a:pt x="576" y="34"/>
                    </a:lnTo>
                    <a:lnTo>
                      <a:pt x="572" y="26"/>
                    </a:lnTo>
                    <a:lnTo>
                      <a:pt x="568" y="20"/>
                    </a:lnTo>
                    <a:lnTo>
                      <a:pt x="564" y="12"/>
                    </a:lnTo>
                    <a:lnTo>
                      <a:pt x="558" y="8"/>
                    </a:lnTo>
                    <a:lnTo>
                      <a:pt x="550" y="4"/>
                    </a:lnTo>
                    <a:lnTo>
                      <a:pt x="542" y="2"/>
                    </a:lnTo>
                    <a:lnTo>
                      <a:pt x="534" y="0"/>
                    </a:lnTo>
                    <a:lnTo>
                      <a:pt x="534" y="0"/>
                    </a:lnTo>
                    <a:close/>
                  </a:path>
                </a:pathLst>
              </a:custGeom>
              <a:solidFill>
                <a:srgbClr val="0076B3"/>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0" name="Freeform 27"/>
              <p:cNvSpPr>
                <a:spLocks noEditPoints="1"/>
              </p:cNvSpPr>
              <p:nvPr/>
            </p:nvSpPr>
            <p:spPr bwMode="auto">
              <a:xfrm>
                <a:off x="3251200" y="3097213"/>
                <a:ext cx="158750" cy="654050"/>
              </a:xfrm>
              <a:custGeom>
                <a:avLst/>
                <a:gdLst>
                  <a:gd name="T0" fmla="*/ 8 w 100"/>
                  <a:gd name="T1" fmla="*/ 136 h 412"/>
                  <a:gd name="T2" fmla="*/ 92 w 100"/>
                  <a:gd name="T3" fmla="*/ 136 h 412"/>
                  <a:gd name="T4" fmla="*/ 92 w 100"/>
                  <a:gd name="T5" fmla="*/ 412 h 412"/>
                  <a:gd name="T6" fmla="*/ 8 w 100"/>
                  <a:gd name="T7" fmla="*/ 412 h 412"/>
                  <a:gd name="T8" fmla="*/ 8 w 100"/>
                  <a:gd name="T9" fmla="*/ 136 h 412"/>
                  <a:gd name="T10" fmla="*/ 8 w 100"/>
                  <a:gd name="T11" fmla="*/ 136 h 412"/>
                  <a:gd name="T12" fmla="*/ 50 w 100"/>
                  <a:gd name="T13" fmla="*/ 0 h 412"/>
                  <a:gd name="T14" fmla="*/ 50 w 100"/>
                  <a:gd name="T15" fmla="*/ 0 h 412"/>
                  <a:gd name="T16" fmla="*/ 60 w 100"/>
                  <a:gd name="T17" fmla="*/ 2 h 412"/>
                  <a:gd name="T18" fmla="*/ 70 w 100"/>
                  <a:gd name="T19" fmla="*/ 4 h 412"/>
                  <a:gd name="T20" fmla="*/ 78 w 100"/>
                  <a:gd name="T21" fmla="*/ 8 h 412"/>
                  <a:gd name="T22" fmla="*/ 86 w 100"/>
                  <a:gd name="T23" fmla="*/ 14 h 412"/>
                  <a:gd name="T24" fmla="*/ 92 w 100"/>
                  <a:gd name="T25" fmla="*/ 22 h 412"/>
                  <a:gd name="T26" fmla="*/ 96 w 100"/>
                  <a:gd name="T27" fmla="*/ 30 h 412"/>
                  <a:gd name="T28" fmla="*/ 98 w 100"/>
                  <a:gd name="T29" fmla="*/ 40 h 412"/>
                  <a:gd name="T30" fmla="*/ 100 w 100"/>
                  <a:gd name="T31" fmla="*/ 50 h 412"/>
                  <a:gd name="T32" fmla="*/ 100 w 100"/>
                  <a:gd name="T33" fmla="*/ 50 h 412"/>
                  <a:gd name="T34" fmla="*/ 98 w 100"/>
                  <a:gd name="T35" fmla="*/ 60 h 412"/>
                  <a:gd name="T36" fmla="*/ 96 w 100"/>
                  <a:gd name="T37" fmla="*/ 68 h 412"/>
                  <a:gd name="T38" fmla="*/ 92 w 100"/>
                  <a:gd name="T39" fmla="*/ 78 h 412"/>
                  <a:gd name="T40" fmla="*/ 86 w 100"/>
                  <a:gd name="T41" fmla="*/ 84 h 412"/>
                  <a:gd name="T42" fmla="*/ 78 w 100"/>
                  <a:gd name="T43" fmla="*/ 90 h 412"/>
                  <a:gd name="T44" fmla="*/ 70 w 100"/>
                  <a:gd name="T45" fmla="*/ 96 h 412"/>
                  <a:gd name="T46" fmla="*/ 60 w 100"/>
                  <a:gd name="T47" fmla="*/ 98 h 412"/>
                  <a:gd name="T48" fmla="*/ 50 w 100"/>
                  <a:gd name="T49" fmla="*/ 100 h 412"/>
                  <a:gd name="T50" fmla="*/ 50 w 100"/>
                  <a:gd name="T51" fmla="*/ 100 h 412"/>
                  <a:gd name="T52" fmla="*/ 40 w 100"/>
                  <a:gd name="T53" fmla="*/ 98 h 412"/>
                  <a:gd name="T54" fmla="*/ 30 w 100"/>
                  <a:gd name="T55" fmla="*/ 96 h 412"/>
                  <a:gd name="T56" fmla="*/ 22 w 100"/>
                  <a:gd name="T57" fmla="*/ 90 h 412"/>
                  <a:gd name="T58" fmla="*/ 16 w 100"/>
                  <a:gd name="T59" fmla="*/ 84 h 412"/>
                  <a:gd name="T60" fmla="*/ 10 w 100"/>
                  <a:gd name="T61" fmla="*/ 78 h 412"/>
                  <a:gd name="T62" fmla="*/ 4 w 100"/>
                  <a:gd name="T63" fmla="*/ 68 h 412"/>
                  <a:gd name="T64" fmla="*/ 2 w 100"/>
                  <a:gd name="T65" fmla="*/ 60 h 412"/>
                  <a:gd name="T66" fmla="*/ 0 w 100"/>
                  <a:gd name="T67" fmla="*/ 50 h 412"/>
                  <a:gd name="T68" fmla="*/ 0 w 100"/>
                  <a:gd name="T69" fmla="*/ 50 h 412"/>
                  <a:gd name="T70" fmla="*/ 2 w 100"/>
                  <a:gd name="T71" fmla="*/ 40 h 412"/>
                  <a:gd name="T72" fmla="*/ 4 w 100"/>
                  <a:gd name="T73" fmla="*/ 30 h 412"/>
                  <a:gd name="T74" fmla="*/ 10 w 100"/>
                  <a:gd name="T75" fmla="*/ 22 h 412"/>
                  <a:gd name="T76" fmla="*/ 16 w 100"/>
                  <a:gd name="T77" fmla="*/ 14 h 412"/>
                  <a:gd name="T78" fmla="*/ 22 w 100"/>
                  <a:gd name="T79" fmla="*/ 8 h 412"/>
                  <a:gd name="T80" fmla="*/ 30 w 100"/>
                  <a:gd name="T81" fmla="*/ 4 h 412"/>
                  <a:gd name="T82" fmla="*/ 40 w 100"/>
                  <a:gd name="T83" fmla="*/ 2 h 412"/>
                  <a:gd name="T84" fmla="*/ 50 w 100"/>
                  <a:gd name="T85" fmla="*/ 0 h 4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0" h="412">
                    <a:moveTo>
                      <a:pt x="8" y="136"/>
                    </a:moveTo>
                    <a:lnTo>
                      <a:pt x="92" y="136"/>
                    </a:lnTo>
                    <a:lnTo>
                      <a:pt x="92" y="412"/>
                    </a:lnTo>
                    <a:lnTo>
                      <a:pt x="8" y="412"/>
                    </a:lnTo>
                    <a:lnTo>
                      <a:pt x="8" y="136"/>
                    </a:lnTo>
                    <a:lnTo>
                      <a:pt x="8" y="136"/>
                    </a:lnTo>
                    <a:close/>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1" name="Freeform 28"/>
              <p:cNvSpPr/>
              <p:nvPr/>
            </p:nvSpPr>
            <p:spPr bwMode="auto">
              <a:xfrm>
                <a:off x="3263900" y="3313113"/>
                <a:ext cx="133350" cy="438150"/>
              </a:xfrm>
              <a:custGeom>
                <a:avLst/>
                <a:gdLst>
                  <a:gd name="T0" fmla="*/ 0 w 84"/>
                  <a:gd name="T1" fmla="*/ 0 h 276"/>
                  <a:gd name="T2" fmla="*/ 84 w 84"/>
                  <a:gd name="T3" fmla="*/ 0 h 276"/>
                  <a:gd name="T4" fmla="*/ 84 w 84"/>
                  <a:gd name="T5" fmla="*/ 276 h 276"/>
                  <a:gd name="T6" fmla="*/ 0 w 84"/>
                  <a:gd name="T7" fmla="*/ 276 h 276"/>
                  <a:gd name="T8" fmla="*/ 0 w 84"/>
                  <a:gd name="T9" fmla="*/ 0 h 276"/>
                  <a:gd name="T10" fmla="*/ 0 w 84"/>
                  <a:gd name="T11" fmla="*/ 0 h 276"/>
                </a:gdLst>
                <a:ahLst/>
                <a:cxnLst>
                  <a:cxn ang="0">
                    <a:pos x="T0" y="T1"/>
                  </a:cxn>
                  <a:cxn ang="0">
                    <a:pos x="T2" y="T3"/>
                  </a:cxn>
                  <a:cxn ang="0">
                    <a:pos x="T4" y="T5"/>
                  </a:cxn>
                  <a:cxn ang="0">
                    <a:pos x="T6" y="T7"/>
                  </a:cxn>
                  <a:cxn ang="0">
                    <a:pos x="T8" y="T9"/>
                  </a:cxn>
                  <a:cxn ang="0">
                    <a:pos x="T10" y="T11"/>
                  </a:cxn>
                </a:cxnLst>
                <a:rect l="0" t="0" r="r" b="b"/>
                <a:pathLst>
                  <a:path w="84" h="276">
                    <a:moveTo>
                      <a:pt x="0" y="0"/>
                    </a:moveTo>
                    <a:lnTo>
                      <a:pt x="84" y="0"/>
                    </a:lnTo>
                    <a:lnTo>
                      <a:pt x="84" y="276"/>
                    </a:lnTo>
                    <a:lnTo>
                      <a:pt x="0" y="276"/>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2" name="Freeform 29"/>
              <p:cNvSpPr/>
              <p:nvPr/>
            </p:nvSpPr>
            <p:spPr bwMode="auto">
              <a:xfrm>
                <a:off x="3251200" y="3097213"/>
                <a:ext cx="158750" cy="158750"/>
              </a:xfrm>
              <a:custGeom>
                <a:avLst/>
                <a:gdLst>
                  <a:gd name="T0" fmla="*/ 50 w 100"/>
                  <a:gd name="T1" fmla="*/ 0 h 100"/>
                  <a:gd name="T2" fmla="*/ 50 w 100"/>
                  <a:gd name="T3" fmla="*/ 0 h 100"/>
                  <a:gd name="T4" fmla="*/ 60 w 100"/>
                  <a:gd name="T5" fmla="*/ 2 h 100"/>
                  <a:gd name="T6" fmla="*/ 70 w 100"/>
                  <a:gd name="T7" fmla="*/ 4 h 100"/>
                  <a:gd name="T8" fmla="*/ 78 w 100"/>
                  <a:gd name="T9" fmla="*/ 8 h 100"/>
                  <a:gd name="T10" fmla="*/ 86 w 100"/>
                  <a:gd name="T11" fmla="*/ 14 h 100"/>
                  <a:gd name="T12" fmla="*/ 92 w 100"/>
                  <a:gd name="T13" fmla="*/ 22 h 100"/>
                  <a:gd name="T14" fmla="*/ 96 w 100"/>
                  <a:gd name="T15" fmla="*/ 30 h 100"/>
                  <a:gd name="T16" fmla="*/ 98 w 100"/>
                  <a:gd name="T17" fmla="*/ 40 h 100"/>
                  <a:gd name="T18" fmla="*/ 100 w 100"/>
                  <a:gd name="T19" fmla="*/ 50 h 100"/>
                  <a:gd name="T20" fmla="*/ 100 w 100"/>
                  <a:gd name="T21" fmla="*/ 50 h 100"/>
                  <a:gd name="T22" fmla="*/ 98 w 100"/>
                  <a:gd name="T23" fmla="*/ 60 h 100"/>
                  <a:gd name="T24" fmla="*/ 96 w 100"/>
                  <a:gd name="T25" fmla="*/ 68 h 100"/>
                  <a:gd name="T26" fmla="*/ 92 w 100"/>
                  <a:gd name="T27" fmla="*/ 78 h 100"/>
                  <a:gd name="T28" fmla="*/ 86 w 100"/>
                  <a:gd name="T29" fmla="*/ 84 h 100"/>
                  <a:gd name="T30" fmla="*/ 78 w 100"/>
                  <a:gd name="T31" fmla="*/ 90 h 100"/>
                  <a:gd name="T32" fmla="*/ 70 w 100"/>
                  <a:gd name="T33" fmla="*/ 96 h 100"/>
                  <a:gd name="T34" fmla="*/ 60 w 100"/>
                  <a:gd name="T35" fmla="*/ 98 h 100"/>
                  <a:gd name="T36" fmla="*/ 50 w 100"/>
                  <a:gd name="T37" fmla="*/ 100 h 100"/>
                  <a:gd name="T38" fmla="*/ 50 w 100"/>
                  <a:gd name="T39" fmla="*/ 100 h 100"/>
                  <a:gd name="T40" fmla="*/ 40 w 100"/>
                  <a:gd name="T41" fmla="*/ 98 h 100"/>
                  <a:gd name="T42" fmla="*/ 30 w 100"/>
                  <a:gd name="T43" fmla="*/ 96 h 100"/>
                  <a:gd name="T44" fmla="*/ 22 w 100"/>
                  <a:gd name="T45" fmla="*/ 90 h 100"/>
                  <a:gd name="T46" fmla="*/ 16 w 100"/>
                  <a:gd name="T47" fmla="*/ 84 h 100"/>
                  <a:gd name="T48" fmla="*/ 10 w 100"/>
                  <a:gd name="T49" fmla="*/ 78 h 100"/>
                  <a:gd name="T50" fmla="*/ 4 w 100"/>
                  <a:gd name="T51" fmla="*/ 68 h 100"/>
                  <a:gd name="T52" fmla="*/ 2 w 100"/>
                  <a:gd name="T53" fmla="*/ 60 h 100"/>
                  <a:gd name="T54" fmla="*/ 0 w 100"/>
                  <a:gd name="T55" fmla="*/ 50 h 100"/>
                  <a:gd name="T56" fmla="*/ 0 w 100"/>
                  <a:gd name="T57" fmla="*/ 50 h 100"/>
                  <a:gd name="T58" fmla="*/ 2 w 100"/>
                  <a:gd name="T59" fmla="*/ 40 h 100"/>
                  <a:gd name="T60" fmla="*/ 4 w 100"/>
                  <a:gd name="T61" fmla="*/ 30 h 100"/>
                  <a:gd name="T62" fmla="*/ 10 w 100"/>
                  <a:gd name="T63" fmla="*/ 22 h 100"/>
                  <a:gd name="T64" fmla="*/ 16 w 100"/>
                  <a:gd name="T65" fmla="*/ 14 h 100"/>
                  <a:gd name="T66" fmla="*/ 22 w 100"/>
                  <a:gd name="T67" fmla="*/ 8 h 100"/>
                  <a:gd name="T68" fmla="*/ 30 w 100"/>
                  <a:gd name="T69" fmla="*/ 4 h 100"/>
                  <a:gd name="T70" fmla="*/ 40 w 100"/>
                  <a:gd name="T71" fmla="*/ 2 h 100"/>
                  <a:gd name="T72" fmla="*/ 50 w 100"/>
                  <a:gd name="T73"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0" h="100">
                    <a:moveTo>
                      <a:pt x="50" y="0"/>
                    </a:moveTo>
                    <a:lnTo>
                      <a:pt x="50" y="0"/>
                    </a:lnTo>
                    <a:lnTo>
                      <a:pt x="60" y="2"/>
                    </a:lnTo>
                    <a:lnTo>
                      <a:pt x="70" y="4"/>
                    </a:lnTo>
                    <a:lnTo>
                      <a:pt x="78" y="8"/>
                    </a:lnTo>
                    <a:lnTo>
                      <a:pt x="86" y="14"/>
                    </a:lnTo>
                    <a:lnTo>
                      <a:pt x="92" y="22"/>
                    </a:lnTo>
                    <a:lnTo>
                      <a:pt x="96" y="30"/>
                    </a:lnTo>
                    <a:lnTo>
                      <a:pt x="98" y="40"/>
                    </a:lnTo>
                    <a:lnTo>
                      <a:pt x="100" y="50"/>
                    </a:lnTo>
                    <a:lnTo>
                      <a:pt x="100" y="50"/>
                    </a:lnTo>
                    <a:lnTo>
                      <a:pt x="98" y="60"/>
                    </a:lnTo>
                    <a:lnTo>
                      <a:pt x="96" y="68"/>
                    </a:lnTo>
                    <a:lnTo>
                      <a:pt x="92" y="78"/>
                    </a:lnTo>
                    <a:lnTo>
                      <a:pt x="86" y="84"/>
                    </a:lnTo>
                    <a:lnTo>
                      <a:pt x="78" y="90"/>
                    </a:lnTo>
                    <a:lnTo>
                      <a:pt x="70" y="96"/>
                    </a:lnTo>
                    <a:lnTo>
                      <a:pt x="60" y="98"/>
                    </a:lnTo>
                    <a:lnTo>
                      <a:pt x="50" y="100"/>
                    </a:lnTo>
                    <a:lnTo>
                      <a:pt x="50" y="100"/>
                    </a:lnTo>
                    <a:lnTo>
                      <a:pt x="40" y="98"/>
                    </a:lnTo>
                    <a:lnTo>
                      <a:pt x="30" y="96"/>
                    </a:lnTo>
                    <a:lnTo>
                      <a:pt x="22" y="90"/>
                    </a:lnTo>
                    <a:lnTo>
                      <a:pt x="16" y="84"/>
                    </a:lnTo>
                    <a:lnTo>
                      <a:pt x="10" y="78"/>
                    </a:lnTo>
                    <a:lnTo>
                      <a:pt x="4" y="68"/>
                    </a:lnTo>
                    <a:lnTo>
                      <a:pt x="2" y="60"/>
                    </a:lnTo>
                    <a:lnTo>
                      <a:pt x="0" y="50"/>
                    </a:lnTo>
                    <a:lnTo>
                      <a:pt x="0" y="50"/>
                    </a:lnTo>
                    <a:lnTo>
                      <a:pt x="2" y="40"/>
                    </a:lnTo>
                    <a:lnTo>
                      <a:pt x="4" y="30"/>
                    </a:lnTo>
                    <a:lnTo>
                      <a:pt x="10" y="22"/>
                    </a:lnTo>
                    <a:lnTo>
                      <a:pt x="16" y="14"/>
                    </a:lnTo>
                    <a:lnTo>
                      <a:pt x="22" y="8"/>
                    </a:lnTo>
                    <a:lnTo>
                      <a:pt x="30" y="4"/>
                    </a:lnTo>
                    <a:lnTo>
                      <a:pt x="40" y="2"/>
                    </a:lnTo>
                    <a:lnTo>
                      <a:pt x="5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sp>
            <p:nvSpPr>
              <p:cNvPr id="63" name="Freeform 30"/>
              <p:cNvSpPr/>
              <p:nvPr/>
            </p:nvSpPr>
            <p:spPr bwMode="auto">
              <a:xfrm>
                <a:off x="3482975" y="3303588"/>
                <a:ext cx="422275" cy="447675"/>
              </a:xfrm>
              <a:custGeom>
                <a:avLst/>
                <a:gdLst>
                  <a:gd name="T0" fmla="*/ 0 w 266"/>
                  <a:gd name="T1" fmla="*/ 6 h 282"/>
                  <a:gd name="T2" fmla="*/ 82 w 266"/>
                  <a:gd name="T3" fmla="*/ 6 h 282"/>
                  <a:gd name="T4" fmla="*/ 82 w 266"/>
                  <a:gd name="T5" fmla="*/ 44 h 282"/>
                  <a:gd name="T6" fmla="*/ 84 w 266"/>
                  <a:gd name="T7" fmla="*/ 44 h 282"/>
                  <a:gd name="T8" fmla="*/ 84 w 266"/>
                  <a:gd name="T9" fmla="*/ 44 h 282"/>
                  <a:gd name="T10" fmla="*/ 88 w 266"/>
                  <a:gd name="T11" fmla="*/ 36 h 282"/>
                  <a:gd name="T12" fmla="*/ 96 w 266"/>
                  <a:gd name="T13" fmla="*/ 28 h 282"/>
                  <a:gd name="T14" fmla="*/ 104 w 266"/>
                  <a:gd name="T15" fmla="*/ 20 h 282"/>
                  <a:gd name="T16" fmla="*/ 112 w 266"/>
                  <a:gd name="T17" fmla="*/ 14 h 282"/>
                  <a:gd name="T18" fmla="*/ 124 w 266"/>
                  <a:gd name="T19" fmla="*/ 8 h 282"/>
                  <a:gd name="T20" fmla="*/ 136 w 266"/>
                  <a:gd name="T21" fmla="*/ 4 h 282"/>
                  <a:gd name="T22" fmla="*/ 150 w 266"/>
                  <a:gd name="T23" fmla="*/ 0 h 282"/>
                  <a:gd name="T24" fmla="*/ 164 w 266"/>
                  <a:gd name="T25" fmla="*/ 0 h 282"/>
                  <a:gd name="T26" fmla="*/ 164 w 266"/>
                  <a:gd name="T27" fmla="*/ 0 h 282"/>
                  <a:gd name="T28" fmla="*/ 180 w 266"/>
                  <a:gd name="T29" fmla="*/ 0 h 282"/>
                  <a:gd name="T30" fmla="*/ 194 w 266"/>
                  <a:gd name="T31" fmla="*/ 2 h 282"/>
                  <a:gd name="T32" fmla="*/ 206 w 266"/>
                  <a:gd name="T33" fmla="*/ 6 h 282"/>
                  <a:gd name="T34" fmla="*/ 216 w 266"/>
                  <a:gd name="T35" fmla="*/ 10 h 282"/>
                  <a:gd name="T36" fmla="*/ 226 w 266"/>
                  <a:gd name="T37" fmla="*/ 16 h 282"/>
                  <a:gd name="T38" fmla="*/ 234 w 266"/>
                  <a:gd name="T39" fmla="*/ 22 h 282"/>
                  <a:gd name="T40" fmla="*/ 242 w 266"/>
                  <a:gd name="T41" fmla="*/ 30 h 282"/>
                  <a:gd name="T42" fmla="*/ 248 w 266"/>
                  <a:gd name="T43" fmla="*/ 38 h 282"/>
                  <a:gd name="T44" fmla="*/ 254 w 266"/>
                  <a:gd name="T45" fmla="*/ 46 h 282"/>
                  <a:gd name="T46" fmla="*/ 258 w 266"/>
                  <a:gd name="T47" fmla="*/ 56 h 282"/>
                  <a:gd name="T48" fmla="*/ 262 w 266"/>
                  <a:gd name="T49" fmla="*/ 80 h 282"/>
                  <a:gd name="T50" fmla="*/ 266 w 266"/>
                  <a:gd name="T51" fmla="*/ 104 h 282"/>
                  <a:gd name="T52" fmla="*/ 266 w 266"/>
                  <a:gd name="T53" fmla="*/ 130 h 282"/>
                  <a:gd name="T54" fmla="*/ 266 w 266"/>
                  <a:gd name="T55" fmla="*/ 282 h 282"/>
                  <a:gd name="T56" fmla="*/ 182 w 266"/>
                  <a:gd name="T57" fmla="*/ 282 h 282"/>
                  <a:gd name="T58" fmla="*/ 182 w 266"/>
                  <a:gd name="T59" fmla="*/ 148 h 282"/>
                  <a:gd name="T60" fmla="*/ 182 w 266"/>
                  <a:gd name="T61" fmla="*/ 148 h 282"/>
                  <a:gd name="T62" fmla="*/ 180 w 266"/>
                  <a:gd name="T63" fmla="*/ 124 h 282"/>
                  <a:gd name="T64" fmla="*/ 178 w 266"/>
                  <a:gd name="T65" fmla="*/ 110 h 282"/>
                  <a:gd name="T66" fmla="*/ 176 w 266"/>
                  <a:gd name="T67" fmla="*/ 100 h 282"/>
                  <a:gd name="T68" fmla="*/ 170 w 266"/>
                  <a:gd name="T69" fmla="*/ 90 h 282"/>
                  <a:gd name="T70" fmla="*/ 162 w 266"/>
                  <a:gd name="T71" fmla="*/ 82 h 282"/>
                  <a:gd name="T72" fmla="*/ 152 w 266"/>
                  <a:gd name="T73" fmla="*/ 76 h 282"/>
                  <a:gd name="T74" fmla="*/ 138 w 266"/>
                  <a:gd name="T75" fmla="*/ 76 h 282"/>
                  <a:gd name="T76" fmla="*/ 138 w 266"/>
                  <a:gd name="T77" fmla="*/ 76 h 282"/>
                  <a:gd name="T78" fmla="*/ 122 w 266"/>
                  <a:gd name="T79" fmla="*/ 76 h 282"/>
                  <a:gd name="T80" fmla="*/ 110 w 266"/>
                  <a:gd name="T81" fmla="*/ 82 h 282"/>
                  <a:gd name="T82" fmla="*/ 102 w 266"/>
                  <a:gd name="T83" fmla="*/ 88 h 282"/>
                  <a:gd name="T84" fmla="*/ 94 w 266"/>
                  <a:gd name="T85" fmla="*/ 96 h 282"/>
                  <a:gd name="T86" fmla="*/ 90 w 266"/>
                  <a:gd name="T87" fmla="*/ 108 h 282"/>
                  <a:gd name="T88" fmla="*/ 88 w 266"/>
                  <a:gd name="T89" fmla="*/ 120 h 282"/>
                  <a:gd name="T90" fmla="*/ 86 w 266"/>
                  <a:gd name="T91" fmla="*/ 146 h 282"/>
                  <a:gd name="T92" fmla="*/ 86 w 266"/>
                  <a:gd name="T93" fmla="*/ 282 h 282"/>
                  <a:gd name="T94" fmla="*/ 0 w 266"/>
                  <a:gd name="T95" fmla="*/ 282 h 282"/>
                  <a:gd name="T96" fmla="*/ 0 w 266"/>
                  <a:gd name="T97" fmla="*/ 6 h 282"/>
                  <a:gd name="T98" fmla="*/ 0 w 266"/>
                  <a:gd name="T99" fmla="*/ 6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66" h="282">
                    <a:moveTo>
                      <a:pt x="0" y="6"/>
                    </a:moveTo>
                    <a:lnTo>
                      <a:pt x="82" y="6"/>
                    </a:lnTo>
                    <a:lnTo>
                      <a:pt x="82" y="44"/>
                    </a:lnTo>
                    <a:lnTo>
                      <a:pt x="84" y="44"/>
                    </a:lnTo>
                    <a:lnTo>
                      <a:pt x="84" y="44"/>
                    </a:lnTo>
                    <a:lnTo>
                      <a:pt x="88" y="36"/>
                    </a:lnTo>
                    <a:lnTo>
                      <a:pt x="96" y="28"/>
                    </a:lnTo>
                    <a:lnTo>
                      <a:pt x="104" y="20"/>
                    </a:lnTo>
                    <a:lnTo>
                      <a:pt x="112" y="14"/>
                    </a:lnTo>
                    <a:lnTo>
                      <a:pt x="124" y="8"/>
                    </a:lnTo>
                    <a:lnTo>
                      <a:pt x="136" y="4"/>
                    </a:lnTo>
                    <a:lnTo>
                      <a:pt x="150" y="0"/>
                    </a:lnTo>
                    <a:lnTo>
                      <a:pt x="164" y="0"/>
                    </a:lnTo>
                    <a:lnTo>
                      <a:pt x="164" y="0"/>
                    </a:lnTo>
                    <a:lnTo>
                      <a:pt x="180" y="0"/>
                    </a:lnTo>
                    <a:lnTo>
                      <a:pt x="194" y="2"/>
                    </a:lnTo>
                    <a:lnTo>
                      <a:pt x="206" y="6"/>
                    </a:lnTo>
                    <a:lnTo>
                      <a:pt x="216" y="10"/>
                    </a:lnTo>
                    <a:lnTo>
                      <a:pt x="226" y="16"/>
                    </a:lnTo>
                    <a:lnTo>
                      <a:pt x="234" y="22"/>
                    </a:lnTo>
                    <a:lnTo>
                      <a:pt x="242" y="30"/>
                    </a:lnTo>
                    <a:lnTo>
                      <a:pt x="248" y="38"/>
                    </a:lnTo>
                    <a:lnTo>
                      <a:pt x="254" y="46"/>
                    </a:lnTo>
                    <a:lnTo>
                      <a:pt x="258" y="56"/>
                    </a:lnTo>
                    <a:lnTo>
                      <a:pt x="262" y="80"/>
                    </a:lnTo>
                    <a:lnTo>
                      <a:pt x="266" y="104"/>
                    </a:lnTo>
                    <a:lnTo>
                      <a:pt x="266" y="130"/>
                    </a:lnTo>
                    <a:lnTo>
                      <a:pt x="266" y="282"/>
                    </a:lnTo>
                    <a:lnTo>
                      <a:pt x="182" y="282"/>
                    </a:lnTo>
                    <a:lnTo>
                      <a:pt x="182" y="148"/>
                    </a:lnTo>
                    <a:lnTo>
                      <a:pt x="182" y="148"/>
                    </a:lnTo>
                    <a:lnTo>
                      <a:pt x="180" y="124"/>
                    </a:lnTo>
                    <a:lnTo>
                      <a:pt x="178" y="110"/>
                    </a:lnTo>
                    <a:lnTo>
                      <a:pt x="176" y="100"/>
                    </a:lnTo>
                    <a:lnTo>
                      <a:pt x="170" y="90"/>
                    </a:lnTo>
                    <a:lnTo>
                      <a:pt x="162" y="82"/>
                    </a:lnTo>
                    <a:lnTo>
                      <a:pt x="152" y="76"/>
                    </a:lnTo>
                    <a:lnTo>
                      <a:pt x="138" y="76"/>
                    </a:lnTo>
                    <a:lnTo>
                      <a:pt x="138" y="76"/>
                    </a:lnTo>
                    <a:lnTo>
                      <a:pt x="122" y="76"/>
                    </a:lnTo>
                    <a:lnTo>
                      <a:pt x="110" y="82"/>
                    </a:lnTo>
                    <a:lnTo>
                      <a:pt x="102" y="88"/>
                    </a:lnTo>
                    <a:lnTo>
                      <a:pt x="94" y="96"/>
                    </a:lnTo>
                    <a:lnTo>
                      <a:pt x="90" y="108"/>
                    </a:lnTo>
                    <a:lnTo>
                      <a:pt x="88" y="120"/>
                    </a:lnTo>
                    <a:lnTo>
                      <a:pt x="86" y="146"/>
                    </a:lnTo>
                    <a:lnTo>
                      <a:pt x="86" y="282"/>
                    </a:lnTo>
                    <a:lnTo>
                      <a:pt x="0" y="282"/>
                    </a:lnTo>
                    <a:lnTo>
                      <a:pt x="0" y="6"/>
                    </a:lnTo>
                    <a:lnTo>
                      <a:pt x="0" y="6"/>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en-GB" dirty="0">
                  <a:latin typeface="微软雅黑" panose="020B0503020204020204" pitchFamily="34" charset="-122"/>
                </a:endParaRPr>
              </a:p>
            </p:txBody>
          </p:sp>
        </p:gr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4_3 COLUMN CHART TEXT">
    <p:bg>
      <p:bgPr>
        <a:solidFill>
          <a:srgbClr val="00338D"/>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003200" y="432000"/>
            <a:ext cx="10185600" cy="518400"/>
          </a:xfrm>
        </p:spPr>
        <p:txBody>
          <a:bodyPr/>
          <a:lstStyle>
            <a:lvl1pPr>
              <a:defRPr>
                <a:solidFill>
                  <a:schemeClr val="bg1"/>
                </a:solidFill>
              </a:defRPr>
            </a:lvl1pPr>
          </a:lstStyle>
          <a:p>
            <a:r>
              <a:rPr lang="en-US" dirty="0"/>
              <a:t>Click to edit Master title style</a:t>
            </a:r>
            <a:endParaRPr lang="en-US" dirty="0"/>
          </a:p>
        </p:txBody>
      </p:sp>
      <p:sp>
        <p:nvSpPr>
          <p:cNvPr id="5" name="Shape 8"/>
          <p:cNvSpPr txBox="1"/>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fld>
            <a:endParaRPr lang="en-GB" sz="10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userDrawn="1">
  <p:cSld name="TITLE SLIDE Left Horizontal Window_KPMG Blue">
    <p:bg>
      <p:bgPr>
        <a:solidFill>
          <a:schemeClr val="accent2"/>
        </a:solidFill>
        <a:effectLst/>
      </p:bgPr>
    </p:bg>
    <p:spTree>
      <p:nvGrpSpPr>
        <p:cNvPr id="1" name=""/>
        <p:cNvGrpSpPr/>
        <p:nvPr/>
      </p:nvGrpSpPr>
      <p:grpSpPr>
        <a:xfrm>
          <a:off x="0" y="0"/>
          <a:ext cx="0" cy="0"/>
          <a:chOff x="0" y="0"/>
          <a:chExt cx="0" cy="0"/>
        </a:xfrm>
      </p:grpSpPr>
      <p:sp>
        <p:nvSpPr>
          <p:cNvPr id="4" name="Rectangle 3"/>
          <p:cNvSpPr>
            <a:spLocks noChangeAspect="1"/>
          </p:cNvSpPr>
          <p:nvPr userDrawn="1"/>
        </p:nvSpPr>
        <p:spPr>
          <a:xfrm>
            <a:off x="998476" y="1470479"/>
            <a:ext cx="6350010" cy="4410949"/>
          </a:xfrm>
          <a:prstGeom prst="rect">
            <a:avLst/>
          </a:prstGeom>
          <a:gradFill>
            <a:gsLst>
              <a:gs pos="100000">
                <a:schemeClr val="accent1"/>
              </a:gs>
              <a:gs pos="0">
                <a:schemeClr val="accent5"/>
              </a:gs>
            </a:gsLst>
            <a:lin ang="0" scaled="0"/>
          </a:gradFill>
        </p:spPr>
        <p:txBody>
          <a:bodyPr vert="horz" lIns="180000" tIns="180000" rIns="180000" bIns="180000" rtlCol="0" anchor="t" anchorCtr="0">
            <a:noAutofit/>
          </a:bodyPr>
          <a:lstStyle/>
          <a:p>
            <a:pPr lvl="0">
              <a:lnSpc>
                <a:spcPct val="70000"/>
              </a:lnSpc>
              <a:spcBef>
                <a:spcPct val="0"/>
              </a:spcBef>
              <a:buNone/>
            </a:pPr>
            <a:endParaRPr lang="en-US" sz="8800" baseline="0" dirty="0">
              <a:solidFill>
                <a:schemeClr val="bg1"/>
              </a:solidFill>
              <a:latin typeface="微软雅黑" panose="020B0503020204020204" pitchFamily="34" charset="-122"/>
              <a:ea typeface="+mj-ea"/>
              <a:cs typeface="+mj-cs"/>
            </a:endParaRPr>
          </a:p>
        </p:txBody>
      </p:sp>
      <p:sp>
        <p:nvSpPr>
          <p:cNvPr id="2" name="Title 1"/>
          <p:cNvSpPr>
            <a:spLocks noGrp="1"/>
          </p:cNvSpPr>
          <p:nvPr>
            <p:ph type="ctrTitle" hasCustomPrompt="1"/>
          </p:nvPr>
        </p:nvSpPr>
        <p:spPr>
          <a:xfrm>
            <a:off x="1274841" y="1759937"/>
            <a:ext cx="5765982" cy="2903488"/>
          </a:xfrm>
          <a:noFill/>
          <a:ln w="3175">
            <a:noFill/>
            <a:prstDash val="lgDash"/>
          </a:ln>
        </p:spPr>
        <p:txBody>
          <a:bodyPr lIns="0" tIns="0" rIns="0" bIns="0" anchor="t" anchorCtr="0">
            <a:noAutofit/>
          </a:bodyPr>
          <a:lstStyle>
            <a:lvl1pPr algn="l">
              <a:spcAft>
                <a:spcPts val="1200"/>
              </a:spcAft>
              <a:defRPr sz="6600" baseline="0">
                <a:solidFill>
                  <a:schemeClr val="bg1"/>
                </a:solidFill>
              </a:defRPr>
            </a:lvl1pPr>
          </a:lstStyle>
          <a:p>
            <a:r>
              <a:rPr lang="en-GB" dirty="0"/>
              <a:t>Title slide text only</a:t>
            </a:r>
            <a:endParaRPr lang="en-US" dirty="0"/>
          </a:p>
        </p:txBody>
      </p:sp>
      <p:sp>
        <p:nvSpPr>
          <p:cNvPr id="6" name="Text Placeholder 3"/>
          <p:cNvSpPr>
            <a:spLocks noGrp="1"/>
          </p:cNvSpPr>
          <p:nvPr>
            <p:ph type="body" sz="quarter" idx="11"/>
          </p:nvPr>
        </p:nvSpPr>
        <p:spPr>
          <a:xfrm>
            <a:off x="1274841" y="4752153"/>
            <a:ext cx="5765982" cy="816606"/>
          </a:xfrm>
          <a:ln w="3175">
            <a:noFill/>
            <a:prstDash val="lgDash"/>
          </a:ln>
        </p:spPr>
        <p:txBody>
          <a:bodyPr wrap="square" anchor="b">
            <a:noAutofit/>
          </a:bodyPr>
          <a:lstStyle>
            <a:lvl1pPr>
              <a:defRPr sz="1400">
                <a:solidFill>
                  <a:schemeClr val="bg1"/>
                </a:solidFill>
              </a:defRPr>
            </a:lvl1pPr>
            <a:lvl2pPr>
              <a:defRPr sz="1400">
                <a:solidFill>
                  <a:schemeClr val="bg1"/>
                </a:solidFill>
              </a:defRPr>
            </a:lvl2pPr>
            <a:lvl3pPr>
              <a:buClr>
                <a:schemeClr val="bg1"/>
              </a:buClr>
              <a:defRPr sz="1100">
                <a:solidFill>
                  <a:schemeClr val="bg1"/>
                </a:solidFill>
              </a:defRPr>
            </a:lvl3pPr>
            <a:lvl4pPr>
              <a:buClr>
                <a:schemeClr val="bg1"/>
              </a:buClr>
              <a:defRPr sz="1100">
                <a:solidFill>
                  <a:schemeClr val="bg1"/>
                </a:solidFill>
              </a:defRPr>
            </a:lvl4pPr>
            <a:lvl5pPr>
              <a:buClr>
                <a:schemeClr val="bg1"/>
              </a:buClr>
              <a:defRPr sz="1100">
                <a:solidFill>
                  <a:schemeClr val="bg1"/>
                </a:solidFill>
              </a:defRPr>
            </a:lvl5pPr>
          </a:lstStyle>
          <a:p>
            <a:pPr lvl="0"/>
            <a:r>
              <a:rPr lang="en-US"/>
              <a:t>Click to edit Master text styles</a:t>
            </a:r>
            <a:endParaRPr lang="en-US"/>
          </a:p>
          <a:p>
            <a:pPr lvl="1"/>
            <a:r>
              <a:rPr lang="en-US"/>
              <a:t>Second level</a:t>
            </a:r>
            <a:endParaRPr lang="en-US"/>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A07DE53-1930-4828-9B05-F9CDDDDF19DF}" type="datetime1">
              <a:rPr lang="zh-CN" altLang="en-US" smtClean="0"/>
            </a:fld>
            <a:endParaRPr lang="zh-CN" altLang="en-US" dirty="0"/>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2E474021-A638-4764-8D32-75363FE05FE2}"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vmlDrawing" Target="../drawings/vmlDrawing3.vml"/><Relationship Id="rId11" Type="http://schemas.openxmlformats.org/officeDocument/2006/relationships/image" Target="../media/image4.emf"/><Relationship Id="rId10" Type="http://schemas.openxmlformats.org/officeDocument/2006/relationships/oleObject" Target="../embeddings/oleObject3.bin"/><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9.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6" Type="http://schemas.openxmlformats.org/officeDocument/2006/relationships/theme" Target="../theme/theme3.xml"/><Relationship Id="rId25" Type="http://schemas.openxmlformats.org/officeDocument/2006/relationships/tags" Target="../tags/tag10.xml"/><Relationship Id="rId24" Type="http://schemas.openxmlformats.org/officeDocument/2006/relationships/slideLayout" Target="../slideLayouts/slideLayout33.xml"/><Relationship Id="rId23" Type="http://schemas.openxmlformats.org/officeDocument/2006/relationships/slideLayout" Target="../slideLayouts/slideLayout32.xml"/><Relationship Id="rId22" Type="http://schemas.openxmlformats.org/officeDocument/2006/relationships/slideLayout" Target="../slideLayouts/slideLayout31.xml"/><Relationship Id="rId21" Type="http://schemas.openxmlformats.org/officeDocument/2006/relationships/slideLayout" Target="../slideLayouts/slideLayout30.xml"/><Relationship Id="rId20" Type="http://schemas.openxmlformats.org/officeDocument/2006/relationships/slideLayout" Target="../slideLayouts/slideLayout29.xml"/><Relationship Id="rId2" Type="http://schemas.openxmlformats.org/officeDocument/2006/relationships/slideLayout" Target="../slideLayouts/slideLayout11.xml"/><Relationship Id="rId19" Type="http://schemas.openxmlformats.org/officeDocument/2006/relationships/slideLayout" Target="../slideLayouts/slideLayout28.xml"/><Relationship Id="rId18" Type="http://schemas.openxmlformats.org/officeDocument/2006/relationships/slideLayout" Target="../slideLayouts/slideLayout27.xml"/><Relationship Id="rId17" Type="http://schemas.openxmlformats.org/officeDocument/2006/relationships/slideLayout" Target="../slideLayouts/slideLayout26.xml"/><Relationship Id="rId16" Type="http://schemas.openxmlformats.org/officeDocument/2006/relationships/slideLayout" Target="../slideLayouts/slideLayout25.xml"/><Relationship Id="rId15" Type="http://schemas.openxmlformats.org/officeDocument/2006/relationships/slideLayout" Target="../slideLayouts/slideLayout24.xml"/><Relationship Id="rId14" Type="http://schemas.openxmlformats.org/officeDocument/2006/relationships/slideLayout" Target="../slideLayouts/slideLayout23.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1" Type="http://schemas.openxmlformats.org/officeDocument/2006/relationships/slideLayout" Target="../slideLayouts/slideLayout20.xml"/><Relationship Id="rId10" Type="http://schemas.openxmlformats.org/officeDocument/2006/relationships/slideLayout" Target="../slideLayouts/slideLayout19.xml"/><Relationship Id="rId1" Type="http://schemas.openxmlformats.org/officeDocument/2006/relationships/slideLayout" Target="../slideLayouts/slideLayout10.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2.xml"/><Relationship Id="rId8" Type="http://schemas.openxmlformats.org/officeDocument/2006/relationships/slideLayout" Target="../slideLayouts/slideLayout41.xml"/><Relationship Id="rId7" Type="http://schemas.openxmlformats.org/officeDocument/2006/relationships/slideLayout" Target="../slideLayouts/slideLayout40.xml"/><Relationship Id="rId6" Type="http://schemas.openxmlformats.org/officeDocument/2006/relationships/slideLayout" Target="../slideLayouts/slideLayout39.xml"/><Relationship Id="rId5" Type="http://schemas.openxmlformats.org/officeDocument/2006/relationships/slideLayout" Target="../slideLayouts/slideLayout38.xml"/><Relationship Id="rId4" Type="http://schemas.openxmlformats.org/officeDocument/2006/relationships/slideLayout" Target="../slideLayouts/slideLayout37.xml"/><Relationship Id="rId3" Type="http://schemas.openxmlformats.org/officeDocument/2006/relationships/slideLayout" Target="../slideLayouts/slideLayout36.xml"/><Relationship Id="rId2" Type="http://schemas.openxmlformats.org/officeDocument/2006/relationships/slideLayout" Target="../slideLayouts/slideLayout35.xml"/><Relationship Id="rId12" Type="http://schemas.openxmlformats.org/officeDocument/2006/relationships/theme" Target="../theme/theme4.xml"/><Relationship Id="rId11" Type="http://schemas.openxmlformats.org/officeDocument/2006/relationships/tags" Target="../tags/tag13.xml"/><Relationship Id="rId10" Type="http://schemas.openxmlformats.org/officeDocument/2006/relationships/slideLayout" Target="../slideLayouts/slideLayout43.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2.xml"/><Relationship Id="rId8" Type="http://schemas.openxmlformats.org/officeDocument/2006/relationships/slideLayout" Target="../slideLayouts/slideLayout51.xml"/><Relationship Id="rId7" Type="http://schemas.openxmlformats.org/officeDocument/2006/relationships/slideLayout" Target="../slideLayouts/slideLayout50.xml"/><Relationship Id="rId6" Type="http://schemas.openxmlformats.org/officeDocument/2006/relationships/slideLayout" Target="../slideLayouts/slideLayout49.xml"/><Relationship Id="rId5" Type="http://schemas.openxmlformats.org/officeDocument/2006/relationships/slideLayout" Target="../slideLayouts/slideLayout48.xml"/><Relationship Id="rId4" Type="http://schemas.openxmlformats.org/officeDocument/2006/relationships/slideLayout" Target="../slideLayouts/slideLayout47.xml"/><Relationship Id="rId3" Type="http://schemas.openxmlformats.org/officeDocument/2006/relationships/slideLayout" Target="../slideLayouts/slideLayout46.xml"/><Relationship Id="rId2" Type="http://schemas.openxmlformats.org/officeDocument/2006/relationships/slideLayout" Target="../slideLayouts/slideLayout45.xml"/><Relationship Id="rId11" Type="http://schemas.openxmlformats.org/officeDocument/2006/relationships/theme" Target="../theme/theme5.xml"/><Relationship Id="rId10" Type="http://schemas.openxmlformats.org/officeDocument/2006/relationships/tags" Target="../tags/tag16.xml"/><Relationship Id="rId1" Type="http://schemas.openxmlformats.org/officeDocument/2006/relationships/slideLayout" Target="../slideLayouts/slideLayout44.xml"/></Relationships>
</file>

<file path=ppt/slideMasters/_rels/slideMaster6.xml.rels><?xml version="1.0" encoding="UTF-8" standalone="yes"?>
<Relationships xmlns="http://schemas.openxmlformats.org/package/2006/relationships"><Relationship Id="rId6" Type="http://schemas.openxmlformats.org/officeDocument/2006/relationships/theme" Target="../theme/theme6.xml"/><Relationship Id="rId5" Type="http://schemas.openxmlformats.org/officeDocument/2006/relationships/slideLayout" Target="../slideLayouts/slideLayout57.xml"/><Relationship Id="rId4" Type="http://schemas.openxmlformats.org/officeDocument/2006/relationships/slideLayout" Target="../slideLayouts/slideLayout56.xml"/><Relationship Id="rId3" Type="http://schemas.openxmlformats.org/officeDocument/2006/relationships/slideLayout" Target="../slideLayouts/slideLayout55.xml"/><Relationship Id="rId2" Type="http://schemas.openxmlformats.org/officeDocument/2006/relationships/slideLayout" Target="../slideLayouts/slideLayout54.xml"/><Relationship Id="rId1" Type="http://schemas.openxmlformats.org/officeDocument/2006/relationships/slideLayout" Target="../slideLayouts/slideLayout53.xml"/></Relationships>
</file>

<file path=ppt/slideMasters/_rels/slideMaster7.xml.rels><?xml version="1.0" encoding="UTF-8" standalone="yes"?>
<Relationships xmlns="http://schemas.openxmlformats.org/package/2006/relationships"><Relationship Id="rId7" Type="http://schemas.openxmlformats.org/officeDocument/2006/relationships/theme" Target="../theme/theme7.xml"/><Relationship Id="rId6" Type="http://schemas.openxmlformats.org/officeDocument/2006/relationships/slideLayout" Target="../slideLayouts/slideLayout63.xml"/><Relationship Id="rId5" Type="http://schemas.openxmlformats.org/officeDocument/2006/relationships/slideLayout" Target="../slideLayouts/slideLayout62.xml"/><Relationship Id="rId4" Type="http://schemas.openxmlformats.org/officeDocument/2006/relationships/slideLayout" Target="../slideLayouts/slideLayout61.xml"/><Relationship Id="rId3" Type="http://schemas.openxmlformats.org/officeDocument/2006/relationships/slideLayout" Target="../slideLayouts/slideLayout60.xml"/><Relationship Id="rId2" Type="http://schemas.openxmlformats.org/officeDocument/2006/relationships/slideLayout" Target="../slideLayouts/slideLayout59.xml"/><Relationship Id="rId1"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对象 2" hidden="1"/>
          <p:cNvGraphicFramePr>
            <a:graphicFrameLocks noChangeAspect="1"/>
          </p:cNvGraphicFramePr>
          <p:nvPr userDrawn="1">
            <p:custDataLst>
              <p:tags r:id="rId9"/>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2" name="think-cell 幻灯片" r:id="rId10" imgW="0" imgH="0" progId="TCLayout.ActiveDocument.1">
                  <p:embed/>
                </p:oleObj>
              </mc:Choice>
              <mc:Fallback>
                <p:oleObj name="think-cell 幻灯片" r:id="rId10" imgW="0" imgH="0" progId="TCLayout.ActiveDocument.1">
                  <p:embed/>
                  <p:pic>
                    <p:nvPicPr>
                      <p:cNvPr id="0" name="对象 2" hidden="1"/>
                      <p:cNvPicPr/>
                      <p:nvPr/>
                    </p:nvPicPr>
                    <p:blipFill>
                      <a:blip r:embed="rId11"/>
                      <a:stretch>
                        <a:fillRect/>
                      </a:stretch>
                    </p:blipFill>
                    <p:spPr>
                      <a:xfrm>
                        <a:off x="1588" y="1588"/>
                        <a:ext cx="1588" cy="1588"/>
                      </a:xfrm>
                      <a:prstGeom prst="rect">
                        <a:avLst/>
                      </a:prstGeom>
                    </p:spPr>
                  </p:pic>
                </p:oleObj>
              </mc:Fallback>
            </mc:AlternateContent>
          </a:graphicData>
        </a:graphic>
      </p:graphicFrame>
      <p:sp>
        <p:nvSpPr>
          <p:cNvPr id="35" name="Date Placeholder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fld>
            <a:endParaRPr lang="en-US" dirty="0"/>
          </a:p>
        </p:txBody>
      </p:sp>
      <p:sp>
        <p:nvSpPr>
          <p:cNvPr id="36" name="Footer Placeholder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37" name="Slide Number Placeholder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fld>
            <a:endParaRPr lang="en-US" dirty="0"/>
          </a:p>
        </p:txBody>
      </p:sp>
      <p:sp>
        <p:nvSpPr>
          <p:cNvPr id="38" name="Shape 8"/>
          <p:cNvSpPr txBox="1"/>
          <p:nvPr userDrawn="1"/>
        </p:nvSpPr>
        <p:spPr>
          <a:xfrm>
            <a:off x="11064632" y="6320118"/>
            <a:ext cx="480061"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30" smtClean="0">
                <a:solidFill>
                  <a:schemeClr val="tx2"/>
                </a:solidFill>
                <a:latin typeface="微软雅黑" panose="020B0503020204020204" pitchFamily="34" charset="-122"/>
                <a:ea typeface="微软雅黑" panose="020B0503020204020204" pitchFamily="34" charset="-122"/>
                <a:cs typeface="Arial" panose="020B0604020202090204" pitchFamily="34" charset="0"/>
              </a:rPr>
            </a:fld>
            <a:endParaRPr lang="en-US" sz="830" dirty="0">
              <a:solidFill>
                <a:schemeClr val="tx2"/>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TextBox 24"/>
          <p:cNvSpPr txBox="1"/>
          <p:nvPr userDrawn="1"/>
        </p:nvSpPr>
        <p:spPr>
          <a:xfrm>
            <a:off x="2381693" y="6622684"/>
            <a:ext cx="7485320" cy="113772"/>
          </a:xfrm>
          <a:prstGeom prst="rect">
            <a:avLst/>
          </a:prstGeom>
          <a:noFill/>
        </p:spPr>
        <p:txBody>
          <a:bodyPr wrap="square" lIns="0" tIns="0" rIns="0" bIns="0" rtlCol="0">
            <a:noAutofit/>
          </a:bodyPr>
          <a:lstStyle/>
          <a:p>
            <a:pPr algn="ctr" defTabSz="378460"/>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文档分类</a:t>
            </a:r>
            <a:r>
              <a:rPr lang="en-US" altLang="zh-CN" sz="555" b="1" dirty="0">
                <a:solidFill>
                  <a:srgbClr val="000000"/>
                </a:solidFill>
                <a:latin typeface="微软雅黑" panose="020B0503020204020204" pitchFamily="34" charset="-122"/>
                <a:ea typeface="微软雅黑" panose="020B0503020204020204" pitchFamily="34" charset="-122"/>
                <a:cs typeface="Arial" panose="020B0604020202090204"/>
              </a:rPr>
              <a:t>: </a:t>
            </a:r>
            <a:r>
              <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rPr>
              <a:t>保密</a:t>
            </a:r>
            <a:endParaRPr lang="zh-CN" altLang="en-US" sz="555" b="1" dirty="0">
              <a:solidFill>
                <a:srgbClr val="000000"/>
              </a:solidFill>
              <a:latin typeface="微软雅黑" panose="020B0503020204020204" pitchFamily="34" charset="-122"/>
              <a:ea typeface="微软雅黑" panose="020B0503020204020204" pitchFamily="34" charset="-122"/>
              <a:cs typeface="Arial" panose="020B0604020202090204"/>
            </a:endParaRPr>
          </a:p>
        </p:txBody>
      </p:sp>
      <p:sp>
        <p:nvSpPr>
          <p:cNvPr id="26" name="Freeform 19"/>
          <p:cNvSpPr>
            <a:spLocks noEditPoints="1"/>
          </p:cNvSpPr>
          <p:nvPr userDrawn="1"/>
        </p:nvSpPr>
        <p:spPr bwMode="auto">
          <a:xfrm>
            <a:off x="481689" y="6320118"/>
            <a:ext cx="392123"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84406" tIns="42203" rIns="84406" bIns="42203" numCol="1" anchor="t" anchorCtr="0" compatLnSpc="1"/>
          <a:lstStyle/>
          <a:p>
            <a:endParaRPr lang="en-GB" sz="1660" dirty="0">
              <a:latin typeface="微软雅黑" panose="020B0503020204020204" pitchFamily="34" charset="-122"/>
              <a:ea typeface="微软雅黑" panose="020B0503020204020204" pitchFamily="34" charset="-122"/>
            </a:endParaRPr>
          </a:p>
        </p:txBody>
      </p:sp>
      <p:cxnSp>
        <p:nvCxnSpPr>
          <p:cNvPr id="10" name="直接连接符 4"/>
          <p:cNvCxnSpPr/>
          <p:nvPr userDrawn="1"/>
        </p:nvCxnSpPr>
        <p:spPr>
          <a:xfrm>
            <a:off x="-10160" y="978091"/>
            <a:ext cx="12212320" cy="0"/>
          </a:xfrm>
          <a:prstGeom prst="line">
            <a:avLst/>
          </a:prstGeom>
          <a:ln w="28575">
            <a:solidFill>
              <a:srgbClr val="00338D"/>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userDrawn="1"/>
        </p:nvSpPr>
        <p:spPr>
          <a:xfrm>
            <a:off x="1014167" y="6299808"/>
            <a:ext cx="767922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2025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毕马威企业咨询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有限公司 </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中国有限责任公司，是与英国私营担保有限公司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毕马威国际有限公司</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毕马威国际”</a:t>
            </a:r>
            <a:r>
              <a:rPr lang="en-US" altLang="zh-CN"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 </a:t>
            </a:r>
            <a:r>
              <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t>相关联的独立成员所全球性组织中的成员。版权所有，不得转载。在中国印刷。毕马威的名称和标识均属于毕马威国际的注册商标或商标</a:t>
            </a:r>
            <a:endParaRPr lang="zh-CN" altLang="en-US" sz="800"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843915" rtl="0" eaLnBrk="1" latinLnBrk="0" hangingPunct="1">
        <a:lnSpc>
          <a:spcPct val="100000"/>
        </a:lnSpc>
        <a:spcBef>
          <a:spcPct val="0"/>
        </a:spcBef>
        <a:buNone/>
        <a:defRPr sz="4985" kern="1200">
          <a:solidFill>
            <a:schemeClr val="tx2"/>
          </a:solidFill>
          <a:latin typeface="微软雅黑" panose="020B0503020204020204" pitchFamily="34" charset="-122"/>
          <a:ea typeface="微软雅黑" panose="020B0503020204020204" pitchFamily="34" charset="-122"/>
          <a:cs typeface="+mj-cs"/>
        </a:defRPr>
      </a:lvl1pPr>
    </p:titleStyle>
    <p:bodyStyle>
      <a:lvl1pPr marL="0" indent="0" algn="l" defTabSz="843915" rtl="0" eaLnBrk="1" latinLnBrk="0" hangingPunct="1">
        <a:lnSpc>
          <a:spcPct val="100000"/>
        </a:lnSpc>
        <a:spcBef>
          <a:spcPts val="0"/>
        </a:spcBef>
        <a:spcAft>
          <a:spcPts val="555"/>
        </a:spcAft>
        <a:buFontTx/>
        <a:buNone/>
        <a:defRPr sz="925" b="1" kern="1200">
          <a:solidFill>
            <a:schemeClr val="tx2"/>
          </a:solidFill>
          <a:latin typeface="微软雅黑" panose="020B0503020204020204" pitchFamily="34" charset="-122"/>
          <a:ea typeface="微软雅黑" panose="020B0503020204020204" pitchFamily="34" charset="-122"/>
          <a:cs typeface="+mn-cs"/>
        </a:defRPr>
      </a:lvl1pPr>
      <a:lvl2pPr marL="0" indent="0" algn="l" defTabSz="843915" rtl="0" eaLnBrk="1" latinLnBrk="0" hangingPunct="1">
        <a:lnSpc>
          <a:spcPct val="100000"/>
        </a:lnSpc>
        <a:spcBef>
          <a:spcPts val="0"/>
        </a:spcBef>
        <a:spcAft>
          <a:spcPts val="555"/>
        </a:spcAft>
        <a:buFontTx/>
        <a:buNone/>
        <a:defRPr sz="925" kern="1200">
          <a:solidFill>
            <a:schemeClr val="tx2"/>
          </a:solidFill>
          <a:latin typeface="微软雅黑" panose="020B0503020204020204" pitchFamily="34" charset="-122"/>
          <a:ea typeface="微软雅黑" panose="020B0503020204020204" pitchFamily="34" charset="-122"/>
          <a:cs typeface="+mn-cs"/>
        </a:defRPr>
      </a:lvl2pPr>
      <a:lvl3pPr marL="199390"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3pPr>
      <a:lvl4pPr marL="33210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微软雅黑" panose="020B0503020204020204" pitchFamily="34" charset="-122"/>
          <a:ea typeface="微软雅黑" panose="020B0503020204020204" pitchFamily="34" charset="-122"/>
          <a:cs typeface="+mn-cs"/>
        </a:defRPr>
      </a:lvl4pPr>
      <a:lvl5pPr marL="53149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baseline="0">
          <a:solidFill>
            <a:schemeClr val="tx2"/>
          </a:solidFill>
          <a:latin typeface="微软雅黑" panose="020B0503020204020204" pitchFamily="34" charset="-122"/>
          <a:ea typeface="微软雅黑" panose="020B0503020204020204" pitchFamily="34" charset="-122"/>
          <a:cs typeface="+mn-cs"/>
        </a:defRPr>
      </a:lvl5pPr>
      <a:lvl6pPr marL="664845"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6pPr>
      <a:lvl7pPr marL="864235" indent="-19939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7pPr>
      <a:lvl8pPr marL="996950" indent="-133350" algn="l" defTabSz="843915" rtl="0" eaLnBrk="1" latinLnBrk="0" hangingPunct="1">
        <a:lnSpc>
          <a:spcPct val="100000"/>
        </a:lnSpc>
        <a:spcBef>
          <a:spcPts val="0"/>
        </a:spcBef>
        <a:spcAft>
          <a:spcPts val="555"/>
        </a:spcAft>
        <a:buClr>
          <a:schemeClr val="tx2"/>
        </a:buClr>
        <a:buFont typeface="Arial" panose="020B0604020202090204" pitchFamily="34" charset="0"/>
        <a:buChar char="-"/>
        <a:defRPr sz="925" kern="1200">
          <a:solidFill>
            <a:schemeClr val="tx2"/>
          </a:solidFill>
          <a:latin typeface="+mn-lt"/>
          <a:ea typeface="+mn-ea"/>
          <a:cs typeface="+mn-cs"/>
        </a:defRPr>
      </a:lvl8pPr>
      <a:lvl9pPr marL="3587115" indent="-210820" algn="l" defTabSz="843915" rtl="0" eaLnBrk="1" latinLnBrk="0" hangingPunct="1">
        <a:lnSpc>
          <a:spcPct val="90000"/>
        </a:lnSpc>
        <a:spcBef>
          <a:spcPts val="460"/>
        </a:spcBef>
        <a:buFont typeface="Arial" panose="020B0604020202090204" pitchFamily="34" charset="0"/>
        <a:buChar char="•"/>
        <a:defRPr sz="1660" kern="1200">
          <a:solidFill>
            <a:schemeClr val="tx1"/>
          </a:solidFill>
          <a:latin typeface="+mn-lt"/>
          <a:ea typeface="+mn-ea"/>
          <a:cs typeface="+mn-cs"/>
        </a:defRPr>
      </a:lvl9pPr>
    </p:bodyStyle>
    <p:otherStyle>
      <a:defPPr>
        <a:defRPr lang="en-US"/>
      </a:defPPr>
      <a:lvl1pPr marL="0" algn="l" defTabSz="843915" rtl="0" eaLnBrk="1" latinLnBrk="0" hangingPunct="1">
        <a:defRPr sz="1660" kern="1200">
          <a:solidFill>
            <a:schemeClr val="tx1"/>
          </a:solidFill>
          <a:latin typeface="+mn-lt"/>
          <a:ea typeface="+mn-ea"/>
          <a:cs typeface="+mn-cs"/>
        </a:defRPr>
      </a:lvl1pPr>
      <a:lvl2pPr marL="422275" algn="l" defTabSz="843915" rtl="0" eaLnBrk="1" latinLnBrk="0" hangingPunct="1">
        <a:defRPr sz="1660" kern="1200">
          <a:solidFill>
            <a:schemeClr val="tx1"/>
          </a:solidFill>
          <a:latin typeface="+mn-lt"/>
          <a:ea typeface="+mn-ea"/>
          <a:cs typeface="+mn-cs"/>
        </a:defRPr>
      </a:lvl2pPr>
      <a:lvl3pPr marL="843915" algn="l" defTabSz="843915" rtl="0" eaLnBrk="1" latinLnBrk="0" hangingPunct="1">
        <a:defRPr sz="1660" kern="1200">
          <a:solidFill>
            <a:schemeClr val="tx1"/>
          </a:solidFill>
          <a:latin typeface="+mn-lt"/>
          <a:ea typeface="+mn-ea"/>
          <a:cs typeface="+mn-cs"/>
        </a:defRPr>
      </a:lvl3pPr>
      <a:lvl4pPr marL="1266190" algn="l" defTabSz="843915" rtl="0" eaLnBrk="1" latinLnBrk="0" hangingPunct="1">
        <a:defRPr sz="1660" kern="1200">
          <a:solidFill>
            <a:schemeClr val="tx1"/>
          </a:solidFill>
          <a:latin typeface="+mn-lt"/>
          <a:ea typeface="+mn-ea"/>
          <a:cs typeface="+mn-cs"/>
        </a:defRPr>
      </a:lvl4pPr>
      <a:lvl5pPr marL="1688465" algn="l" defTabSz="843915" rtl="0" eaLnBrk="1" latinLnBrk="0" hangingPunct="1">
        <a:defRPr sz="1660" kern="1200">
          <a:solidFill>
            <a:schemeClr val="tx1"/>
          </a:solidFill>
          <a:latin typeface="+mn-lt"/>
          <a:ea typeface="+mn-ea"/>
          <a:cs typeface="+mn-cs"/>
        </a:defRPr>
      </a:lvl5pPr>
      <a:lvl6pPr marL="2110105" algn="l" defTabSz="843915" rtl="0" eaLnBrk="1" latinLnBrk="0" hangingPunct="1">
        <a:defRPr sz="1660" kern="1200">
          <a:solidFill>
            <a:schemeClr val="tx1"/>
          </a:solidFill>
          <a:latin typeface="+mn-lt"/>
          <a:ea typeface="+mn-ea"/>
          <a:cs typeface="+mn-cs"/>
        </a:defRPr>
      </a:lvl6pPr>
      <a:lvl7pPr marL="2532380" algn="l" defTabSz="843915" rtl="0" eaLnBrk="1" latinLnBrk="0" hangingPunct="1">
        <a:defRPr sz="1660" kern="1200">
          <a:solidFill>
            <a:schemeClr val="tx1"/>
          </a:solidFill>
          <a:latin typeface="+mn-lt"/>
          <a:ea typeface="+mn-ea"/>
          <a:cs typeface="+mn-cs"/>
        </a:defRPr>
      </a:lvl7pPr>
      <a:lvl8pPr marL="2954020" algn="l" defTabSz="843915" rtl="0" eaLnBrk="1" latinLnBrk="0" hangingPunct="1">
        <a:defRPr sz="1660" kern="1200">
          <a:solidFill>
            <a:schemeClr val="tx1"/>
          </a:solidFill>
          <a:latin typeface="+mn-lt"/>
          <a:ea typeface="+mn-ea"/>
          <a:cs typeface="+mn-cs"/>
        </a:defRPr>
      </a:lvl8pPr>
      <a:lvl9pPr marL="3376295" algn="l" defTabSz="843915" rtl="0" eaLnBrk="1" latinLnBrk="0" hangingPunct="1">
        <a:defRPr sz="16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Shape 8"/>
          <p:cNvSpPr txBox="1"/>
          <p:nvPr userDrawn="1"/>
        </p:nvSpPr>
        <p:spPr>
          <a:xfrm>
            <a:off x="11064632" y="6320118"/>
            <a:ext cx="480061" cy="149412"/>
          </a:xfrm>
          <a:prstGeom prst="rect">
            <a:avLst/>
          </a:prstGeom>
        </p:spPr>
        <p:txBody>
          <a:bodyPr lIns="0" tIns="0" rIns="0" bIns="0" anchor="t"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830" smtClean="0">
                <a:solidFill>
                  <a:schemeClr val="tx2"/>
                </a:solidFill>
                <a:latin typeface="微软雅黑" panose="020B0503020204020204" pitchFamily="34" charset="-122"/>
                <a:ea typeface="微软雅黑" panose="020B0503020204020204" pitchFamily="34" charset="-122"/>
                <a:cs typeface="Arial" panose="020B0604020202090204" pitchFamily="34" charset="0"/>
              </a:rPr>
            </a:fld>
            <a:endParaRPr lang="en-US" sz="830" dirty="0">
              <a:solidFill>
                <a:schemeClr val="tx2"/>
              </a:solidFill>
              <a:latin typeface="微软雅黑" panose="020B0503020204020204" pitchFamily="34" charset="-122"/>
              <a:ea typeface="微软雅黑" panose="020B0503020204020204" pitchFamily="34" charset="-122"/>
              <a:cs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grpSp>
        <p:nvGrpSpPr>
          <p:cNvPr id="7" name="Group 6"/>
          <p:cNvGrpSpPr/>
          <p:nvPr userDrawn="1"/>
        </p:nvGrpSpPr>
        <p:grpSpPr>
          <a:xfrm>
            <a:off x="1003495" y="6481488"/>
            <a:ext cx="9326184" cy="370800"/>
            <a:chOff x="1003495" y="6481488"/>
            <a:chExt cx="9326184" cy="370800"/>
          </a:xfrm>
        </p:grpSpPr>
        <p:sp>
          <p:nvSpPr>
            <p:cNvPr id="9" name="TextBox 8"/>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0" name="Freeform 19"/>
            <p:cNvSpPr>
              <a:spLocks noEditPoints="1"/>
            </p:cNvSpPr>
            <p:nvPr userDrawn="1"/>
          </p:nvSpPr>
          <p:spPr bwMode="auto">
            <a:xfrm>
              <a:off x="1003495" y="6481488"/>
              <a:ext cx="522831"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sz="1800" dirty="0">
                <a:latin typeface="微软雅黑" panose="020B0503020204020204" pitchFamily="34" charset="-122"/>
              </a:endParaRPr>
            </a:p>
          </p:txBody>
        </p:sp>
        <p:sp>
          <p:nvSpPr>
            <p:cNvPr id="11" name="TextBox 10"/>
            <p:cNvSpPr txBox="1"/>
            <p:nvPr userDrawn="1">
              <p:custDataLst>
                <p:tags r:id="rId25"/>
              </p:custDataLst>
            </p:nvPr>
          </p:nvSpPr>
          <p:spPr>
            <a:xfrm>
              <a:off x="1905679" y="6481488"/>
              <a:ext cx="84240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kern="1200" noProof="0" dirty="0">
                  <a:solidFill>
                    <a:schemeClr val="bg1">
                      <a:lumMod val="65000"/>
                    </a:schemeClr>
                  </a:solidFill>
                  <a:latin typeface="微软雅黑" panose="020B0503020204020204" pitchFamily="34" charset="-122"/>
                  <a:ea typeface="+mn-ea"/>
                  <a:cs typeface="+mn-cs"/>
                </a:rPr>
                <a:t>© 2025 </a:t>
              </a:r>
              <a:r>
                <a:rPr lang="zh-CN" altLang="en-US" sz="1000" kern="1200" noProof="0" dirty="0">
                  <a:solidFill>
                    <a:schemeClr val="bg1">
                      <a:lumMod val="65000"/>
                    </a:schemeClr>
                  </a:solidFill>
                  <a:latin typeface="微软雅黑" panose="020B0503020204020204" pitchFamily="34" charset="-122"/>
                  <a:ea typeface="+mn-ea"/>
                  <a:cs typeface="+mn-cs"/>
                </a:rPr>
                <a:t>毕马威企业咨询 </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有限公司 </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中国有限责任公司，是与英国私营担保有限公司</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毕马威国际有限公司相关联的独立成员所全球性组织中的成员。版权所有，不得转载。</a:t>
              </a:r>
              <a:r>
                <a:rPr lang="zh-CN" altLang="en-US" sz="1000" kern="1200" spc="80" baseline="0" noProof="0" dirty="0">
                  <a:solidFill>
                    <a:schemeClr val="bg1">
                      <a:lumMod val="65000"/>
                    </a:schemeClr>
                  </a:solidFill>
                  <a:latin typeface="微软雅黑" panose="020B0503020204020204" pitchFamily="34" charset="-122"/>
                  <a:ea typeface="+mn-ea"/>
                  <a:cs typeface="+mn-cs"/>
                </a:rPr>
                <a:t>在中国印刷。</a:t>
              </a:r>
              <a:endParaRPr lang="zh-CN" altLang="en-US" sz="1000" kern="1200" noProof="0" dirty="0">
                <a:solidFill>
                  <a:schemeClr val="bg1">
                    <a:lumMod val="65000"/>
                  </a:schemeClr>
                </a:solidFill>
                <a:latin typeface="微软雅黑" panose="020B0503020204020204" pitchFamily="34" charset="-122"/>
                <a:ea typeface="+mn-ea"/>
                <a:cs typeface="+mn-cs"/>
              </a:endParaRPr>
            </a:p>
          </p:txBody>
        </p:sp>
      </p:grpSp>
      <p:sp>
        <p:nvSpPr>
          <p:cNvPr id="12"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 id="2147483682" r:id="rId23"/>
    <p:sldLayoutId id="2147483683" r:id="rId24"/>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grpSp>
        <p:nvGrpSpPr>
          <p:cNvPr id="7" name="Group 6"/>
          <p:cNvGrpSpPr/>
          <p:nvPr userDrawn="1"/>
        </p:nvGrpSpPr>
        <p:grpSpPr>
          <a:xfrm>
            <a:off x="1003495" y="6481488"/>
            <a:ext cx="9326184" cy="370800"/>
            <a:chOff x="1003495" y="6481488"/>
            <a:chExt cx="9326184" cy="370800"/>
          </a:xfrm>
        </p:grpSpPr>
        <p:sp>
          <p:nvSpPr>
            <p:cNvPr id="9" name="TextBox 8"/>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0" name="Freeform 19"/>
            <p:cNvSpPr>
              <a:spLocks noEditPoints="1"/>
            </p:cNvSpPr>
            <p:nvPr userDrawn="1"/>
          </p:nvSpPr>
          <p:spPr bwMode="auto">
            <a:xfrm>
              <a:off x="1003495" y="6481488"/>
              <a:ext cx="522831"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sz="1800" dirty="0">
                <a:latin typeface="微软雅黑" panose="020B0503020204020204" pitchFamily="34" charset="-122"/>
              </a:endParaRPr>
            </a:p>
          </p:txBody>
        </p:sp>
        <p:sp>
          <p:nvSpPr>
            <p:cNvPr id="11" name="TextBox 10"/>
            <p:cNvSpPr txBox="1"/>
            <p:nvPr userDrawn="1">
              <p:custDataLst>
                <p:tags r:id="rId11"/>
              </p:custDataLst>
            </p:nvPr>
          </p:nvSpPr>
          <p:spPr>
            <a:xfrm>
              <a:off x="1905679" y="6481488"/>
              <a:ext cx="84240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kern="1200" noProof="0" dirty="0">
                  <a:solidFill>
                    <a:schemeClr val="bg1">
                      <a:lumMod val="65000"/>
                    </a:schemeClr>
                  </a:solidFill>
                  <a:latin typeface="微软雅黑" panose="020B0503020204020204" pitchFamily="34" charset="-122"/>
                  <a:ea typeface="+mn-ea"/>
                  <a:cs typeface="+mn-cs"/>
                </a:rPr>
                <a:t>©2024</a:t>
              </a:r>
              <a:r>
                <a:rPr lang="zh-CN" altLang="en-US" sz="1000" kern="1200" noProof="0" dirty="0">
                  <a:solidFill>
                    <a:schemeClr val="bg1">
                      <a:lumMod val="65000"/>
                    </a:schemeClr>
                  </a:solidFill>
                  <a:latin typeface="微软雅黑" panose="020B0503020204020204" pitchFamily="34" charset="-122"/>
                  <a:ea typeface="+mn-ea"/>
                  <a:cs typeface="+mn-cs"/>
                </a:rPr>
                <a:t>毕马威企业咨询</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有限公司</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中国有限责任公司，是与英国私营担保有限公司</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毕马威国际有限公司相关联的独立成员所全球性组织中的成员。版权所有，不得转载。</a:t>
              </a:r>
              <a:r>
                <a:rPr lang="zh-CN" altLang="en-US" sz="1000" kern="1200" spc="80" baseline="0" noProof="0" dirty="0">
                  <a:solidFill>
                    <a:schemeClr val="bg1">
                      <a:lumMod val="65000"/>
                    </a:schemeClr>
                  </a:solidFill>
                  <a:latin typeface="微软雅黑" panose="020B0503020204020204" pitchFamily="34" charset="-122"/>
                  <a:ea typeface="+mn-ea"/>
                  <a:cs typeface="+mn-cs"/>
                </a:rPr>
                <a:t>在中国印刷。</a:t>
              </a:r>
              <a:endParaRPr lang="zh-CN" altLang="en-US" sz="1000" kern="1200" noProof="0" dirty="0">
                <a:solidFill>
                  <a:schemeClr val="bg1">
                    <a:lumMod val="65000"/>
                  </a:schemeClr>
                </a:solidFill>
                <a:latin typeface="微软雅黑" panose="020B0503020204020204" pitchFamily="34" charset="-122"/>
                <a:ea typeface="+mn-ea"/>
                <a:cs typeface="+mn-cs"/>
              </a:endParaRPr>
            </a:p>
          </p:txBody>
        </p:sp>
      </p:grpSp>
      <p:sp>
        <p:nvSpPr>
          <p:cNvPr id="12"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8400" y="431800"/>
            <a:ext cx="10195200" cy="533400"/>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1003201" y="1331360"/>
            <a:ext cx="10194470" cy="4545566"/>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grpSp>
        <p:nvGrpSpPr>
          <p:cNvPr id="7" name="Group 6"/>
          <p:cNvGrpSpPr/>
          <p:nvPr userDrawn="1"/>
        </p:nvGrpSpPr>
        <p:grpSpPr>
          <a:xfrm>
            <a:off x="1003495" y="6481488"/>
            <a:ext cx="9326184" cy="370800"/>
            <a:chOff x="1003495" y="6481488"/>
            <a:chExt cx="9326184" cy="370800"/>
          </a:xfrm>
        </p:grpSpPr>
        <p:sp>
          <p:nvSpPr>
            <p:cNvPr id="9" name="TextBox 8"/>
            <p:cNvSpPr txBox="1"/>
            <p:nvPr userDrawn="1"/>
          </p:nvSpPr>
          <p:spPr>
            <a:xfrm>
              <a:off x="2381693" y="6680434"/>
              <a:ext cx="7485321" cy="113772"/>
            </a:xfrm>
            <a:prstGeom prst="rect">
              <a:avLst/>
            </a:prstGeom>
            <a:noFill/>
          </p:spPr>
          <p:txBody>
            <a:bodyPr wrap="square" lIns="0" tIns="0" rIns="0" bIns="0" rtlCol="0">
              <a:noAutofit/>
            </a:bodyPr>
            <a:lstStyle/>
            <a:p>
              <a:pPr algn="ctr" defTabSz="410210"/>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文档分类</a:t>
              </a:r>
              <a:r>
                <a:rPr lang="en-US" altLang="zh-CN" sz="600" b="1" dirty="0">
                  <a:solidFill>
                    <a:srgbClr val="000000"/>
                  </a:solidFill>
                  <a:latin typeface="微软雅黑" panose="020B0503020204020204" pitchFamily="34" charset="-122"/>
                  <a:ea typeface="微软雅黑" panose="020B0503020204020204" pitchFamily="34" charset="-122"/>
                  <a:cs typeface="Univers for KPMG"/>
                </a:rPr>
                <a:t>: </a:t>
              </a:r>
              <a:r>
                <a:rPr lang="zh-CN" altLang="en-US" sz="600" b="1" dirty="0">
                  <a:solidFill>
                    <a:srgbClr val="000000"/>
                  </a:solidFill>
                  <a:latin typeface="微软雅黑" panose="020B0503020204020204" pitchFamily="34" charset="-122"/>
                  <a:ea typeface="微软雅黑" panose="020B0503020204020204" pitchFamily="34" charset="-122"/>
                  <a:cs typeface="Univers for KPMG"/>
                </a:rPr>
                <a:t>保密</a:t>
              </a:r>
              <a:endParaRPr lang="zh-CN" altLang="en-US" sz="600" b="1" dirty="0">
                <a:solidFill>
                  <a:srgbClr val="000000"/>
                </a:solidFill>
                <a:latin typeface="微软雅黑" panose="020B0503020204020204" pitchFamily="34" charset="-122"/>
                <a:ea typeface="微软雅黑" panose="020B0503020204020204" pitchFamily="34" charset="-122"/>
                <a:cs typeface="Univers for KPMG"/>
              </a:endParaRPr>
            </a:p>
          </p:txBody>
        </p:sp>
        <p:sp>
          <p:nvSpPr>
            <p:cNvPr id="10" name="Freeform 19"/>
            <p:cNvSpPr>
              <a:spLocks noEditPoints="1"/>
            </p:cNvSpPr>
            <p:nvPr userDrawn="1"/>
          </p:nvSpPr>
          <p:spPr bwMode="auto">
            <a:xfrm>
              <a:off x="1003495" y="6481488"/>
              <a:ext cx="522831" cy="172800"/>
            </a:xfrm>
            <a:custGeom>
              <a:avLst/>
              <a:gdLst>
                <a:gd name="T0" fmla="*/ 269 w 283"/>
                <a:gd name="T1" fmla="*/ 77 h 114"/>
                <a:gd name="T2" fmla="*/ 222 w 283"/>
                <a:gd name="T3" fmla="*/ 87 h 114"/>
                <a:gd name="T4" fmla="*/ 244 w 283"/>
                <a:gd name="T5" fmla="*/ 60 h 114"/>
                <a:gd name="T6" fmla="*/ 269 w 283"/>
                <a:gd name="T7" fmla="*/ 56 h 114"/>
                <a:gd name="T8" fmla="*/ 222 w 283"/>
                <a:gd name="T9" fmla="*/ 2 h 114"/>
                <a:gd name="T10" fmla="*/ 281 w 283"/>
                <a:gd name="T11" fmla="*/ 87 h 114"/>
                <a:gd name="T12" fmla="*/ 222 w 283"/>
                <a:gd name="T13" fmla="*/ 89 h 114"/>
                <a:gd name="T14" fmla="*/ 246 w 283"/>
                <a:gd name="T15" fmla="*/ 101 h 114"/>
                <a:gd name="T16" fmla="*/ 205 w 283"/>
                <a:gd name="T17" fmla="*/ 82 h 114"/>
                <a:gd name="T18" fmla="*/ 203 w 283"/>
                <a:gd name="T19" fmla="*/ 52 h 114"/>
                <a:gd name="T20" fmla="*/ 154 w 283"/>
                <a:gd name="T21" fmla="*/ 87 h 114"/>
                <a:gd name="T22" fmla="*/ 213 w 283"/>
                <a:gd name="T23" fmla="*/ 53 h 114"/>
                <a:gd name="T24" fmla="*/ 171 w 283"/>
                <a:gd name="T25" fmla="*/ 87 h 114"/>
                <a:gd name="T26" fmla="*/ 180 w 283"/>
                <a:gd name="T27" fmla="*/ 87 h 114"/>
                <a:gd name="T28" fmla="*/ 120 w 283"/>
                <a:gd name="T29" fmla="*/ 87 h 114"/>
                <a:gd name="T30" fmla="*/ 117 w 283"/>
                <a:gd name="T31" fmla="*/ 56 h 114"/>
                <a:gd name="T32" fmla="*/ 86 w 283"/>
                <a:gd name="T33" fmla="*/ 2 h 114"/>
                <a:gd name="T34" fmla="*/ 145 w 283"/>
                <a:gd name="T35" fmla="*/ 52 h 114"/>
                <a:gd name="T36" fmla="*/ 142 w 283"/>
                <a:gd name="T37" fmla="*/ 87 h 114"/>
                <a:gd name="T38" fmla="*/ 93 w 283"/>
                <a:gd name="T39" fmla="*/ 79 h 114"/>
                <a:gd name="T40" fmla="*/ 89 w 283"/>
                <a:gd name="T41" fmla="*/ 79 h 114"/>
                <a:gd name="T42" fmla="*/ 87 w 283"/>
                <a:gd name="T43" fmla="*/ 69 h 114"/>
                <a:gd name="T44" fmla="*/ 95 w 283"/>
                <a:gd name="T45" fmla="*/ 62 h 114"/>
                <a:gd name="T46" fmla="*/ 93 w 283"/>
                <a:gd name="T47" fmla="*/ 79 h 114"/>
                <a:gd name="T48" fmla="*/ 67 w 283"/>
                <a:gd name="T49" fmla="*/ 86 h 114"/>
                <a:gd name="T50" fmla="*/ 37 w 283"/>
                <a:gd name="T51" fmla="*/ 82 h 114"/>
                <a:gd name="T52" fmla="*/ 25 w 283"/>
                <a:gd name="T53" fmla="*/ 77 h 114"/>
                <a:gd name="T54" fmla="*/ 18 w 283"/>
                <a:gd name="T55" fmla="*/ 2 h 114"/>
                <a:gd name="T56" fmla="*/ 76 w 283"/>
                <a:gd name="T57" fmla="*/ 55 h 114"/>
                <a:gd name="T58" fmla="*/ 22 w 283"/>
                <a:gd name="T59" fmla="*/ 87 h 114"/>
                <a:gd name="T60" fmla="*/ 220 w 283"/>
                <a:gd name="T61" fmla="*/ 0 h 114"/>
                <a:gd name="T62" fmla="*/ 215 w 283"/>
                <a:gd name="T63" fmla="*/ 0 h 114"/>
                <a:gd name="T64" fmla="*/ 147 w 283"/>
                <a:gd name="T65" fmla="*/ 52 h 114"/>
                <a:gd name="T66" fmla="*/ 84 w 283"/>
                <a:gd name="T67" fmla="*/ 52 h 114"/>
                <a:gd name="T68" fmla="*/ 16 w 283"/>
                <a:gd name="T69" fmla="*/ 0 h 114"/>
                <a:gd name="T70" fmla="*/ 14 w 283"/>
                <a:gd name="T71" fmla="*/ 113 h 114"/>
                <a:gd name="T72" fmla="*/ 35 w 283"/>
                <a:gd name="T73" fmla="*/ 113 h 114"/>
                <a:gd name="T74" fmla="*/ 66 w 283"/>
                <a:gd name="T75" fmla="*/ 89 h 114"/>
                <a:gd name="T76" fmla="*/ 81 w 283"/>
                <a:gd name="T77" fmla="*/ 89 h 114"/>
                <a:gd name="T78" fmla="*/ 90 w 283"/>
                <a:gd name="T79" fmla="*/ 89 h 114"/>
                <a:gd name="T80" fmla="*/ 112 w 283"/>
                <a:gd name="T81" fmla="*/ 113 h 114"/>
                <a:gd name="T82" fmla="*/ 142 w 283"/>
                <a:gd name="T83" fmla="*/ 89 h 114"/>
                <a:gd name="T84" fmla="*/ 170 w 283"/>
                <a:gd name="T85" fmla="*/ 89 h 114"/>
                <a:gd name="T86" fmla="*/ 190 w 283"/>
                <a:gd name="T87" fmla="*/ 113 h 114"/>
                <a:gd name="T88" fmla="*/ 210 w 283"/>
                <a:gd name="T89" fmla="*/ 108 h 114"/>
                <a:gd name="T90" fmla="*/ 266 w 283"/>
                <a:gd name="T91" fmla="*/ 89 h 114"/>
                <a:gd name="T92" fmla="*/ 220 w 283"/>
                <a:gd name="T93"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83" h="114">
                  <a:moveTo>
                    <a:pt x="281" y="87"/>
                  </a:moveTo>
                  <a:cubicBezTo>
                    <a:pt x="266" y="87"/>
                    <a:pt x="266" y="87"/>
                    <a:pt x="266" y="87"/>
                  </a:cubicBezTo>
                  <a:cubicBezTo>
                    <a:pt x="269" y="77"/>
                    <a:pt x="269" y="77"/>
                    <a:pt x="269" y="77"/>
                  </a:cubicBezTo>
                  <a:cubicBezTo>
                    <a:pt x="239" y="77"/>
                    <a:pt x="239" y="77"/>
                    <a:pt x="239" y="77"/>
                  </a:cubicBezTo>
                  <a:cubicBezTo>
                    <a:pt x="237" y="87"/>
                    <a:pt x="237" y="87"/>
                    <a:pt x="237" y="87"/>
                  </a:cubicBezTo>
                  <a:cubicBezTo>
                    <a:pt x="222" y="87"/>
                    <a:pt x="222" y="87"/>
                    <a:pt x="222" y="87"/>
                  </a:cubicBezTo>
                  <a:cubicBezTo>
                    <a:pt x="222" y="85"/>
                    <a:pt x="222" y="85"/>
                    <a:pt x="222" y="85"/>
                  </a:cubicBezTo>
                  <a:cubicBezTo>
                    <a:pt x="223" y="84"/>
                    <a:pt x="223" y="83"/>
                    <a:pt x="223" y="81"/>
                  </a:cubicBezTo>
                  <a:cubicBezTo>
                    <a:pt x="226" y="71"/>
                    <a:pt x="233" y="60"/>
                    <a:pt x="244" y="60"/>
                  </a:cubicBezTo>
                  <a:cubicBezTo>
                    <a:pt x="249" y="60"/>
                    <a:pt x="254" y="62"/>
                    <a:pt x="253" y="69"/>
                  </a:cubicBezTo>
                  <a:cubicBezTo>
                    <a:pt x="271" y="69"/>
                    <a:pt x="271" y="69"/>
                    <a:pt x="271" y="69"/>
                  </a:cubicBezTo>
                  <a:cubicBezTo>
                    <a:pt x="272" y="66"/>
                    <a:pt x="273" y="61"/>
                    <a:pt x="269" y="56"/>
                  </a:cubicBezTo>
                  <a:cubicBezTo>
                    <a:pt x="266" y="51"/>
                    <a:pt x="258" y="48"/>
                    <a:pt x="248" y="48"/>
                  </a:cubicBezTo>
                  <a:cubicBezTo>
                    <a:pt x="241" y="48"/>
                    <a:pt x="231" y="50"/>
                    <a:pt x="222" y="55"/>
                  </a:cubicBezTo>
                  <a:cubicBezTo>
                    <a:pt x="222" y="2"/>
                    <a:pt x="222" y="2"/>
                    <a:pt x="222" y="2"/>
                  </a:cubicBezTo>
                  <a:cubicBezTo>
                    <a:pt x="281" y="2"/>
                    <a:pt x="281" y="2"/>
                    <a:pt x="281" y="2"/>
                  </a:cubicBezTo>
                  <a:cubicBezTo>
                    <a:pt x="281" y="87"/>
                    <a:pt x="281" y="87"/>
                    <a:pt x="281" y="87"/>
                  </a:cubicBezTo>
                  <a:cubicBezTo>
                    <a:pt x="281" y="87"/>
                    <a:pt x="281" y="87"/>
                    <a:pt x="281" y="87"/>
                  </a:cubicBezTo>
                  <a:close/>
                  <a:moveTo>
                    <a:pt x="246" y="101"/>
                  </a:moveTo>
                  <a:cubicBezTo>
                    <a:pt x="243" y="102"/>
                    <a:pt x="240" y="102"/>
                    <a:pt x="237" y="102"/>
                  </a:cubicBezTo>
                  <a:cubicBezTo>
                    <a:pt x="228" y="102"/>
                    <a:pt x="222" y="98"/>
                    <a:pt x="222" y="89"/>
                  </a:cubicBezTo>
                  <a:cubicBezTo>
                    <a:pt x="249" y="89"/>
                    <a:pt x="249" y="89"/>
                    <a:pt x="249" y="89"/>
                  </a:cubicBezTo>
                  <a:cubicBezTo>
                    <a:pt x="246" y="101"/>
                    <a:pt x="246" y="101"/>
                    <a:pt x="246" y="101"/>
                  </a:cubicBezTo>
                  <a:cubicBezTo>
                    <a:pt x="246" y="101"/>
                    <a:pt x="246" y="101"/>
                    <a:pt x="246" y="101"/>
                  </a:cubicBezTo>
                  <a:close/>
                  <a:moveTo>
                    <a:pt x="213" y="53"/>
                  </a:moveTo>
                  <a:cubicBezTo>
                    <a:pt x="213" y="65"/>
                    <a:pt x="213" y="65"/>
                    <a:pt x="213" y="65"/>
                  </a:cubicBezTo>
                  <a:cubicBezTo>
                    <a:pt x="209" y="71"/>
                    <a:pt x="206" y="77"/>
                    <a:pt x="205" y="82"/>
                  </a:cubicBezTo>
                  <a:cubicBezTo>
                    <a:pt x="204" y="83"/>
                    <a:pt x="204" y="85"/>
                    <a:pt x="204" y="87"/>
                  </a:cubicBezTo>
                  <a:cubicBezTo>
                    <a:pt x="195" y="87"/>
                    <a:pt x="195" y="87"/>
                    <a:pt x="195" y="87"/>
                  </a:cubicBezTo>
                  <a:cubicBezTo>
                    <a:pt x="203" y="52"/>
                    <a:pt x="203" y="52"/>
                    <a:pt x="203" y="52"/>
                  </a:cubicBezTo>
                  <a:cubicBezTo>
                    <a:pt x="178" y="52"/>
                    <a:pt x="178" y="52"/>
                    <a:pt x="178" y="52"/>
                  </a:cubicBezTo>
                  <a:cubicBezTo>
                    <a:pt x="156" y="87"/>
                    <a:pt x="156" y="87"/>
                    <a:pt x="156" y="87"/>
                  </a:cubicBezTo>
                  <a:cubicBezTo>
                    <a:pt x="154" y="87"/>
                    <a:pt x="154" y="87"/>
                    <a:pt x="154" y="87"/>
                  </a:cubicBezTo>
                  <a:cubicBezTo>
                    <a:pt x="154" y="2"/>
                    <a:pt x="154" y="2"/>
                    <a:pt x="154" y="2"/>
                  </a:cubicBezTo>
                  <a:cubicBezTo>
                    <a:pt x="213" y="2"/>
                    <a:pt x="213" y="2"/>
                    <a:pt x="213" y="2"/>
                  </a:cubicBezTo>
                  <a:cubicBezTo>
                    <a:pt x="213" y="53"/>
                    <a:pt x="213" y="53"/>
                    <a:pt x="213" y="53"/>
                  </a:cubicBezTo>
                  <a:cubicBezTo>
                    <a:pt x="213" y="53"/>
                    <a:pt x="213" y="53"/>
                    <a:pt x="213" y="53"/>
                  </a:cubicBezTo>
                  <a:close/>
                  <a:moveTo>
                    <a:pt x="180" y="87"/>
                  </a:moveTo>
                  <a:cubicBezTo>
                    <a:pt x="171" y="87"/>
                    <a:pt x="171" y="87"/>
                    <a:pt x="171" y="87"/>
                  </a:cubicBezTo>
                  <a:cubicBezTo>
                    <a:pt x="185" y="66"/>
                    <a:pt x="185" y="66"/>
                    <a:pt x="185" y="66"/>
                  </a:cubicBezTo>
                  <a:cubicBezTo>
                    <a:pt x="180" y="87"/>
                    <a:pt x="180" y="87"/>
                    <a:pt x="180" y="87"/>
                  </a:cubicBezTo>
                  <a:cubicBezTo>
                    <a:pt x="180" y="87"/>
                    <a:pt x="180" y="87"/>
                    <a:pt x="180" y="87"/>
                  </a:cubicBezTo>
                  <a:close/>
                  <a:moveTo>
                    <a:pt x="145" y="52"/>
                  </a:moveTo>
                  <a:cubicBezTo>
                    <a:pt x="130" y="52"/>
                    <a:pt x="130" y="52"/>
                    <a:pt x="130" y="52"/>
                  </a:cubicBezTo>
                  <a:cubicBezTo>
                    <a:pt x="120" y="87"/>
                    <a:pt x="120" y="87"/>
                    <a:pt x="120" y="87"/>
                  </a:cubicBezTo>
                  <a:cubicBezTo>
                    <a:pt x="104" y="87"/>
                    <a:pt x="104" y="87"/>
                    <a:pt x="104" y="87"/>
                  </a:cubicBezTo>
                  <a:cubicBezTo>
                    <a:pt x="112" y="84"/>
                    <a:pt x="117" y="78"/>
                    <a:pt x="119" y="70"/>
                  </a:cubicBezTo>
                  <a:cubicBezTo>
                    <a:pt x="120" y="64"/>
                    <a:pt x="119" y="59"/>
                    <a:pt x="117" y="56"/>
                  </a:cubicBezTo>
                  <a:cubicBezTo>
                    <a:pt x="113" y="51"/>
                    <a:pt x="105" y="52"/>
                    <a:pt x="98" y="52"/>
                  </a:cubicBezTo>
                  <a:cubicBezTo>
                    <a:pt x="97" y="52"/>
                    <a:pt x="86" y="52"/>
                    <a:pt x="86" y="52"/>
                  </a:cubicBezTo>
                  <a:cubicBezTo>
                    <a:pt x="86" y="2"/>
                    <a:pt x="86" y="2"/>
                    <a:pt x="86" y="2"/>
                  </a:cubicBezTo>
                  <a:cubicBezTo>
                    <a:pt x="145" y="2"/>
                    <a:pt x="145" y="2"/>
                    <a:pt x="145" y="2"/>
                  </a:cubicBezTo>
                  <a:cubicBezTo>
                    <a:pt x="145" y="52"/>
                    <a:pt x="145" y="52"/>
                    <a:pt x="145" y="52"/>
                  </a:cubicBezTo>
                  <a:cubicBezTo>
                    <a:pt x="145" y="52"/>
                    <a:pt x="145" y="52"/>
                    <a:pt x="145" y="52"/>
                  </a:cubicBezTo>
                  <a:close/>
                  <a:moveTo>
                    <a:pt x="135" y="87"/>
                  </a:moveTo>
                  <a:cubicBezTo>
                    <a:pt x="141" y="65"/>
                    <a:pt x="141" y="65"/>
                    <a:pt x="141" y="65"/>
                  </a:cubicBezTo>
                  <a:cubicBezTo>
                    <a:pt x="142" y="87"/>
                    <a:pt x="142" y="87"/>
                    <a:pt x="142" y="87"/>
                  </a:cubicBezTo>
                  <a:cubicBezTo>
                    <a:pt x="135" y="87"/>
                    <a:pt x="135" y="87"/>
                    <a:pt x="135" y="87"/>
                  </a:cubicBezTo>
                  <a:cubicBezTo>
                    <a:pt x="135" y="87"/>
                    <a:pt x="135" y="87"/>
                    <a:pt x="135" y="87"/>
                  </a:cubicBezTo>
                  <a:close/>
                  <a:moveTo>
                    <a:pt x="93" y="79"/>
                  </a:moveTo>
                  <a:cubicBezTo>
                    <a:pt x="93" y="79"/>
                    <a:pt x="93" y="79"/>
                    <a:pt x="93" y="79"/>
                  </a:cubicBezTo>
                  <a:cubicBezTo>
                    <a:pt x="92" y="79"/>
                    <a:pt x="91" y="79"/>
                    <a:pt x="91" y="79"/>
                  </a:cubicBezTo>
                  <a:cubicBezTo>
                    <a:pt x="90" y="79"/>
                    <a:pt x="89" y="79"/>
                    <a:pt x="89" y="79"/>
                  </a:cubicBezTo>
                  <a:cubicBezTo>
                    <a:pt x="85" y="79"/>
                    <a:pt x="85" y="79"/>
                    <a:pt x="85" y="79"/>
                  </a:cubicBezTo>
                  <a:cubicBezTo>
                    <a:pt x="87" y="72"/>
                    <a:pt x="87" y="72"/>
                    <a:pt x="87" y="72"/>
                  </a:cubicBezTo>
                  <a:cubicBezTo>
                    <a:pt x="87" y="69"/>
                    <a:pt x="87" y="69"/>
                    <a:pt x="87" y="69"/>
                  </a:cubicBezTo>
                  <a:cubicBezTo>
                    <a:pt x="89" y="62"/>
                    <a:pt x="89" y="62"/>
                    <a:pt x="89" y="62"/>
                  </a:cubicBezTo>
                  <a:cubicBezTo>
                    <a:pt x="90" y="62"/>
                    <a:pt x="91" y="62"/>
                    <a:pt x="92" y="62"/>
                  </a:cubicBezTo>
                  <a:cubicBezTo>
                    <a:pt x="95" y="62"/>
                    <a:pt x="95" y="62"/>
                    <a:pt x="95" y="62"/>
                  </a:cubicBezTo>
                  <a:cubicBezTo>
                    <a:pt x="100" y="62"/>
                    <a:pt x="103" y="62"/>
                    <a:pt x="104" y="63"/>
                  </a:cubicBezTo>
                  <a:cubicBezTo>
                    <a:pt x="105" y="65"/>
                    <a:pt x="105" y="67"/>
                    <a:pt x="104" y="70"/>
                  </a:cubicBezTo>
                  <a:cubicBezTo>
                    <a:pt x="102" y="75"/>
                    <a:pt x="100" y="78"/>
                    <a:pt x="93" y="79"/>
                  </a:cubicBezTo>
                  <a:moveTo>
                    <a:pt x="76" y="55"/>
                  </a:moveTo>
                  <a:cubicBezTo>
                    <a:pt x="75" y="58"/>
                    <a:pt x="75" y="58"/>
                    <a:pt x="75" y="58"/>
                  </a:cubicBezTo>
                  <a:cubicBezTo>
                    <a:pt x="67" y="86"/>
                    <a:pt x="67" y="86"/>
                    <a:pt x="67" y="86"/>
                  </a:cubicBezTo>
                  <a:cubicBezTo>
                    <a:pt x="67" y="87"/>
                    <a:pt x="67" y="87"/>
                    <a:pt x="67" y="87"/>
                  </a:cubicBezTo>
                  <a:cubicBezTo>
                    <a:pt x="39" y="87"/>
                    <a:pt x="39" y="87"/>
                    <a:pt x="39" y="87"/>
                  </a:cubicBezTo>
                  <a:cubicBezTo>
                    <a:pt x="37" y="82"/>
                    <a:pt x="37" y="82"/>
                    <a:pt x="37" y="82"/>
                  </a:cubicBezTo>
                  <a:cubicBezTo>
                    <a:pt x="67" y="52"/>
                    <a:pt x="67" y="52"/>
                    <a:pt x="67" y="52"/>
                  </a:cubicBezTo>
                  <a:cubicBezTo>
                    <a:pt x="48" y="52"/>
                    <a:pt x="48" y="52"/>
                    <a:pt x="48" y="52"/>
                  </a:cubicBezTo>
                  <a:cubicBezTo>
                    <a:pt x="25" y="77"/>
                    <a:pt x="25" y="77"/>
                    <a:pt x="25" y="77"/>
                  </a:cubicBezTo>
                  <a:cubicBezTo>
                    <a:pt x="32" y="52"/>
                    <a:pt x="32" y="52"/>
                    <a:pt x="32" y="52"/>
                  </a:cubicBezTo>
                  <a:cubicBezTo>
                    <a:pt x="18" y="52"/>
                    <a:pt x="18" y="52"/>
                    <a:pt x="18" y="52"/>
                  </a:cubicBezTo>
                  <a:cubicBezTo>
                    <a:pt x="18" y="2"/>
                    <a:pt x="18" y="2"/>
                    <a:pt x="18" y="2"/>
                  </a:cubicBezTo>
                  <a:cubicBezTo>
                    <a:pt x="76" y="2"/>
                    <a:pt x="76" y="2"/>
                    <a:pt x="76" y="2"/>
                  </a:cubicBezTo>
                  <a:cubicBezTo>
                    <a:pt x="76" y="55"/>
                    <a:pt x="76" y="55"/>
                    <a:pt x="76" y="55"/>
                  </a:cubicBezTo>
                  <a:cubicBezTo>
                    <a:pt x="76" y="55"/>
                    <a:pt x="76" y="55"/>
                    <a:pt x="76" y="55"/>
                  </a:cubicBezTo>
                  <a:close/>
                  <a:moveTo>
                    <a:pt x="22" y="87"/>
                  </a:moveTo>
                  <a:cubicBezTo>
                    <a:pt x="22" y="87"/>
                    <a:pt x="22" y="87"/>
                    <a:pt x="22" y="87"/>
                  </a:cubicBezTo>
                  <a:cubicBezTo>
                    <a:pt x="22" y="87"/>
                    <a:pt x="22" y="87"/>
                    <a:pt x="22" y="87"/>
                  </a:cubicBezTo>
                  <a:cubicBezTo>
                    <a:pt x="22" y="87"/>
                    <a:pt x="22" y="87"/>
                    <a:pt x="22" y="87"/>
                  </a:cubicBezTo>
                  <a:cubicBezTo>
                    <a:pt x="22" y="87"/>
                    <a:pt x="22" y="87"/>
                    <a:pt x="22" y="87"/>
                  </a:cubicBezTo>
                  <a:close/>
                  <a:moveTo>
                    <a:pt x="220" y="0"/>
                  </a:moveTo>
                  <a:cubicBezTo>
                    <a:pt x="220" y="57"/>
                    <a:pt x="220" y="57"/>
                    <a:pt x="220" y="57"/>
                  </a:cubicBezTo>
                  <a:cubicBezTo>
                    <a:pt x="218" y="59"/>
                    <a:pt x="216" y="60"/>
                    <a:pt x="215" y="62"/>
                  </a:cubicBezTo>
                  <a:cubicBezTo>
                    <a:pt x="215" y="0"/>
                    <a:pt x="215" y="0"/>
                    <a:pt x="215" y="0"/>
                  </a:cubicBezTo>
                  <a:cubicBezTo>
                    <a:pt x="152" y="0"/>
                    <a:pt x="152" y="0"/>
                    <a:pt x="152" y="0"/>
                  </a:cubicBezTo>
                  <a:cubicBezTo>
                    <a:pt x="152" y="52"/>
                    <a:pt x="152" y="52"/>
                    <a:pt x="152" y="52"/>
                  </a:cubicBezTo>
                  <a:cubicBezTo>
                    <a:pt x="147" y="52"/>
                    <a:pt x="147" y="52"/>
                    <a:pt x="147" y="52"/>
                  </a:cubicBezTo>
                  <a:cubicBezTo>
                    <a:pt x="147" y="0"/>
                    <a:pt x="147" y="0"/>
                    <a:pt x="147" y="0"/>
                  </a:cubicBezTo>
                  <a:cubicBezTo>
                    <a:pt x="84" y="0"/>
                    <a:pt x="84" y="0"/>
                    <a:pt x="84" y="0"/>
                  </a:cubicBezTo>
                  <a:cubicBezTo>
                    <a:pt x="84" y="52"/>
                    <a:pt x="84" y="52"/>
                    <a:pt x="84" y="52"/>
                  </a:cubicBezTo>
                  <a:cubicBezTo>
                    <a:pt x="79" y="52"/>
                    <a:pt x="79" y="52"/>
                    <a:pt x="79" y="52"/>
                  </a:cubicBezTo>
                  <a:cubicBezTo>
                    <a:pt x="79" y="0"/>
                    <a:pt x="79" y="0"/>
                    <a:pt x="79" y="0"/>
                  </a:cubicBezTo>
                  <a:cubicBezTo>
                    <a:pt x="16" y="0"/>
                    <a:pt x="16" y="0"/>
                    <a:pt x="16" y="0"/>
                  </a:cubicBezTo>
                  <a:cubicBezTo>
                    <a:pt x="16" y="59"/>
                    <a:pt x="16" y="59"/>
                    <a:pt x="16" y="59"/>
                  </a:cubicBezTo>
                  <a:cubicBezTo>
                    <a:pt x="0" y="113"/>
                    <a:pt x="0" y="113"/>
                    <a:pt x="0" y="113"/>
                  </a:cubicBezTo>
                  <a:cubicBezTo>
                    <a:pt x="14" y="113"/>
                    <a:pt x="14" y="113"/>
                    <a:pt x="14" y="113"/>
                  </a:cubicBezTo>
                  <a:cubicBezTo>
                    <a:pt x="21" y="89"/>
                    <a:pt x="21" y="89"/>
                    <a:pt x="21" y="89"/>
                  </a:cubicBezTo>
                  <a:cubicBezTo>
                    <a:pt x="23" y="89"/>
                    <a:pt x="23" y="89"/>
                    <a:pt x="23" y="89"/>
                  </a:cubicBezTo>
                  <a:cubicBezTo>
                    <a:pt x="35" y="113"/>
                    <a:pt x="35" y="113"/>
                    <a:pt x="35" y="113"/>
                  </a:cubicBezTo>
                  <a:cubicBezTo>
                    <a:pt x="52" y="113"/>
                    <a:pt x="52" y="113"/>
                    <a:pt x="52" y="113"/>
                  </a:cubicBezTo>
                  <a:cubicBezTo>
                    <a:pt x="40" y="89"/>
                    <a:pt x="40" y="89"/>
                    <a:pt x="40" y="89"/>
                  </a:cubicBezTo>
                  <a:cubicBezTo>
                    <a:pt x="66" y="89"/>
                    <a:pt x="66" y="89"/>
                    <a:pt x="66" y="89"/>
                  </a:cubicBezTo>
                  <a:cubicBezTo>
                    <a:pt x="59" y="113"/>
                    <a:pt x="59" y="113"/>
                    <a:pt x="59" y="113"/>
                  </a:cubicBezTo>
                  <a:cubicBezTo>
                    <a:pt x="74" y="113"/>
                    <a:pt x="74" y="113"/>
                    <a:pt x="74" y="113"/>
                  </a:cubicBezTo>
                  <a:cubicBezTo>
                    <a:pt x="81" y="89"/>
                    <a:pt x="81" y="89"/>
                    <a:pt x="81" y="89"/>
                  </a:cubicBezTo>
                  <a:cubicBezTo>
                    <a:pt x="85" y="89"/>
                    <a:pt x="85" y="89"/>
                    <a:pt x="85" y="89"/>
                  </a:cubicBezTo>
                  <a:cubicBezTo>
                    <a:pt x="85" y="89"/>
                    <a:pt x="85" y="89"/>
                    <a:pt x="85" y="89"/>
                  </a:cubicBezTo>
                  <a:cubicBezTo>
                    <a:pt x="90" y="89"/>
                    <a:pt x="90" y="89"/>
                    <a:pt x="90" y="89"/>
                  </a:cubicBezTo>
                  <a:cubicBezTo>
                    <a:pt x="90" y="89"/>
                    <a:pt x="90" y="89"/>
                    <a:pt x="90" y="89"/>
                  </a:cubicBezTo>
                  <a:cubicBezTo>
                    <a:pt x="119" y="89"/>
                    <a:pt x="119" y="89"/>
                    <a:pt x="119" y="89"/>
                  </a:cubicBezTo>
                  <a:cubicBezTo>
                    <a:pt x="112" y="113"/>
                    <a:pt x="112" y="113"/>
                    <a:pt x="112" y="113"/>
                  </a:cubicBezTo>
                  <a:cubicBezTo>
                    <a:pt x="128" y="113"/>
                    <a:pt x="128" y="113"/>
                    <a:pt x="128" y="113"/>
                  </a:cubicBezTo>
                  <a:cubicBezTo>
                    <a:pt x="135" y="89"/>
                    <a:pt x="135" y="89"/>
                    <a:pt x="135" y="89"/>
                  </a:cubicBezTo>
                  <a:cubicBezTo>
                    <a:pt x="142" y="89"/>
                    <a:pt x="142" y="89"/>
                    <a:pt x="142" y="89"/>
                  </a:cubicBezTo>
                  <a:cubicBezTo>
                    <a:pt x="142" y="113"/>
                    <a:pt x="142" y="113"/>
                    <a:pt x="142" y="113"/>
                  </a:cubicBezTo>
                  <a:cubicBezTo>
                    <a:pt x="155" y="113"/>
                    <a:pt x="155" y="113"/>
                    <a:pt x="155" y="113"/>
                  </a:cubicBezTo>
                  <a:cubicBezTo>
                    <a:pt x="170" y="89"/>
                    <a:pt x="170" y="89"/>
                    <a:pt x="170" y="89"/>
                  </a:cubicBezTo>
                  <a:cubicBezTo>
                    <a:pt x="180" y="89"/>
                    <a:pt x="180" y="89"/>
                    <a:pt x="180" y="89"/>
                  </a:cubicBezTo>
                  <a:cubicBezTo>
                    <a:pt x="175" y="113"/>
                    <a:pt x="175" y="113"/>
                    <a:pt x="175" y="113"/>
                  </a:cubicBezTo>
                  <a:cubicBezTo>
                    <a:pt x="190" y="113"/>
                    <a:pt x="190" y="113"/>
                    <a:pt x="190" y="113"/>
                  </a:cubicBezTo>
                  <a:cubicBezTo>
                    <a:pt x="195" y="89"/>
                    <a:pt x="195" y="89"/>
                    <a:pt x="195" y="89"/>
                  </a:cubicBezTo>
                  <a:cubicBezTo>
                    <a:pt x="204" y="89"/>
                    <a:pt x="204" y="89"/>
                    <a:pt x="204" y="89"/>
                  </a:cubicBezTo>
                  <a:cubicBezTo>
                    <a:pt x="203" y="96"/>
                    <a:pt x="205" y="103"/>
                    <a:pt x="210" y="108"/>
                  </a:cubicBezTo>
                  <a:cubicBezTo>
                    <a:pt x="216" y="113"/>
                    <a:pt x="225" y="114"/>
                    <a:pt x="232" y="114"/>
                  </a:cubicBezTo>
                  <a:cubicBezTo>
                    <a:pt x="241" y="114"/>
                    <a:pt x="251" y="113"/>
                    <a:pt x="260" y="111"/>
                  </a:cubicBezTo>
                  <a:cubicBezTo>
                    <a:pt x="266" y="89"/>
                    <a:pt x="266" y="89"/>
                    <a:pt x="266" y="89"/>
                  </a:cubicBezTo>
                  <a:cubicBezTo>
                    <a:pt x="283" y="89"/>
                    <a:pt x="283" y="89"/>
                    <a:pt x="283" y="89"/>
                  </a:cubicBezTo>
                  <a:cubicBezTo>
                    <a:pt x="283" y="0"/>
                    <a:pt x="283" y="0"/>
                    <a:pt x="283" y="0"/>
                  </a:cubicBezTo>
                  <a:cubicBezTo>
                    <a:pt x="220" y="0"/>
                    <a:pt x="220" y="0"/>
                    <a:pt x="220" y="0"/>
                  </a:cubicBezTo>
                  <a:cubicBezTo>
                    <a:pt x="220" y="0"/>
                    <a:pt x="220" y="0"/>
                    <a:pt x="220" y="0"/>
                  </a:cubicBezTo>
                  <a:close/>
                </a:path>
              </a:pathLst>
            </a:custGeom>
            <a:solidFill>
              <a:schemeClr val="tx2"/>
            </a:solidFill>
            <a:ln>
              <a:noFill/>
            </a:ln>
          </p:spPr>
          <p:txBody>
            <a:bodyPr vert="horz" wrap="square" lIns="91440" tIns="45720" rIns="91440" bIns="45720" numCol="1" anchor="t" anchorCtr="0" compatLnSpc="1"/>
            <a:lstStyle/>
            <a:p>
              <a:endParaRPr lang="en-GB" sz="1800" dirty="0">
                <a:latin typeface="微软雅黑" panose="020B0503020204020204" pitchFamily="34" charset="-122"/>
              </a:endParaRPr>
            </a:p>
          </p:txBody>
        </p:sp>
        <p:sp>
          <p:nvSpPr>
            <p:cNvPr id="11" name="TextBox 10"/>
            <p:cNvSpPr txBox="1"/>
            <p:nvPr userDrawn="1">
              <p:custDataLst>
                <p:tags r:id="rId10"/>
              </p:custDataLst>
            </p:nvPr>
          </p:nvSpPr>
          <p:spPr>
            <a:xfrm>
              <a:off x="1905679" y="6481488"/>
              <a:ext cx="8424000" cy="37080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sz="1000" kern="1200" noProof="0" dirty="0">
                  <a:solidFill>
                    <a:schemeClr val="bg1">
                      <a:lumMod val="65000"/>
                    </a:schemeClr>
                  </a:solidFill>
                  <a:latin typeface="微软雅黑" panose="020B0503020204020204" pitchFamily="34" charset="-122"/>
                  <a:ea typeface="+mn-ea"/>
                  <a:cs typeface="+mn-cs"/>
                </a:rPr>
                <a:t>© 2023 </a:t>
              </a:r>
              <a:r>
                <a:rPr lang="zh-CN" altLang="en-US" sz="1000" kern="1200" noProof="0" dirty="0">
                  <a:solidFill>
                    <a:schemeClr val="bg1">
                      <a:lumMod val="65000"/>
                    </a:schemeClr>
                  </a:solidFill>
                  <a:latin typeface="微软雅黑" panose="020B0503020204020204" pitchFamily="34" charset="-122"/>
                  <a:ea typeface="+mn-ea"/>
                  <a:cs typeface="+mn-cs"/>
                </a:rPr>
                <a:t>毕马威企业咨询 </a:t>
              </a:r>
              <a:r>
                <a:rPr lang="en-US" altLang="zh-CN" sz="1000" kern="1200" noProof="0" dirty="0">
                  <a:solidFill>
                    <a:schemeClr val="bg1">
                      <a:lumMod val="65000"/>
                    </a:schemeClr>
                  </a:solidFill>
                  <a:latin typeface="微软雅黑" panose="020B0503020204020204" pitchFamily="34" charset="-122"/>
                  <a:ea typeface="+mn-ea"/>
                  <a:cs typeface="+mn-cs"/>
                </a:rPr>
                <a:t>(</a:t>
              </a:r>
              <a:r>
                <a:rPr lang="zh-CN" altLang="en-US" sz="1000" kern="1200" noProof="0" dirty="0">
                  <a:solidFill>
                    <a:schemeClr val="bg1">
                      <a:lumMod val="65000"/>
                    </a:schemeClr>
                  </a:solidFill>
                  <a:latin typeface="微软雅黑" panose="020B0503020204020204" pitchFamily="34" charset="-122"/>
                  <a:ea typeface="+mn-ea"/>
                  <a:cs typeface="+mn-cs"/>
                </a:rPr>
                <a:t>中国</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有限公司 </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中国有限责任公司，是与英国私营担保有限公司</a:t>
              </a:r>
              <a:r>
                <a:rPr lang="en-US" altLang="zh-CN" sz="1000" kern="1200" noProof="0" dirty="0">
                  <a:solidFill>
                    <a:schemeClr val="bg1">
                      <a:lumMod val="65000"/>
                    </a:schemeClr>
                  </a:solidFill>
                  <a:latin typeface="微软雅黑" panose="020B0503020204020204" pitchFamily="34" charset="-122"/>
                  <a:ea typeface="+mn-ea"/>
                  <a:cs typeface="+mn-cs"/>
                </a:rPr>
                <a:t>— </a:t>
              </a:r>
              <a:r>
                <a:rPr lang="zh-CN" altLang="en-US" sz="1000" kern="1200" noProof="0" dirty="0">
                  <a:solidFill>
                    <a:schemeClr val="bg1">
                      <a:lumMod val="65000"/>
                    </a:schemeClr>
                  </a:solidFill>
                  <a:latin typeface="微软雅黑" panose="020B0503020204020204" pitchFamily="34" charset="-122"/>
                  <a:ea typeface="+mn-ea"/>
                  <a:cs typeface="+mn-cs"/>
                </a:rPr>
                <a:t>毕马威国际有限公司相关联的独立成员所全球性组织中的成员。版权所有，不得转载。</a:t>
              </a:r>
              <a:r>
                <a:rPr lang="zh-CN" altLang="en-US" sz="1000" kern="1200" spc="80" baseline="0" noProof="0" dirty="0">
                  <a:solidFill>
                    <a:schemeClr val="bg1">
                      <a:lumMod val="65000"/>
                    </a:schemeClr>
                  </a:solidFill>
                  <a:latin typeface="微软雅黑" panose="020B0503020204020204" pitchFamily="34" charset="-122"/>
                  <a:ea typeface="+mn-ea"/>
                  <a:cs typeface="+mn-cs"/>
                </a:rPr>
                <a:t>在中国印刷。</a:t>
              </a:r>
              <a:endParaRPr lang="zh-CN" altLang="en-US" sz="1000" kern="1200" noProof="0" dirty="0">
                <a:solidFill>
                  <a:schemeClr val="bg1">
                    <a:lumMod val="65000"/>
                  </a:schemeClr>
                </a:solidFill>
                <a:latin typeface="微软雅黑" panose="020B0503020204020204" pitchFamily="34" charset="-122"/>
                <a:ea typeface="+mn-ea"/>
                <a:cs typeface="+mn-cs"/>
              </a:endParaRPr>
            </a:p>
          </p:txBody>
        </p:sp>
      </p:grpSp>
      <p:sp>
        <p:nvSpPr>
          <p:cNvPr id="12" name="Shape 8"/>
          <p:cNvSpPr txBox="1"/>
          <p:nvPr userDrawn="1"/>
        </p:nvSpPr>
        <p:spPr>
          <a:xfrm>
            <a:off x="10739438" y="6485655"/>
            <a:ext cx="449655"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US" sz="1200" smtClean="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rPr>
            </a:fld>
            <a:endParaRPr lang="en-US" sz="1200" dirty="0">
              <a:solidFill>
                <a:schemeClr val="tx2"/>
              </a:solidFill>
              <a:latin typeface="微软雅黑" panose="020B0503020204020204" pitchFamily="34" charset="-122"/>
              <a:ea typeface="微软雅黑" panose="020B0503020204020204" pitchFamily="34" charset="-122"/>
              <a:cs typeface="Arial" panose="020B0604020202090204" pitchFamily="34" charset="0"/>
              <a:sym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Lst>
  <p:txStyles>
    <p:titleStyle>
      <a:lvl1pPr algn="l" defTabSz="914400" rtl="0" eaLnBrk="1" latinLnBrk="0" hangingPunct="1">
        <a:lnSpc>
          <a:spcPct val="70000"/>
        </a:lnSpc>
        <a:spcBef>
          <a:spcPct val="0"/>
        </a:spcBef>
        <a:buNone/>
        <a:defRPr sz="5400" kern="1200">
          <a:solidFill>
            <a:schemeClr val="tx2"/>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Tx/>
        <a:buNone/>
        <a:defRPr sz="1500" b="1" kern="1200">
          <a:solidFill>
            <a:schemeClr val="tx2"/>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500" kern="1200">
          <a:solidFill>
            <a:schemeClr val="tx2"/>
          </a:solidFill>
          <a:latin typeface="+mn-lt"/>
          <a:ea typeface="+mn-ea"/>
          <a:cs typeface="+mn-cs"/>
        </a:defRPr>
      </a:lvl2pPr>
      <a:lvl3pPr marL="2882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3pPr>
      <a:lvl4pPr marL="43180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4pPr>
      <a:lvl5pPr marL="7200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baseline="0">
          <a:solidFill>
            <a:schemeClr val="tx2"/>
          </a:solidFill>
          <a:latin typeface="+mn-lt"/>
          <a:ea typeface="+mn-ea"/>
          <a:cs typeface="+mn-cs"/>
        </a:defRPr>
      </a:lvl5pPr>
      <a:lvl6pPr marL="8642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1151890" indent="-28829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2960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Lst>
  <p:hf hdr="0" ftr="0" dt="0"/>
  <p:txStyles>
    <p:titleStyle>
      <a:lvl1pPr marL="1219200" indent="-1219200" algn="ctr" rtl="0" eaLnBrk="1" fontAlgn="base" hangingPunct="1">
        <a:spcBef>
          <a:spcPct val="0"/>
        </a:spcBef>
        <a:spcAft>
          <a:spcPct val="0"/>
        </a:spcAft>
        <a:defRPr kumimoji="1" sz="5865" kern="1200">
          <a:solidFill>
            <a:schemeClr val="tx1"/>
          </a:solidFill>
          <a:latin typeface="+mj-lt"/>
          <a:ea typeface="+mj-ea"/>
          <a:cs typeface="微软雅黑" panose="020B0503020204020204" pitchFamily="34" charset="-122"/>
          <a:sym typeface="Calibri" panose="020F0502020204030204" pitchFamily="34" charset="0"/>
        </a:defRPr>
      </a:lvl1pPr>
      <a:lvl2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2pPr>
      <a:lvl3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3pPr>
      <a:lvl4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4pPr>
      <a:lvl5pPr marL="1219200" indent="-1219200" algn="ctr" rtl="0" eaLnBrk="1" fontAlgn="base" hangingPunct="1">
        <a:spcBef>
          <a:spcPct val="0"/>
        </a:spcBef>
        <a:spcAft>
          <a:spcPct val="0"/>
        </a:spcAft>
        <a:defRPr kumimoji="1" sz="5865">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Calibri" panose="020F0502020204030204" pitchFamily="34" charset="0"/>
        </a:defRPr>
      </a:lvl5pPr>
      <a:lvl6pPr marL="18288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6pPr>
      <a:lvl7pPr marL="2437765"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7pPr>
      <a:lvl8pPr marL="30480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8pPr>
      <a:lvl9pPr marL="3657600" indent="-1219200" algn="ctr" rtl="0" eaLnBrk="1" fontAlgn="base" hangingPunct="1">
        <a:spcBef>
          <a:spcPct val="0"/>
        </a:spcBef>
        <a:spcAft>
          <a:spcPct val="0"/>
        </a:spcAft>
        <a:defRPr sz="5865">
          <a:solidFill>
            <a:schemeClr val="tx1"/>
          </a:solidFill>
          <a:latin typeface="微软雅黑" panose="020B0503020204020204" pitchFamily="34" charset="-122"/>
          <a:ea typeface="微软雅黑" panose="020B0503020204020204" pitchFamily="34" charset="-122"/>
          <a:sym typeface="Calibri" panose="020F0502020204030204" pitchFamily="34" charset="0"/>
        </a:defRPr>
      </a:lvl9pPr>
    </p:titleStyle>
    <p:bodyStyle>
      <a:lvl1pPr marL="457200" indent="-457200" algn="l" rtl="0" eaLnBrk="1" fontAlgn="base" hangingPunct="1">
        <a:spcBef>
          <a:spcPct val="20000"/>
        </a:spcBef>
        <a:spcAft>
          <a:spcPct val="0"/>
        </a:spcAft>
        <a:buFont typeface="Arial" panose="020B0604020202090204" pitchFamily="34" charset="0"/>
        <a:buChar char="•"/>
        <a:defRPr kumimoji="1" sz="4265" kern="1200">
          <a:solidFill>
            <a:schemeClr val="tx1"/>
          </a:solidFill>
          <a:latin typeface="+mn-lt"/>
          <a:ea typeface="+mn-ea"/>
          <a:cs typeface="微软雅黑" panose="020B0503020204020204" pitchFamily="34" charset="-122"/>
          <a:sym typeface="Calibri" panose="020F0502020204030204" pitchFamily="34" charset="0"/>
        </a:defRPr>
      </a:lvl1pPr>
      <a:lvl2pPr marL="990600" indent="-381000" algn="l" rtl="0" eaLnBrk="1" fontAlgn="base" hangingPunct="1">
        <a:spcBef>
          <a:spcPct val="20000"/>
        </a:spcBef>
        <a:spcAft>
          <a:spcPct val="0"/>
        </a:spcAft>
        <a:buFont typeface="Arial" panose="020B0604020202090204" pitchFamily="34" charset="0"/>
        <a:buChar char="–"/>
        <a:defRPr kumimoji="1" sz="3735" kern="1200">
          <a:solidFill>
            <a:schemeClr val="tx1"/>
          </a:solidFill>
          <a:latin typeface="+mn-lt"/>
          <a:ea typeface="+mn-ea"/>
          <a:cs typeface="微软雅黑" panose="020B0503020204020204" pitchFamily="34" charset="-122"/>
          <a:sym typeface="Calibri" panose="020F0502020204030204" pitchFamily="34" charset="0"/>
        </a:defRPr>
      </a:lvl2pPr>
      <a:lvl3pPr marL="1523365" indent="-304800" algn="l" rtl="0" eaLnBrk="1" fontAlgn="base" hangingPunct="1">
        <a:spcBef>
          <a:spcPct val="20000"/>
        </a:spcBef>
        <a:spcAft>
          <a:spcPct val="0"/>
        </a:spcAft>
        <a:buFont typeface="Arial" panose="020B0604020202090204" pitchFamily="34" charset="0"/>
        <a:buChar char="•"/>
        <a:defRPr kumimoji="1" sz="3200" kern="1200">
          <a:solidFill>
            <a:schemeClr val="tx1"/>
          </a:solidFill>
          <a:latin typeface="+mn-lt"/>
          <a:ea typeface="+mn-ea"/>
          <a:cs typeface="微软雅黑" panose="020B0503020204020204" pitchFamily="34" charset="-122"/>
          <a:sym typeface="Calibri" panose="020F0502020204030204" pitchFamily="34" charset="0"/>
        </a:defRPr>
      </a:lvl3pPr>
      <a:lvl4pPr marL="2133600" indent="-304800" algn="l" rtl="0" eaLnBrk="1" fontAlgn="base" hangingPunct="1">
        <a:spcBef>
          <a:spcPct val="20000"/>
        </a:spcBef>
        <a:spcAft>
          <a:spcPct val="0"/>
        </a:spcAft>
        <a:buFont typeface="Arial" panose="020B0604020202090204" pitchFamily="34" charset="0"/>
        <a:buChar char="–"/>
        <a:defRPr kumimoji="1" sz="2665" kern="1200">
          <a:solidFill>
            <a:schemeClr val="tx1"/>
          </a:solidFill>
          <a:latin typeface="+mn-lt"/>
          <a:ea typeface="+mn-ea"/>
          <a:cs typeface="微软雅黑" panose="020B0503020204020204" pitchFamily="34" charset="-122"/>
          <a:sym typeface="Calibri" panose="020F0502020204030204" pitchFamily="34" charset="0"/>
        </a:defRPr>
      </a:lvl4pPr>
      <a:lvl5pPr marL="2743200" indent="-304800" algn="l" rtl="0" eaLnBrk="1" fontAlgn="base" hangingPunct="1">
        <a:spcBef>
          <a:spcPct val="20000"/>
        </a:spcBef>
        <a:spcAft>
          <a:spcPct val="0"/>
        </a:spcAft>
        <a:buFont typeface="Arial" panose="020B0604020202090204" pitchFamily="34" charset="0"/>
        <a:buChar char="»"/>
        <a:defRPr kumimoji="1" sz="2665" kern="1200">
          <a:solidFill>
            <a:schemeClr val="tx1"/>
          </a:solidFill>
          <a:latin typeface="+mn-lt"/>
          <a:ea typeface="+mn-ea"/>
          <a:cs typeface="微软雅黑" panose="020B0503020204020204" pitchFamily="34" charset="-122"/>
          <a:sym typeface="Calibri" panose="020F0502020204030204" pitchFamily="34" charset="0"/>
        </a:defRPr>
      </a:lvl5pPr>
      <a:lvl6pPr marL="33521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6pPr>
      <a:lvl7pPr marL="39617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7pPr>
      <a:lvl8pPr marL="45713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8pPr>
      <a:lvl9pPr marL="5180965" indent="-304800" algn="l" defTabSz="1218565" rtl="0" eaLnBrk="1" latinLnBrk="0" hangingPunct="1">
        <a:lnSpc>
          <a:spcPct val="90000"/>
        </a:lnSpc>
        <a:spcBef>
          <a:spcPts val="665"/>
        </a:spcBef>
        <a:buFont typeface="Arial" panose="020B0604020202090204" pitchFamily="34" charset="0"/>
        <a:buChar char="•"/>
        <a:defRPr sz="2400" kern="1200">
          <a:solidFill>
            <a:schemeClr val="tx1"/>
          </a:solidFill>
          <a:latin typeface="+mn-lt"/>
          <a:ea typeface="+mn-ea"/>
          <a:cs typeface="+mn-cs"/>
        </a:defRPr>
      </a:lvl9pPr>
    </p:bodyStyle>
    <p:otherStyle>
      <a:defPPr>
        <a:defRPr lang="zh-CN"/>
      </a:defPPr>
      <a:lvl1pPr marL="0" algn="l" defTabSz="1218565" rtl="0" eaLnBrk="1" latinLnBrk="0" hangingPunct="1">
        <a:defRPr sz="2400" kern="1200">
          <a:solidFill>
            <a:schemeClr val="tx1"/>
          </a:solidFill>
          <a:latin typeface="+mn-lt"/>
          <a:ea typeface="+mn-ea"/>
          <a:cs typeface="+mn-cs"/>
        </a:defRPr>
      </a:lvl1pPr>
      <a:lvl2pPr marL="609600" algn="l" defTabSz="1218565" rtl="0" eaLnBrk="1" latinLnBrk="0" hangingPunct="1">
        <a:defRPr sz="2400" kern="1200">
          <a:solidFill>
            <a:schemeClr val="tx1"/>
          </a:solidFill>
          <a:latin typeface="+mn-lt"/>
          <a:ea typeface="+mn-ea"/>
          <a:cs typeface="+mn-cs"/>
        </a:defRPr>
      </a:lvl2pPr>
      <a:lvl3pPr marL="1219200" algn="l" defTabSz="1218565" rtl="0" eaLnBrk="1" latinLnBrk="0" hangingPunct="1">
        <a:defRPr sz="2400" kern="1200">
          <a:solidFill>
            <a:schemeClr val="tx1"/>
          </a:solidFill>
          <a:latin typeface="+mn-lt"/>
          <a:ea typeface="+mn-ea"/>
          <a:cs typeface="+mn-cs"/>
        </a:defRPr>
      </a:lvl3pPr>
      <a:lvl4pPr marL="1828800" algn="l" defTabSz="1218565" rtl="0" eaLnBrk="1" latinLnBrk="0" hangingPunct="1">
        <a:defRPr sz="2400" kern="1200">
          <a:solidFill>
            <a:schemeClr val="tx1"/>
          </a:solidFill>
          <a:latin typeface="+mn-lt"/>
          <a:ea typeface="+mn-ea"/>
          <a:cs typeface="+mn-cs"/>
        </a:defRPr>
      </a:lvl4pPr>
      <a:lvl5pPr marL="2437765" algn="l" defTabSz="1218565" rtl="0" eaLnBrk="1" latinLnBrk="0" hangingPunct="1">
        <a:defRPr sz="2400" kern="1200">
          <a:solidFill>
            <a:schemeClr val="tx1"/>
          </a:solidFill>
          <a:latin typeface="+mn-lt"/>
          <a:ea typeface="+mn-ea"/>
          <a:cs typeface="+mn-cs"/>
        </a:defRPr>
      </a:lvl5pPr>
      <a:lvl6pPr marL="3048000" algn="l" defTabSz="1218565" rtl="0" eaLnBrk="1" latinLnBrk="0" hangingPunct="1">
        <a:defRPr sz="2400" kern="1200">
          <a:solidFill>
            <a:schemeClr val="tx1"/>
          </a:solidFill>
          <a:latin typeface="+mn-lt"/>
          <a:ea typeface="+mn-ea"/>
          <a:cs typeface="+mn-cs"/>
        </a:defRPr>
      </a:lvl6pPr>
      <a:lvl7pPr marL="3657600" algn="l" defTabSz="1218565" rtl="0" eaLnBrk="1" latinLnBrk="0" hangingPunct="1">
        <a:defRPr sz="2400" kern="1200">
          <a:solidFill>
            <a:schemeClr val="tx1"/>
          </a:solidFill>
          <a:latin typeface="+mn-lt"/>
          <a:ea typeface="+mn-ea"/>
          <a:cs typeface="+mn-cs"/>
        </a:defRPr>
      </a:lvl7pPr>
      <a:lvl8pPr marL="4266565" algn="l" defTabSz="1218565" rtl="0" eaLnBrk="1" latinLnBrk="0" hangingPunct="1">
        <a:defRPr sz="2400" kern="1200">
          <a:solidFill>
            <a:schemeClr val="tx1"/>
          </a:solidFill>
          <a:latin typeface="+mn-lt"/>
          <a:ea typeface="+mn-ea"/>
          <a:cs typeface="+mn-cs"/>
        </a:defRPr>
      </a:lvl8pPr>
      <a:lvl9pPr marL="4876165" algn="l" defTabSz="1218565" rtl="0" eaLnBrk="1" latinLnBrk="0" hangingPunct="1">
        <a:defRPr sz="24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95364" y="431800"/>
            <a:ext cx="10204450" cy="5334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995362" y="1330325"/>
            <a:ext cx="10200683" cy="4546600"/>
          </a:xfrm>
          <a:prstGeom prst="rect">
            <a:avLst/>
          </a:prstGeom>
        </p:spPr>
        <p:txBody>
          <a:bodyPr vert="horz" lIns="0" tIns="0" rIns="0" bIns="0" rtlCol="0" anchor="t" anchorCtr="0">
            <a:no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9" name="Shape 8"/>
          <p:cNvSpPr txBox="1"/>
          <p:nvPr userDrawn="1"/>
        </p:nvSpPr>
        <p:spPr>
          <a:xfrm>
            <a:off x="10946607" y="6266997"/>
            <a:ext cx="242486" cy="149412"/>
          </a:xfrm>
          <a:prstGeom prst="rect">
            <a:avLst/>
          </a:prstGeom>
        </p:spPr>
        <p:txBody>
          <a:bodyPr lIns="0" tIns="0" rIns="0" bIns="0" anchor="b" anchorCtr="0"/>
          <a:lstStyle>
            <a:defPPr>
              <a:defRPr lang="en-US"/>
            </a:defPPr>
            <a:lvl1pPr marL="0" algn="l" defTabSz="457200" rtl="0" eaLnBrk="1" latinLnBrk="0" hangingPunct="1">
              <a:defRPr sz="1000" kern="1200">
                <a:solidFill>
                  <a:srgbClr val="0061A8"/>
                </a:solidFill>
                <a:latin typeface="Arial" panose="020B0604020202090204"/>
                <a:ea typeface="Arial" panose="020B0604020202090204"/>
                <a:cs typeface="Arial" panose="020B0604020202090204"/>
                <a:sym typeface="Arial" panose="020B0604020202090204"/>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fld id="{86CB4B4D-7CA3-9044-876B-883B54F8677D}" type="slidenum">
              <a:rPr lang="en-GB" sz="1000" smtClean="0">
                <a:solidFill>
                  <a:schemeClr val="accent2"/>
                </a:solidFill>
                <a:latin typeface="微软雅黑" panose="020B0503020204020204" pitchFamily="34" charset="-122"/>
                <a:ea typeface="微软雅黑" panose="020B0503020204020204" pitchFamily="34" charset="-122"/>
                <a:cs typeface="Arial" panose="020B0604020202090204" pitchFamily="34" charset="0"/>
              </a:rPr>
            </a:fld>
            <a:endParaRPr lang="en-GB" sz="1000" dirty="0">
              <a:solidFill>
                <a:schemeClr val="accent2"/>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7" name="Straight Connector 16"/>
          <p:cNvCxnSpPr/>
          <p:nvPr userDrawn="1"/>
        </p:nvCxnSpPr>
        <p:spPr>
          <a:xfrm>
            <a:off x="10928548" y="6266997"/>
            <a:ext cx="0" cy="149412"/>
          </a:xfrm>
          <a:prstGeom prst="line">
            <a:avLst/>
          </a:prstGeom>
          <a:ln w="635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Lst>
  <p:txStyles>
    <p:titleStyle>
      <a:lvl1pPr algn="l" defTabSz="914400" rtl="0" eaLnBrk="1" latinLnBrk="0" hangingPunct="1">
        <a:lnSpc>
          <a:spcPct val="70000"/>
        </a:lnSpc>
        <a:spcBef>
          <a:spcPct val="0"/>
        </a:spcBef>
        <a:buNone/>
        <a:defRPr sz="4400" b="1" kern="1200">
          <a:solidFill>
            <a:schemeClr val="accent2"/>
          </a:solidFill>
          <a:latin typeface="微软雅黑" panose="020B0503020204020204" pitchFamily="34" charset="-122"/>
          <a:ea typeface="微软雅黑" panose="020B0503020204020204" pitchFamily="34" charset="-122"/>
          <a:cs typeface="+mj-cs"/>
        </a:defRPr>
      </a:lvl1pPr>
    </p:titleStyle>
    <p:bodyStyle>
      <a:lvl1pPr marL="0" indent="0" algn="l" defTabSz="914400" rtl="0" eaLnBrk="1" latinLnBrk="0" hangingPunct="1">
        <a:lnSpc>
          <a:spcPct val="100000"/>
        </a:lnSpc>
        <a:spcBef>
          <a:spcPts val="0"/>
        </a:spcBef>
        <a:spcAft>
          <a:spcPts val="600"/>
        </a:spcAft>
        <a:buFontTx/>
        <a:buNone/>
        <a:defRPr sz="1600" b="1" kern="1200">
          <a:solidFill>
            <a:schemeClr val="accent2"/>
          </a:solidFill>
          <a:latin typeface="微软雅黑" panose="020B0503020204020204" pitchFamily="34" charset="-122"/>
          <a:ea typeface="微软雅黑" panose="020B0503020204020204" pitchFamily="34" charset="-122"/>
          <a:cs typeface="+mn-cs"/>
        </a:defRPr>
      </a:lvl1pPr>
      <a:lvl2pPr marL="0" indent="0" algn="l" defTabSz="914400" rtl="0" eaLnBrk="1" latinLnBrk="0" hangingPunct="1">
        <a:lnSpc>
          <a:spcPct val="100000"/>
        </a:lnSpc>
        <a:spcBef>
          <a:spcPts val="0"/>
        </a:spcBef>
        <a:spcAft>
          <a:spcPts val="600"/>
        </a:spcAft>
        <a:buFontTx/>
        <a:buNone/>
        <a:defRPr sz="1600" kern="1200">
          <a:solidFill>
            <a:schemeClr val="accent2"/>
          </a:solidFill>
          <a:latin typeface="微软雅黑" panose="020B0503020204020204" pitchFamily="34" charset="-122"/>
          <a:ea typeface="微软雅黑" panose="020B0503020204020204" pitchFamily="34" charset="-122"/>
          <a:cs typeface="+mn-cs"/>
        </a:defRPr>
      </a:lvl2pPr>
      <a:lvl3pPr marL="180975" indent="-180975" algn="l" defTabSz="914400" rtl="0" eaLnBrk="1" latinLnBrk="0" hangingPunct="1">
        <a:lnSpc>
          <a:spcPct val="100000"/>
        </a:lnSpc>
        <a:spcBef>
          <a:spcPts val="0"/>
        </a:spcBef>
        <a:spcAft>
          <a:spcPts val="600"/>
        </a:spcAft>
        <a:buClrTx/>
        <a:buFont typeface="Arial" panose="020B0604020202090204" pitchFamily="34" charset="0"/>
        <a:buChar char="•"/>
        <a:defRPr sz="1600" kern="1200">
          <a:solidFill>
            <a:schemeClr val="accent2"/>
          </a:solidFill>
          <a:latin typeface="微软雅黑" panose="020B0503020204020204" pitchFamily="34" charset="-122"/>
          <a:ea typeface="微软雅黑" panose="020B0503020204020204" pitchFamily="34" charset="-122"/>
          <a:cs typeface="+mn-cs"/>
        </a:defRPr>
      </a:lvl3pPr>
      <a:lvl4pPr marL="361950" indent="-180975" algn="l" defTabSz="914400" rtl="0" eaLnBrk="1" latinLnBrk="0" hangingPunct="1">
        <a:lnSpc>
          <a:spcPct val="100000"/>
        </a:lnSpc>
        <a:spcBef>
          <a:spcPts val="0"/>
        </a:spcBef>
        <a:spcAft>
          <a:spcPts val="600"/>
        </a:spcAft>
        <a:buClrTx/>
        <a:buFont typeface="Arial" panose="020B0604020202090204" pitchFamily="34" charset="0"/>
        <a:buChar char="-"/>
        <a:defRPr sz="1600" kern="1200">
          <a:solidFill>
            <a:schemeClr val="accent2"/>
          </a:solidFill>
          <a:latin typeface="微软雅黑" panose="020B0503020204020204" pitchFamily="34" charset="-122"/>
          <a:ea typeface="微软雅黑" panose="020B0503020204020204" pitchFamily="34" charset="-122"/>
          <a:cs typeface="+mn-cs"/>
        </a:defRPr>
      </a:lvl4pPr>
      <a:lvl5pPr marL="542925" indent="-180975" algn="l" defTabSz="914400" rtl="0" eaLnBrk="1" latinLnBrk="0" hangingPunct="1">
        <a:lnSpc>
          <a:spcPct val="100000"/>
        </a:lnSpc>
        <a:spcBef>
          <a:spcPts val="0"/>
        </a:spcBef>
        <a:spcAft>
          <a:spcPts val="600"/>
        </a:spcAft>
        <a:buClrTx/>
        <a:buFont typeface="Arial" panose="020B0604020202090204" pitchFamily="34" charset="0"/>
        <a:buChar char="•"/>
        <a:defRPr sz="1600" kern="1200" baseline="0">
          <a:solidFill>
            <a:schemeClr val="accent2"/>
          </a:solidFill>
          <a:latin typeface="微软雅黑" panose="020B0503020204020204" pitchFamily="34" charset="-122"/>
          <a:ea typeface="微软雅黑" panose="020B0503020204020204" pitchFamily="34" charset="-122"/>
          <a:cs typeface="+mn-cs"/>
        </a:defRPr>
      </a:lvl5pPr>
      <a:lvl6pPr marL="719455" indent="-18097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6pPr>
      <a:lvl7pPr marL="897255" indent="-1778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7pPr>
      <a:lvl8pPr marL="1075055" indent="-1778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500" kern="1200">
          <a:solidFill>
            <a:schemeClr val="tx2"/>
          </a:solidFill>
          <a:latin typeface="+mn-lt"/>
          <a:ea typeface="+mn-ea"/>
          <a:cs typeface="+mn-cs"/>
        </a:defRPr>
      </a:lvl8pPr>
      <a:lvl9pPr marL="1257300" indent="-182880" algn="l" defTabSz="914400" rtl="0" eaLnBrk="1" latinLnBrk="0" hangingPunct="1">
        <a:lnSpc>
          <a:spcPct val="90000"/>
        </a:lnSpc>
        <a:spcBef>
          <a:spcPts val="500"/>
        </a:spcBef>
        <a:buFont typeface="Arial" panose="020B0604020202090204" pitchFamily="34" charset="0"/>
        <a:buChar char="•"/>
        <a:defRPr sz="15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vmlDrawing" Target="../drawings/vmlDrawing7.vml"/><Relationship Id="rId4" Type="http://schemas.openxmlformats.org/officeDocument/2006/relationships/slideLayout" Target="../slideLayouts/slideLayout7.xml"/><Relationship Id="rId3" Type="http://schemas.openxmlformats.org/officeDocument/2006/relationships/image" Target="../media/image1.emf"/><Relationship Id="rId2" Type="http://schemas.openxmlformats.org/officeDocument/2006/relationships/oleObject" Target="../embeddings/oleObject7.bin"/><Relationship Id="rId1" Type="http://schemas.openxmlformats.org/officeDocument/2006/relationships/tags" Target="../tags/tag1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54.xml"/><Relationship Id="rId1" Type="http://schemas.openxmlformats.org/officeDocument/2006/relationships/image" Target="../media/image20.jpeg"/></Relationships>
</file>

<file path=ppt/slides/_rels/slide3.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3" Type="http://schemas.openxmlformats.org/officeDocument/2006/relationships/notesSlide" Target="../notesSlides/notesSlide3.xml"/><Relationship Id="rId42" Type="http://schemas.openxmlformats.org/officeDocument/2006/relationships/slideLayout" Target="../slideLayouts/slideLayout57.xml"/><Relationship Id="rId41" Type="http://schemas.openxmlformats.org/officeDocument/2006/relationships/tags" Target="../tags/tag58.xml"/><Relationship Id="rId40" Type="http://schemas.openxmlformats.org/officeDocument/2006/relationships/tags" Target="../tags/tag57.xml"/><Relationship Id="rId4" Type="http://schemas.openxmlformats.org/officeDocument/2006/relationships/tags" Target="../tags/tag21.xml"/><Relationship Id="rId39" Type="http://schemas.openxmlformats.org/officeDocument/2006/relationships/tags" Target="../tags/tag56.xml"/><Relationship Id="rId38" Type="http://schemas.openxmlformats.org/officeDocument/2006/relationships/tags" Target="../tags/tag55.xml"/><Relationship Id="rId37" Type="http://schemas.openxmlformats.org/officeDocument/2006/relationships/tags" Target="../tags/tag54.xml"/><Relationship Id="rId36" Type="http://schemas.openxmlformats.org/officeDocument/2006/relationships/tags" Target="../tags/tag53.xml"/><Relationship Id="rId35" Type="http://schemas.openxmlformats.org/officeDocument/2006/relationships/tags" Target="../tags/tag52.xml"/><Relationship Id="rId34" Type="http://schemas.openxmlformats.org/officeDocument/2006/relationships/tags" Target="../tags/tag51.xml"/><Relationship Id="rId33" Type="http://schemas.openxmlformats.org/officeDocument/2006/relationships/tags" Target="../tags/tag50.xml"/><Relationship Id="rId32" Type="http://schemas.openxmlformats.org/officeDocument/2006/relationships/tags" Target="../tags/tag49.xml"/><Relationship Id="rId31" Type="http://schemas.openxmlformats.org/officeDocument/2006/relationships/tags" Target="../tags/tag48.xml"/><Relationship Id="rId30" Type="http://schemas.openxmlformats.org/officeDocument/2006/relationships/tags" Target="../tags/tag47.xml"/><Relationship Id="rId3" Type="http://schemas.openxmlformats.org/officeDocument/2006/relationships/tags" Target="../tags/tag20.xml"/><Relationship Id="rId29" Type="http://schemas.openxmlformats.org/officeDocument/2006/relationships/tags" Target="../tags/tag46.xml"/><Relationship Id="rId28" Type="http://schemas.openxmlformats.org/officeDocument/2006/relationships/tags" Target="../tags/tag45.xml"/><Relationship Id="rId27" Type="http://schemas.openxmlformats.org/officeDocument/2006/relationships/tags" Target="../tags/tag44.xml"/><Relationship Id="rId26" Type="http://schemas.openxmlformats.org/officeDocument/2006/relationships/tags" Target="../tags/tag43.xml"/><Relationship Id="rId25" Type="http://schemas.openxmlformats.org/officeDocument/2006/relationships/tags" Target="../tags/tag42.xml"/><Relationship Id="rId24" Type="http://schemas.openxmlformats.org/officeDocument/2006/relationships/tags" Target="../tags/tag41.xml"/><Relationship Id="rId23" Type="http://schemas.openxmlformats.org/officeDocument/2006/relationships/tags" Target="../tags/tag40.xml"/><Relationship Id="rId22" Type="http://schemas.openxmlformats.org/officeDocument/2006/relationships/tags" Target="../tags/tag39.xml"/><Relationship Id="rId21" Type="http://schemas.openxmlformats.org/officeDocument/2006/relationships/tags" Target="../tags/tag38.xml"/><Relationship Id="rId20" Type="http://schemas.openxmlformats.org/officeDocument/2006/relationships/tags" Target="../tags/tag37.xml"/><Relationship Id="rId2" Type="http://schemas.openxmlformats.org/officeDocument/2006/relationships/tags" Target="../tags/tag19.xml"/><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8.xml"/><Relationship Id="rId1" Type="http://schemas.openxmlformats.org/officeDocument/2006/relationships/tags" Target="../tags/tag5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8.xml"/><Relationship Id="rId1" Type="http://schemas.openxmlformats.org/officeDocument/2006/relationships/tags" Target="../tags/tag60.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8.xml"/><Relationship Id="rId1" Type="http://schemas.openxmlformats.org/officeDocument/2006/relationships/tags" Target="../tags/tag6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8.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8.xml"/><Relationship Id="rId1" Type="http://schemas.openxmlformats.org/officeDocument/2006/relationships/image" Target="../media/image21.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8.xml"/></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58.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8.xml"/><Relationship Id="rId1" Type="http://schemas.openxmlformats.org/officeDocument/2006/relationships/image" Target="../media/image2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8.xml"/><Relationship Id="rId1" Type="http://schemas.openxmlformats.org/officeDocument/2006/relationships/image" Target="../media/image2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8.xml"/><Relationship Id="rId1" Type="http://schemas.openxmlformats.org/officeDocument/2006/relationships/image" Target="../media/image24.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8.xml"/><Relationship Id="rId1" Type="http://schemas.openxmlformats.org/officeDocument/2006/relationships/tags" Target="../tags/tag6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8.xml"/><Relationship Id="rId1" Type="http://schemas.openxmlformats.org/officeDocument/2006/relationships/image" Target="../media/image2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hink-cell data - do not delete"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spid="_x0000_s3" name="think-cell Slide" r:id="rId2" imgW="0" imgH="0" progId="TCLayout.ActiveDocument.1">
                  <p:embed/>
                </p:oleObj>
              </mc:Choice>
              <mc:Fallback>
                <p:oleObj name="think-cell Slide" r:id="rId2" imgW="0" imgH="0" progId="TCLayout.ActiveDocument.1">
                  <p:embed/>
                  <p:pic>
                    <p:nvPicPr>
                      <p:cNvPr id="0" name="think-cell data - do not delete" hidden="1"/>
                      <p:cNvPicPr/>
                      <p:nvPr/>
                    </p:nvPicPr>
                    <p:blipFill>
                      <a:blip r:embed="rId3"/>
                      <a:stretch>
                        <a:fillRect/>
                      </a:stretch>
                    </p:blipFill>
                    <p:spPr>
                      <a:xfrm>
                        <a:off x="1588" y="1588"/>
                        <a:ext cx="1588" cy="1588"/>
                      </a:xfrm>
                      <a:prstGeom prst="rect">
                        <a:avLst/>
                      </a:prstGeom>
                    </p:spPr>
                  </p:pic>
                </p:oleObj>
              </mc:Fallback>
            </mc:AlternateContent>
          </a:graphicData>
        </a:graphic>
      </p:graphicFrame>
      <p:sp>
        <p:nvSpPr>
          <p:cNvPr id="8" name="Subtitle 4"/>
          <p:cNvSpPr txBox="1"/>
          <p:nvPr/>
        </p:nvSpPr>
        <p:spPr>
          <a:xfrm>
            <a:off x="484694" y="5366831"/>
            <a:ext cx="6983148" cy="510094"/>
          </a:xfrm>
          <a:prstGeom prst="rect">
            <a:avLst/>
          </a:prstGeom>
        </p:spPr>
        <p:txBody>
          <a:bodyPr vert="horz" lIns="78227" tIns="39115" rIns="78227" bIns="39115" rtlCol="0" anchor="t" anchorCtr="0">
            <a:noAutofit/>
          </a:bodyPr>
          <a:lstStyle>
            <a:lvl1pPr marL="0" indent="0" algn="l" defTabSz="914400" rtl="0" eaLnBrk="1" latinLnBrk="0" hangingPunct="1">
              <a:lnSpc>
                <a:spcPct val="100000"/>
              </a:lnSpc>
              <a:spcBef>
                <a:spcPts val="0"/>
              </a:spcBef>
              <a:spcAft>
                <a:spcPts val="600"/>
              </a:spcAft>
              <a:buFontTx/>
              <a:buNone/>
              <a:defRPr sz="1290" b="1" kern="1200">
                <a:solidFill>
                  <a:schemeClr val="bg1"/>
                </a:solidFill>
                <a:latin typeface="+mj-lt"/>
                <a:ea typeface="华文楷体" panose="02010600040101010101" pitchFamily="2" charset="-122"/>
                <a:cs typeface="+mn-cs"/>
              </a:defRPr>
            </a:lvl1pPr>
            <a:lvl2pPr marL="421640" indent="0" algn="ctr" defTabSz="914400" rtl="0" eaLnBrk="1" latinLnBrk="0" hangingPunct="1">
              <a:lnSpc>
                <a:spcPct val="100000"/>
              </a:lnSpc>
              <a:spcBef>
                <a:spcPts val="0"/>
              </a:spcBef>
              <a:spcAft>
                <a:spcPts val="600"/>
              </a:spcAft>
              <a:buFontTx/>
              <a:buNone/>
              <a:defRPr sz="1000" kern="1200">
                <a:solidFill>
                  <a:schemeClr val="tx1">
                    <a:tint val="75000"/>
                  </a:schemeClr>
                </a:solidFill>
                <a:latin typeface="微软雅黑" panose="020B0503020204020204" pitchFamily="34" charset="-122"/>
                <a:ea typeface="+mn-ea"/>
                <a:cs typeface="+mn-cs"/>
              </a:defRPr>
            </a:lvl2pPr>
            <a:lvl3pPr marL="84328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3pPr>
            <a:lvl4pPr marL="126492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4pPr>
            <a:lvl5pPr marL="168656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baseline="0">
                <a:solidFill>
                  <a:schemeClr val="tx1">
                    <a:tint val="75000"/>
                  </a:schemeClr>
                </a:solidFill>
                <a:latin typeface="微软雅黑" panose="020B0503020204020204" pitchFamily="34" charset="-122"/>
                <a:ea typeface="+mn-ea"/>
                <a:cs typeface="+mn-cs"/>
              </a:defRPr>
            </a:lvl5pPr>
            <a:lvl6pPr marL="210820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6pPr>
            <a:lvl7pPr marL="252984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7pPr>
            <a:lvl8pPr marL="2951480" indent="0" algn="ctr" defTabSz="914400" rtl="0" eaLnBrk="1" latinLnBrk="0" hangingPunct="1">
              <a:lnSpc>
                <a:spcPct val="100000"/>
              </a:lnSpc>
              <a:spcBef>
                <a:spcPts val="0"/>
              </a:spcBef>
              <a:spcAft>
                <a:spcPts val="600"/>
              </a:spcAft>
              <a:buClr>
                <a:schemeClr val="tx2"/>
              </a:buClr>
              <a:buFont typeface="Arial" panose="020B0604020202090204" pitchFamily="34" charset="0"/>
              <a:buNone/>
              <a:defRPr sz="1000" kern="1200">
                <a:solidFill>
                  <a:schemeClr val="tx1">
                    <a:tint val="75000"/>
                  </a:schemeClr>
                </a:solidFill>
                <a:latin typeface="微软雅黑" panose="020B0503020204020204" pitchFamily="34" charset="-122"/>
                <a:ea typeface="+mn-ea"/>
                <a:cs typeface="+mn-cs"/>
              </a:defRPr>
            </a:lvl8pPr>
            <a:lvl9pPr marL="337312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9pPr>
          </a:lstStyle>
          <a:p>
            <a:pPr defTabSz="914400">
              <a:spcAft>
                <a:spcPts val="600"/>
              </a:spcAft>
              <a:defRPr/>
            </a:pPr>
            <a:r>
              <a:rPr lang="zh-CN" altLang="en-US"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项目群管理办公室</a:t>
            </a:r>
            <a:endParaRPr lang="zh-CN" altLang="en-US" sz="1400" dirty="0">
              <a:solidFill>
                <a:srgbClr val="00338D"/>
              </a:solidFill>
              <a:latin typeface="微软雅黑" panose="020B0503020204020204" pitchFamily="34" charset="-122"/>
              <a:ea typeface="微软雅黑" panose="020B0503020204020204" pitchFamily="34" charset="-122"/>
              <a:sym typeface="微软雅黑" panose="020B0503020204020204" pitchFamily="34" charset="-122"/>
            </a:endParaRPr>
          </a:p>
          <a:p>
            <a:pPr defTabSz="914400">
              <a:spcAft>
                <a:spcPts val="600"/>
              </a:spcAft>
              <a:defRPr/>
            </a:pPr>
            <a:r>
              <a:rPr lang="en-US" altLang="zh-CN"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2026</a:t>
            </a:r>
            <a:r>
              <a:rPr lang="zh-CN" altLang="en-US"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年</a:t>
            </a:r>
            <a:r>
              <a:rPr lang="en-US" altLang="zh-CN"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5</a:t>
            </a:r>
            <a:r>
              <a:rPr lang="zh-CN" altLang="en-US"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月</a:t>
            </a:r>
            <a:r>
              <a:rPr lang="en-GB" altLang="zh-CN"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2</a:t>
            </a:r>
            <a:r>
              <a:rPr lang="en-US" altLang="en-GB"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7</a:t>
            </a:r>
            <a:r>
              <a:rPr lang="zh-CN" altLang="en-US" sz="1400">
                <a:solidFill>
                  <a:srgbClr val="00338D"/>
                </a:solidFill>
                <a:latin typeface="微软雅黑" panose="020B0503020204020204" pitchFamily="34" charset="-122"/>
                <a:ea typeface="微软雅黑" panose="020B0503020204020204" pitchFamily="34" charset="-122"/>
                <a:sym typeface="微软雅黑" panose="020B0503020204020204" pitchFamily="34" charset="-122"/>
              </a:rPr>
              <a:t>日</a:t>
            </a:r>
            <a:endParaRPr lang="zh-CN" altLang="en-US" sz="1400" dirty="0">
              <a:solidFill>
                <a:srgbClr val="00338D"/>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9" name="矩形 1"/>
          <p:cNvSpPr/>
          <p:nvPr/>
        </p:nvSpPr>
        <p:spPr>
          <a:xfrm>
            <a:off x="484694" y="1406172"/>
            <a:ext cx="6468197" cy="2492029"/>
          </a:xfrm>
          <a:prstGeom prst="rect">
            <a:avLst/>
          </a:prstGeom>
        </p:spPr>
        <p:txBody>
          <a:bodyPr wrap="square">
            <a:spAutoFit/>
          </a:bodyPr>
          <a:lstStyle/>
          <a:p>
            <a:pPr>
              <a:lnSpc>
                <a:spcPct val="120000"/>
              </a:lnSpc>
              <a:spcAft>
                <a:spcPts val="1800"/>
              </a:spcAft>
              <a:defRPr/>
            </a:pPr>
            <a:r>
              <a:rPr lang="zh-CN" altLang="en-US" sz="3600" b="1" dirty="0">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rPr>
              <a:t>深圳市安居集团</a:t>
            </a:r>
            <a:endParaRPr lang="en-GB" altLang="zh-CN" sz="3600" b="1" dirty="0">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endParaRPr>
          </a:p>
          <a:p>
            <a:pPr>
              <a:lnSpc>
                <a:spcPct val="120000"/>
              </a:lnSpc>
              <a:spcAft>
                <a:spcPts val="1800"/>
              </a:spcAft>
              <a:defRPr/>
            </a:pPr>
            <a:r>
              <a:rPr lang="zh-CN" altLang="en-US" sz="3600" b="1">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rPr>
              <a:t>智能客服平台项目</a:t>
            </a:r>
            <a:endParaRPr lang="en-GB" altLang="zh-CN" sz="3600" b="1" dirty="0">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endParaRPr>
          </a:p>
          <a:p>
            <a:pPr>
              <a:lnSpc>
                <a:spcPct val="120000"/>
              </a:lnSpc>
              <a:spcAft>
                <a:spcPts val="1800"/>
              </a:spcAft>
              <a:defRPr/>
            </a:pPr>
            <a:r>
              <a:rPr lang="zh-CN" altLang="en-US" sz="3600" b="1">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rPr>
              <a:t>专题沟通会</a:t>
            </a:r>
            <a:endParaRPr lang="en-US" altLang="zh-CN" sz="3600" b="1">
              <a:solidFill>
                <a:srgbClr val="00338D"/>
              </a:solidFill>
              <a:latin typeface="微软雅黑" panose="020B0503020204020204" pitchFamily="34" charset="-122"/>
              <a:ea typeface="微软雅黑" panose="020B0503020204020204" pitchFamily="34" charset="-122"/>
              <a:cs typeface="+mn-ea"/>
              <a:sym typeface="微软雅黑" panose="020B0503020204020204" pitchFamily="34" charset="-122"/>
            </a:endParaRPr>
          </a:p>
        </p:txBody>
      </p:sp>
      <p:sp>
        <p:nvSpPr>
          <p:cNvPr id="11" name="Freeform 8"/>
          <p:cNvSpPr/>
          <p:nvPr/>
        </p:nvSpPr>
        <p:spPr bwMode="gray">
          <a:xfrm>
            <a:off x="3057956" y="787044"/>
            <a:ext cx="905339" cy="135132"/>
          </a:xfrm>
          <a:prstGeom prst="rect">
            <a:avLst/>
          </a:prstGeom>
          <a:solidFill>
            <a:schemeClr val="accent1"/>
          </a:solidFill>
          <a:ln w="9525">
            <a:noFill/>
            <a:round/>
          </a:ln>
        </p:spPr>
        <p:txBody>
          <a:bodyPr vert="horz" wrap="square" lIns="72209" tIns="36105" rIns="72209" bIns="36105" numCol="1" anchor="t" anchorCtr="0" compatLnSpc="1">
            <a:noAutofit/>
          </a:bodyPr>
          <a:lstStyle/>
          <a:p>
            <a:pPr defTabSz="914400">
              <a:defRPr/>
            </a:pPr>
            <a:endParaRPr lang="en-GB" sz="1665"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cxnSp>
        <p:nvCxnSpPr>
          <p:cNvPr id="12" name="Straight Connector 23"/>
          <p:cNvCxnSpPr/>
          <p:nvPr/>
        </p:nvCxnSpPr>
        <p:spPr>
          <a:xfrm flipH="1">
            <a:off x="616171" y="922176"/>
            <a:ext cx="3348000" cy="0"/>
          </a:xfrm>
          <a:prstGeom prst="line">
            <a:avLst/>
          </a:prstGeom>
          <a:ln w="19050">
            <a:solidFill>
              <a:schemeClr val="bg1">
                <a:lumMod val="75000"/>
                <a:alpha val="65098"/>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1" cstate="print">
            <a:extLst>
              <a:ext uri="{28A0092B-C50C-407E-A947-70E740481C1C}">
                <a14:useLocalDpi xmlns:a14="http://schemas.microsoft.com/office/drawing/2010/main" val="0"/>
              </a:ext>
            </a:extLst>
          </a:blip>
          <a:srcRect l="27176" t="12072" r="34699" b="8461"/>
          <a:stretch>
            <a:fillRect/>
          </a:stretch>
        </p:blipFill>
        <p:spPr>
          <a:xfrm>
            <a:off x="901812" y="862748"/>
            <a:ext cx="3690637" cy="5132504"/>
          </a:xfrm>
          <a:prstGeom prst="rect">
            <a:avLst/>
          </a:prstGeom>
          <a:effectLst>
            <a:outerShdw blurRad="50800" dist="38100" dir="2700000" algn="tl" rotWithShape="0">
              <a:prstClr val="black">
                <a:alpha val="40000"/>
              </a:prstClr>
            </a:outerShdw>
          </a:effectLst>
        </p:spPr>
      </p:pic>
      <p:sp>
        <p:nvSpPr>
          <p:cNvPr id="3" name="标题 1"/>
          <p:cNvSpPr txBox="1"/>
          <p:nvPr/>
        </p:nvSpPr>
        <p:spPr>
          <a:xfrm>
            <a:off x="5270930" y="1614488"/>
            <a:ext cx="2873375" cy="847477"/>
          </a:xfrm>
          <a:prstGeom prst="rect">
            <a:avLst/>
          </a:prstGeom>
        </p:spPr>
        <p:txBody>
          <a:bodyPr/>
          <a:lstStyle>
            <a:lvl1pPr algn="l" defTabSz="1036955" rtl="0" eaLnBrk="1" latinLnBrk="0" hangingPunct="1">
              <a:lnSpc>
                <a:spcPct val="100000"/>
              </a:lnSpc>
              <a:spcBef>
                <a:spcPct val="0"/>
              </a:spcBef>
              <a:buNone/>
              <a:defRPr sz="6125" kern="1200">
                <a:solidFill>
                  <a:schemeClr val="tx2"/>
                </a:solidFill>
                <a:latin typeface="微软雅黑" panose="020B0503020204020204" pitchFamily="34" charset="-122"/>
                <a:ea typeface="微软雅黑" panose="020B0503020204020204" pitchFamily="34" charset="-122"/>
                <a:cs typeface="+mj-cs"/>
              </a:defRPr>
            </a:lvl1pPr>
          </a:lstStyle>
          <a:p>
            <a:pPr marL="0" marR="0" lvl="0" indent="0" algn="l" defTabSz="1036955" rtl="0" eaLnBrk="1" fontAlgn="auto" latinLnBrk="0" hangingPunct="1">
              <a:lnSpc>
                <a:spcPct val="70000"/>
              </a:lnSpc>
              <a:spcBef>
                <a:spcPct val="0"/>
              </a:spcBef>
              <a:spcAft>
                <a:spcPts val="0"/>
              </a:spcAft>
              <a:buClrTx/>
              <a:buSzTx/>
              <a:buFontTx/>
              <a:buNone/>
              <a:defRPr/>
            </a:pPr>
            <a:r>
              <a:rPr kumimoji="0" lang="zh-CN" altLang="en-US" sz="4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j-cs"/>
              </a:rPr>
              <a:t>目 录</a:t>
            </a:r>
            <a:endParaRPr kumimoji="0" lang="en-US" sz="2000" b="1" i="0" u="none" strike="noStrike" kern="1200" cap="none" spc="0" normalizeH="0" baseline="0" noProof="0" dirty="0">
              <a:ln>
                <a:noFill/>
              </a:ln>
              <a:solidFill>
                <a:srgbClr val="0070C0"/>
              </a:solidFill>
              <a:effectLst/>
              <a:uLnTx/>
              <a:uFillTx/>
              <a:latin typeface="微软雅黑" panose="020B0503020204020204" pitchFamily="34" charset="-122"/>
              <a:ea typeface="微软雅黑" panose="020B0503020204020204" pitchFamily="34" charset="-122"/>
              <a:cs typeface="+mj-cs"/>
            </a:endParaRPr>
          </a:p>
        </p:txBody>
      </p:sp>
      <p:sp>
        <p:nvSpPr>
          <p:cNvPr id="4" name="文本框 1"/>
          <p:cNvSpPr txBox="1"/>
          <p:nvPr/>
        </p:nvSpPr>
        <p:spPr>
          <a:xfrm>
            <a:off x="5270930" y="2800124"/>
            <a:ext cx="4440639" cy="523220"/>
          </a:xfrm>
          <a:prstGeom prst="rect">
            <a:avLst/>
          </a:prstGeom>
          <a:noFill/>
        </p:spPr>
        <p:txBody>
          <a:bodyPr wrap="square" anchor="b" anchorCtr="0">
            <a:spAutoFit/>
          </a:bodyPr>
          <a:lstStyle>
            <a:defPPr>
              <a:defRPr lang="zh-CN"/>
            </a:defPPr>
            <a:lvl1pPr marR="0" lvl="0" indent="0" defTabSz="457200" fontAlgn="auto">
              <a:lnSpc>
                <a:spcPct val="100000"/>
              </a:lnSpc>
              <a:spcBef>
                <a:spcPts val="0"/>
              </a:spcBef>
              <a:spcAft>
                <a:spcPts val="0"/>
              </a:spcAft>
              <a:buClrTx/>
              <a:buSzTx/>
              <a:buFontTx/>
              <a:buNone/>
              <a:defRPr sz="2800" b="1">
                <a:solidFill>
                  <a:schemeClr val="bg1">
                    <a:lumMod val="75000"/>
                  </a:schemeClr>
                </a:solidFill>
                <a:latin typeface="微软雅黑" panose="020B0503020204020204" pitchFamily="34" charset="-122"/>
                <a:ea typeface="微软雅黑" panose="020B0503020204020204" pitchFamily="34" charset="-122"/>
                <a:cs typeface="Open Sans" panose="020B0606030504020204" pitchFamily="34" charset="0"/>
              </a:defRPr>
            </a:lvl1pPr>
          </a:lstStyle>
          <a:p>
            <a:r>
              <a:rPr lang="en-US" altLang="zh-CN" dirty="0">
                <a:solidFill>
                  <a:srgbClr val="0070C0"/>
                </a:solidFill>
              </a:rPr>
              <a:t>1 </a:t>
            </a:r>
            <a:r>
              <a:rPr lang="zh-CN" altLang="en-US" dirty="0">
                <a:solidFill>
                  <a:srgbClr val="0070C0"/>
                </a:solidFill>
              </a:rPr>
              <a:t>项目群整体进度</a:t>
            </a:r>
            <a:endParaRPr lang="zh-CN" altLang="en-US" dirty="0">
              <a:solidFill>
                <a:srgbClr val="0070C0"/>
              </a:solidFill>
            </a:endParaRPr>
          </a:p>
        </p:txBody>
      </p:sp>
      <p:sp>
        <p:nvSpPr>
          <p:cNvPr id="5" name="文本框 3"/>
          <p:cNvSpPr txBox="1"/>
          <p:nvPr/>
        </p:nvSpPr>
        <p:spPr>
          <a:xfrm>
            <a:off x="5270930" y="3736730"/>
            <a:ext cx="5016070" cy="523220"/>
          </a:xfrm>
          <a:prstGeom prst="rect">
            <a:avLst/>
          </a:prstGeom>
          <a:noFill/>
        </p:spPr>
        <p:txBody>
          <a:bodyPr wrap="square" anchor="b" anchorCtr="0">
            <a:spAutoFit/>
          </a:bodyPr>
          <a:lstStyle>
            <a:defPPr>
              <a:defRPr lang="zh-CN"/>
            </a:defPPr>
            <a:lvl1pPr marR="0" lvl="0" indent="0" defTabSz="457200" fontAlgn="auto">
              <a:lnSpc>
                <a:spcPct val="100000"/>
              </a:lnSpc>
              <a:spcBef>
                <a:spcPts val="0"/>
              </a:spcBef>
              <a:spcAft>
                <a:spcPts val="0"/>
              </a:spcAft>
              <a:buClrTx/>
              <a:buSzTx/>
              <a:buFontTx/>
              <a:buNone/>
              <a:defRPr sz="2800" b="1">
                <a:solidFill>
                  <a:schemeClr val="tx2"/>
                </a:solidFill>
                <a:latin typeface="微软雅黑" panose="020B0503020204020204" pitchFamily="34" charset="-122"/>
                <a:ea typeface="微软雅黑" panose="020B0503020204020204" pitchFamily="34" charset="-122"/>
                <a:cs typeface="Open Sans" panose="020B0606030504020204" pitchFamily="34" charset="0"/>
              </a:defRPr>
            </a:lvl1pPr>
          </a:lstStyle>
          <a:p>
            <a:r>
              <a:rPr lang="en-US" altLang="zh-CN" dirty="0">
                <a:solidFill>
                  <a:schemeClr val="tx1">
                    <a:lumMod val="50000"/>
                    <a:lumOff val="50000"/>
                  </a:schemeClr>
                </a:solidFill>
              </a:rPr>
              <a:t>2 </a:t>
            </a:r>
            <a:r>
              <a:rPr lang="zh-CN" altLang="en-US" dirty="0">
                <a:solidFill>
                  <a:schemeClr val="tx1">
                    <a:lumMod val="50000"/>
                    <a:lumOff val="50000"/>
                  </a:schemeClr>
                </a:solidFill>
              </a:rPr>
              <a:t>子项目工作进展</a:t>
            </a:r>
            <a:endParaRPr lang="zh-CN" altLang="en-US" dirty="0">
              <a:solidFill>
                <a:schemeClr val="tx1">
                  <a:lumMod val="50000"/>
                  <a:lumOff val="50000"/>
                </a:schemeClr>
              </a:solidFill>
            </a:endParaRPr>
          </a:p>
        </p:txBody>
      </p:sp>
      <p:sp>
        <p:nvSpPr>
          <p:cNvPr id="6" name="文本框 10"/>
          <p:cNvSpPr txBox="1"/>
          <p:nvPr/>
        </p:nvSpPr>
        <p:spPr>
          <a:xfrm>
            <a:off x="5270930" y="4673336"/>
            <a:ext cx="4440639" cy="523220"/>
          </a:xfrm>
          <a:prstGeom prst="rect">
            <a:avLst/>
          </a:prstGeom>
          <a:noFill/>
        </p:spPr>
        <p:txBody>
          <a:bodyPr wrap="square" anchor="b" anchorCtr="0">
            <a:spAutoFit/>
          </a:bodyPr>
          <a:lstStyle/>
          <a:p>
            <a:pPr marL="0" marR="0" lvl="0" indent="0" defTabSz="457200" rtl="0" eaLnBrk="1" fontAlgn="auto" latinLnBrk="0" hangingPunct="1">
              <a:lnSpc>
                <a:spcPct val="100000"/>
              </a:lnSpc>
              <a:spcBef>
                <a:spcPts val="0"/>
              </a:spcBef>
              <a:spcAft>
                <a:spcPts val="0"/>
              </a:spcAft>
              <a:buClrTx/>
              <a:buSzTx/>
              <a:buFontTx/>
              <a:buNone/>
              <a:defRPr/>
            </a:pPr>
            <a:r>
              <a:rPr lang="en-US" altLang="zh-CN" sz="2800" b="1" dirty="0">
                <a:solidFill>
                  <a:schemeClr val="tx1">
                    <a:lumMod val="50000"/>
                    <a:lumOff val="50000"/>
                  </a:schemeClr>
                </a:solidFill>
                <a:latin typeface="微软雅黑" panose="020B0503020204020204" pitchFamily="34" charset="-122"/>
                <a:ea typeface="微软雅黑" panose="020B0503020204020204" pitchFamily="34" charset="-122"/>
                <a:cs typeface="Open Sans" panose="020B0606030504020204" pitchFamily="34" charset="0"/>
              </a:rPr>
              <a:t>3 </a:t>
            </a:r>
            <a:r>
              <a:rPr lang="zh-CN" altLang="en-US" sz="2800" b="1" dirty="0">
                <a:solidFill>
                  <a:prstClr val="black">
                    <a:lumMod val="50000"/>
                    <a:lumOff val="50000"/>
                  </a:prstClr>
                </a:solidFill>
                <a:latin typeface="微软雅黑" panose="020B0503020204020204" pitchFamily="34" charset="-122"/>
                <a:ea typeface="微软雅黑" panose="020B0503020204020204" pitchFamily="34" charset="-122"/>
              </a:rPr>
              <a:t>问题及风险关注项</a:t>
            </a:r>
            <a:endParaRPr kumimoji="0" lang="zh-CN" altLang="en-US" sz="2800" b="1" i="0" u="none" strike="noStrike" kern="1200" cap="none" spc="0" normalizeH="0" baseline="0" noProof="0" dirty="0">
              <a:ln>
                <a:noFill/>
              </a:ln>
              <a:solidFill>
                <a:schemeClr val="tx1">
                  <a:lumMod val="50000"/>
                  <a:lumOff val="50000"/>
                </a:schemeClr>
              </a:solidFill>
              <a:effectLst/>
              <a:uLnTx/>
              <a:uFillTx/>
              <a:latin typeface="微软雅黑" panose="020B0503020204020204" pitchFamily="34" charset="-122"/>
              <a:ea typeface="微软雅黑" panose="020B0503020204020204" pitchFamily="34" charset="-122"/>
              <a:cs typeface="Open Sans" panose="020B0606030504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项目团队</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pSp>
        <p:nvGrpSpPr>
          <p:cNvPr id="66" name="Group 65"/>
          <p:cNvGrpSpPr/>
          <p:nvPr/>
        </p:nvGrpSpPr>
        <p:grpSpPr>
          <a:xfrm>
            <a:off x="4762500" y="1382539"/>
            <a:ext cx="2667000" cy="1162050"/>
            <a:chOff x="4762500" y="1382539"/>
            <a:chExt cx="2667000" cy="1162050"/>
          </a:xfrm>
        </p:grpSpPr>
        <p:sp>
          <p:nvSpPr>
            <p:cNvPr id="4" name="Shape 5"/>
            <p:cNvSpPr/>
            <p:nvPr>
              <p:custDataLst>
                <p:tags r:id="rId1"/>
              </p:custDataLst>
            </p:nvPr>
          </p:nvSpPr>
          <p:spPr>
            <a:xfrm>
              <a:off x="4762500" y="1382539"/>
              <a:ext cx="2667000" cy="958850"/>
            </a:xfrm>
            <a:custGeom>
              <a:avLst/>
              <a:gdLst/>
              <a:ahLst/>
              <a:cxnLst/>
              <a:rect l="l" t="t" r="r" b="b"/>
              <a:pathLst>
                <a:path w="2667000" h="1295400">
                  <a:moveTo>
                    <a:pt x="152404" y="0"/>
                  </a:moveTo>
                  <a:lnTo>
                    <a:pt x="2514596" y="0"/>
                  </a:lnTo>
                  <a:cubicBezTo>
                    <a:pt x="2598766" y="0"/>
                    <a:pt x="2667000" y="68234"/>
                    <a:pt x="2667000" y="152404"/>
                  </a:cubicBezTo>
                  <a:lnTo>
                    <a:pt x="2667000" y="1142996"/>
                  </a:lnTo>
                  <a:cubicBezTo>
                    <a:pt x="2667000" y="1227166"/>
                    <a:pt x="2598766" y="1295400"/>
                    <a:pt x="2514596" y="1295400"/>
                  </a:cubicBezTo>
                  <a:lnTo>
                    <a:pt x="152404" y="1295400"/>
                  </a:lnTo>
                  <a:cubicBezTo>
                    <a:pt x="68234" y="1295400"/>
                    <a:pt x="0" y="1227166"/>
                    <a:pt x="0" y="1142996"/>
                  </a:cubicBezTo>
                  <a:lnTo>
                    <a:pt x="0" y="152404"/>
                  </a:lnTo>
                  <a:cubicBezTo>
                    <a:pt x="0" y="68234"/>
                    <a:pt x="68234" y="0"/>
                    <a:pt x="152404" y="0"/>
                  </a:cubicBezTo>
                  <a:close/>
                </a:path>
              </a:pathLst>
            </a:custGeom>
            <a:solidFill>
              <a:srgbClr val="00338D"/>
            </a:solidFill>
            <a:ln w="12700" cap="flat" cmpd="sng" algn="ctr">
              <a:solidFill>
                <a:sysClr val="window" lastClr="FFFFFF"/>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Shape 6"/>
            <p:cNvSpPr/>
            <p:nvPr>
              <p:custDataLst>
                <p:tags r:id="rId2"/>
              </p:custDataLst>
            </p:nvPr>
          </p:nvSpPr>
          <p:spPr>
            <a:xfrm>
              <a:off x="5338763" y="1592089"/>
              <a:ext cx="257175" cy="228600"/>
            </a:xfrm>
            <a:custGeom>
              <a:avLst/>
              <a:gdLst/>
              <a:ahLst/>
              <a:cxnLst/>
              <a:rect l="l" t="t" r="r" b="b"/>
              <a:pathLst>
                <a:path w="257175" h="228600">
                  <a:moveTo>
                    <a:pt x="139750" y="38933"/>
                  </a:moveTo>
                  <a:cubicBezTo>
                    <a:pt x="143857" y="35674"/>
                    <a:pt x="146447" y="30629"/>
                    <a:pt x="146447" y="25003"/>
                  </a:cubicBezTo>
                  <a:cubicBezTo>
                    <a:pt x="146447" y="15136"/>
                    <a:pt x="138455" y="7144"/>
                    <a:pt x="128588" y="7144"/>
                  </a:cubicBezTo>
                  <a:cubicBezTo>
                    <a:pt x="118720" y="7144"/>
                    <a:pt x="110728" y="15136"/>
                    <a:pt x="110728" y="25003"/>
                  </a:cubicBezTo>
                  <a:cubicBezTo>
                    <a:pt x="110728" y="30629"/>
                    <a:pt x="113362" y="35674"/>
                    <a:pt x="117425" y="38933"/>
                  </a:cubicBezTo>
                  <a:lnTo>
                    <a:pt x="86886" y="86975"/>
                  </a:lnTo>
                  <a:cubicBezTo>
                    <a:pt x="82421" y="93985"/>
                    <a:pt x="72911" y="95726"/>
                    <a:pt x="66258" y="90726"/>
                  </a:cubicBezTo>
                  <a:lnTo>
                    <a:pt x="39692" y="70857"/>
                  </a:lnTo>
                  <a:cubicBezTo>
                    <a:pt x="41702" y="68000"/>
                    <a:pt x="42863" y="64472"/>
                    <a:pt x="42863" y="60722"/>
                  </a:cubicBezTo>
                  <a:cubicBezTo>
                    <a:pt x="42863" y="50855"/>
                    <a:pt x="34870" y="42863"/>
                    <a:pt x="25003" y="42863"/>
                  </a:cubicBezTo>
                  <a:cubicBezTo>
                    <a:pt x="15136" y="42863"/>
                    <a:pt x="7144" y="50855"/>
                    <a:pt x="7144" y="60722"/>
                  </a:cubicBezTo>
                  <a:cubicBezTo>
                    <a:pt x="7144" y="70455"/>
                    <a:pt x="14957" y="78403"/>
                    <a:pt x="24646" y="78581"/>
                  </a:cubicBezTo>
                  <a:lnTo>
                    <a:pt x="39201" y="175692"/>
                  </a:lnTo>
                  <a:cubicBezTo>
                    <a:pt x="41300" y="189667"/>
                    <a:pt x="53310" y="200025"/>
                    <a:pt x="67464" y="200025"/>
                  </a:cubicBezTo>
                  <a:lnTo>
                    <a:pt x="189711" y="200025"/>
                  </a:lnTo>
                  <a:cubicBezTo>
                    <a:pt x="203865" y="200025"/>
                    <a:pt x="215875" y="189667"/>
                    <a:pt x="217974" y="175692"/>
                  </a:cubicBezTo>
                  <a:lnTo>
                    <a:pt x="232529" y="78581"/>
                  </a:lnTo>
                  <a:cubicBezTo>
                    <a:pt x="242218" y="78403"/>
                    <a:pt x="250031" y="70455"/>
                    <a:pt x="250031" y="60722"/>
                  </a:cubicBezTo>
                  <a:cubicBezTo>
                    <a:pt x="250031" y="50855"/>
                    <a:pt x="242039" y="42863"/>
                    <a:pt x="232172" y="42863"/>
                  </a:cubicBezTo>
                  <a:cubicBezTo>
                    <a:pt x="222305" y="42863"/>
                    <a:pt x="214313" y="50855"/>
                    <a:pt x="214313" y="60722"/>
                  </a:cubicBezTo>
                  <a:cubicBezTo>
                    <a:pt x="214313" y="64472"/>
                    <a:pt x="215473" y="68000"/>
                    <a:pt x="217483" y="70857"/>
                  </a:cubicBezTo>
                  <a:lnTo>
                    <a:pt x="190961" y="90770"/>
                  </a:lnTo>
                  <a:cubicBezTo>
                    <a:pt x="184309" y="95771"/>
                    <a:pt x="174799" y="94030"/>
                    <a:pt x="170334" y="87020"/>
                  </a:cubicBezTo>
                  <a:lnTo>
                    <a:pt x="139750" y="38933"/>
                  </a:lnTo>
                  <a:close/>
                </a:path>
              </a:pathLst>
            </a:custGeom>
            <a:solidFill>
              <a:srgbClr val="FDC700"/>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7" name="Text 7"/>
            <p:cNvSpPr/>
            <p:nvPr>
              <p:custDataLst>
                <p:tags r:id="rId3"/>
              </p:custDataLst>
            </p:nvPr>
          </p:nvSpPr>
          <p:spPr>
            <a:xfrm>
              <a:off x="5676900" y="1573039"/>
              <a:ext cx="1238250" cy="266700"/>
            </a:xfrm>
            <a:prstGeom prst="rect">
              <a:avLst/>
            </a:prstGeom>
            <a:noFill/>
          </p:spPr>
          <p:txBody>
            <a:bodyPr wrap="square"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iSans" pitchFamily="34" charset="-120"/>
                </a:rPr>
                <a:t>项目总负责人</a:t>
              </a: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8" name="Text 8"/>
            <p:cNvSpPr/>
            <p:nvPr>
              <p:custDataLst>
                <p:tags r:id="rId4"/>
              </p:custDataLst>
            </p:nvPr>
          </p:nvSpPr>
          <p:spPr>
            <a:xfrm>
              <a:off x="4895850" y="1915939"/>
              <a:ext cx="2400300" cy="304800"/>
            </a:xfrm>
            <a:prstGeom prst="rect">
              <a:avLst/>
            </a:prstGeom>
            <a:noFill/>
          </p:spPr>
          <p:txBody>
            <a:bodyPr wrap="square" lIns="0" tIns="0" rIns="0" bIns="0" rtlCol="0" anchor="ct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en-US" sz="20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iSans" pitchFamily="34" charset="-120"/>
                </a:rPr>
                <a:t>吴疆、原彦宇</a:t>
              </a: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 name="Shape 10"/>
            <p:cNvSpPr/>
            <p:nvPr>
              <p:custDataLst>
                <p:tags r:id="rId5"/>
              </p:custDataLst>
            </p:nvPr>
          </p:nvSpPr>
          <p:spPr>
            <a:xfrm>
              <a:off x="6086475" y="2544589"/>
              <a:ext cx="19050" cy="0"/>
            </a:xfrm>
            <a:custGeom>
              <a:avLst/>
              <a:gdLst/>
              <a:ahLst/>
              <a:cxnLst/>
              <a:rect l="l" t="t" r="r" b="b"/>
              <a:pathLst>
                <a:path w="19050">
                  <a:moveTo>
                    <a:pt x="0" y="0"/>
                  </a:moveTo>
                  <a:lnTo>
                    <a:pt x="19050" y="0"/>
                  </a:lnTo>
                  <a:lnTo>
                    <a:pt x="19050" y="0"/>
                  </a:lnTo>
                  <a:lnTo>
                    <a:pt x="0" y="0"/>
                  </a:lnTo>
                  <a:lnTo>
                    <a:pt x="0" y="0"/>
                  </a:lnTo>
                  <a:close/>
                </a:path>
              </a:pathLst>
            </a:custGeom>
            <a:gradFill flip="none" rotWithShape="1">
              <a:gsLst>
                <a:gs pos="0">
                  <a:srgbClr val="2B7FFF"/>
                </a:gs>
                <a:gs pos="100000">
                  <a:srgbClr val="00D3F2"/>
                </a:gs>
              </a:gsLst>
              <a:lin ang="5400000" scaled="1"/>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68" name="Group 67"/>
          <p:cNvGrpSpPr/>
          <p:nvPr/>
        </p:nvGrpSpPr>
        <p:grpSpPr>
          <a:xfrm>
            <a:off x="4756785" y="2890845"/>
            <a:ext cx="2676525" cy="958850"/>
            <a:chOff x="4756785" y="2544589"/>
            <a:chExt cx="2676525" cy="958850"/>
          </a:xfrm>
        </p:grpSpPr>
        <p:sp>
          <p:nvSpPr>
            <p:cNvPr id="10" name="Shape 11"/>
            <p:cNvSpPr/>
            <p:nvPr>
              <p:custDataLst>
                <p:tags r:id="rId6"/>
              </p:custDataLst>
            </p:nvPr>
          </p:nvSpPr>
          <p:spPr>
            <a:xfrm>
              <a:off x="4756785" y="2544589"/>
              <a:ext cx="2676525" cy="958850"/>
            </a:xfrm>
            <a:custGeom>
              <a:avLst/>
              <a:gdLst/>
              <a:ahLst/>
              <a:cxnLst/>
              <a:rect l="l" t="t" r="r" b="b"/>
              <a:pathLst>
                <a:path w="2676525" h="1295400">
                  <a:moveTo>
                    <a:pt x="152404" y="0"/>
                  </a:moveTo>
                  <a:lnTo>
                    <a:pt x="2524121" y="0"/>
                  </a:lnTo>
                  <a:cubicBezTo>
                    <a:pt x="2608291" y="0"/>
                    <a:pt x="2676525" y="68234"/>
                    <a:pt x="2676525" y="152404"/>
                  </a:cubicBezTo>
                  <a:lnTo>
                    <a:pt x="2676525" y="1142996"/>
                  </a:lnTo>
                  <a:cubicBezTo>
                    <a:pt x="2676525" y="1227166"/>
                    <a:pt x="2608291" y="1295400"/>
                    <a:pt x="2524121" y="1295400"/>
                  </a:cubicBezTo>
                  <a:lnTo>
                    <a:pt x="152404" y="1295400"/>
                  </a:lnTo>
                  <a:cubicBezTo>
                    <a:pt x="68234" y="1295400"/>
                    <a:pt x="0" y="1227166"/>
                    <a:pt x="0" y="1142996"/>
                  </a:cubicBezTo>
                  <a:lnTo>
                    <a:pt x="0" y="152404"/>
                  </a:lnTo>
                  <a:cubicBezTo>
                    <a:pt x="0" y="68234"/>
                    <a:pt x="68234" y="0"/>
                    <a:pt x="152404" y="0"/>
                  </a:cubicBezTo>
                  <a:close/>
                </a:path>
              </a:pathLst>
            </a:custGeom>
            <a:solidFill>
              <a:srgbClr val="00338D"/>
            </a:solidFill>
            <a:ln>
              <a:noFill/>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 name="Shape 12"/>
            <p:cNvSpPr/>
            <p:nvPr>
              <p:custDataLst>
                <p:tags r:id="rId7"/>
              </p:custDataLst>
            </p:nvPr>
          </p:nvSpPr>
          <p:spPr>
            <a:xfrm>
              <a:off x="5367338" y="2754139"/>
              <a:ext cx="200025" cy="228600"/>
            </a:xfrm>
            <a:custGeom>
              <a:avLst/>
              <a:gdLst/>
              <a:ahLst/>
              <a:cxnLst/>
              <a:rect l="l" t="t" r="r" b="b"/>
              <a:pathLst>
                <a:path w="200025" h="228600">
                  <a:moveTo>
                    <a:pt x="100013" y="110728"/>
                  </a:moveTo>
                  <a:cubicBezTo>
                    <a:pt x="70442" y="110728"/>
                    <a:pt x="46434" y="86721"/>
                    <a:pt x="46434" y="57150"/>
                  </a:cubicBezTo>
                  <a:cubicBezTo>
                    <a:pt x="46434" y="27579"/>
                    <a:pt x="70442" y="3572"/>
                    <a:pt x="100012" y="3572"/>
                  </a:cubicBezTo>
                  <a:cubicBezTo>
                    <a:pt x="129583" y="3572"/>
                    <a:pt x="153591" y="27579"/>
                    <a:pt x="153591" y="57150"/>
                  </a:cubicBezTo>
                  <a:cubicBezTo>
                    <a:pt x="153591" y="86721"/>
                    <a:pt x="129583" y="110728"/>
                    <a:pt x="100013" y="110728"/>
                  </a:cubicBezTo>
                  <a:close/>
                  <a:moveTo>
                    <a:pt x="86395" y="135731"/>
                  </a:moveTo>
                  <a:lnTo>
                    <a:pt x="113630" y="135731"/>
                  </a:lnTo>
                  <a:cubicBezTo>
                    <a:pt x="117961" y="135731"/>
                    <a:pt x="121444" y="139214"/>
                    <a:pt x="121444" y="143545"/>
                  </a:cubicBezTo>
                  <a:cubicBezTo>
                    <a:pt x="121444" y="145420"/>
                    <a:pt x="120774" y="147206"/>
                    <a:pt x="119569" y="148635"/>
                  </a:cubicBezTo>
                  <a:lnTo>
                    <a:pt x="107335" y="162922"/>
                  </a:lnTo>
                  <a:lnTo>
                    <a:pt x="121176" y="214313"/>
                  </a:lnTo>
                  <a:lnTo>
                    <a:pt x="121444" y="214313"/>
                  </a:lnTo>
                  <a:lnTo>
                    <a:pt x="136892" y="152474"/>
                  </a:lnTo>
                  <a:cubicBezTo>
                    <a:pt x="137874" y="148590"/>
                    <a:pt x="141848" y="146224"/>
                    <a:pt x="145599" y="147652"/>
                  </a:cubicBezTo>
                  <a:cubicBezTo>
                    <a:pt x="173236" y="158189"/>
                    <a:pt x="192881" y="184978"/>
                    <a:pt x="192881" y="216322"/>
                  </a:cubicBezTo>
                  <a:cubicBezTo>
                    <a:pt x="192881" y="223064"/>
                    <a:pt x="187389" y="228555"/>
                    <a:pt x="180648" y="228555"/>
                  </a:cubicBezTo>
                  <a:lnTo>
                    <a:pt x="19377" y="228600"/>
                  </a:lnTo>
                  <a:cubicBezTo>
                    <a:pt x="12636" y="228600"/>
                    <a:pt x="7144" y="223108"/>
                    <a:pt x="7144" y="216366"/>
                  </a:cubicBezTo>
                  <a:cubicBezTo>
                    <a:pt x="7144" y="185023"/>
                    <a:pt x="26789" y="158234"/>
                    <a:pt x="54426" y="147697"/>
                  </a:cubicBezTo>
                  <a:cubicBezTo>
                    <a:pt x="58177" y="146268"/>
                    <a:pt x="62151" y="148635"/>
                    <a:pt x="63133" y="152519"/>
                  </a:cubicBezTo>
                  <a:lnTo>
                    <a:pt x="78581" y="214357"/>
                  </a:lnTo>
                  <a:lnTo>
                    <a:pt x="78849" y="214357"/>
                  </a:lnTo>
                  <a:lnTo>
                    <a:pt x="92690" y="162967"/>
                  </a:lnTo>
                  <a:lnTo>
                    <a:pt x="80456" y="148679"/>
                  </a:lnTo>
                  <a:cubicBezTo>
                    <a:pt x="79251" y="147251"/>
                    <a:pt x="78581" y="145465"/>
                    <a:pt x="78581" y="143589"/>
                  </a:cubicBezTo>
                  <a:cubicBezTo>
                    <a:pt x="78581" y="139258"/>
                    <a:pt x="82064" y="135776"/>
                    <a:pt x="86395" y="135776"/>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2" name="Text 13"/>
            <p:cNvSpPr/>
            <p:nvPr>
              <p:custDataLst>
                <p:tags r:id="rId8"/>
              </p:custDataLst>
            </p:nvPr>
          </p:nvSpPr>
          <p:spPr>
            <a:xfrm>
              <a:off x="5676900" y="2735089"/>
              <a:ext cx="1238250" cy="266700"/>
            </a:xfrm>
            <a:prstGeom prst="rect">
              <a:avLst/>
            </a:prstGeom>
            <a:noFill/>
          </p:spPr>
          <p:txBody>
            <a:bodyPr wrap="square" lIns="0" tIns="0" rIns="0" bIns="0" rtlCol="0" anchor="ct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sz="1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iSans" pitchFamily="34" charset="-120"/>
                </a:rPr>
                <a:t>项目技术经理</a:t>
              </a: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3" name="Text 14"/>
            <p:cNvSpPr/>
            <p:nvPr>
              <p:custDataLst>
                <p:tags r:id="rId9"/>
              </p:custDataLst>
            </p:nvPr>
          </p:nvSpPr>
          <p:spPr>
            <a:xfrm>
              <a:off x="4889897" y="3077989"/>
              <a:ext cx="2409825" cy="304800"/>
            </a:xfrm>
            <a:prstGeom prst="rect">
              <a:avLst/>
            </a:prstGeom>
            <a:noFill/>
          </p:spPr>
          <p:txBody>
            <a:bodyPr wrap="square" lIns="0" tIns="0" rIns="0" bIns="0" rtlCol="0" anchor="ctr"/>
            <a:lstStyle/>
            <a:p>
              <a:pPr marL="0" marR="0" lvl="0" indent="0" algn="ctr" defTabSz="914400" rtl="0" eaLnBrk="1" fontAlgn="auto" latinLnBrk="0" hangingPunct="1">
                <a:lnSpc>
                  <a:spcPct val="110000"/>
                </a:lnSpc>
                <a:spcBef>
                  <a:spcPts val="0"/>
                </a:spcBef>
                <a:spcAft>
                  <a:spcPts val="0"/>
                </a:spcAft>
                <a:buClrTx/>
                <a:buSzTx/>
                <a:buFontTx/>
                <a:buNone/>
                <a:defRPr/>
              </a:pPr>
              <a:r>
                <a:rPr kumimoji="0" lang="en-US" sz="2000" b="1" i="0" u="none" strike="noStrike" kern="1200" cap="none" spc="0" normalizeH="0" baseline="0" noProof="0">
                  <a:ln>
                    <a:noFill/>
                  </a:ln>
                  <a:solidFill>
                    <a:srgbClr val="FFFFFF"/>
                  </a:solidFill>
                  <a:effectLst/>
                  <a:uLnTx/>
                  <a:uFillTx/>
                  <a:latin typeface="微软雅黑" panose="020B0503020204020204" pitchFamily="34" charset="-122"/>
                  <a:ea typeface="微软雅黑" panose="020B0503020204020204" pitchFamily="34" charset="-122"/>
                  <a:cs typeface="MiSans" pitchFamily="34" charset="-120"/>
                </a:rPr>
                <a:t>彭凯文</a:t>
              </a: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grpSp>
        <p:nvGrpSpPr>
          <p:cNvPr id="69" name="Group 68"/>
          <p:cNvGrpSpPr/>
          <p:nvPr/>
        </p:nvGrpSpPr>
        <p:grpSpPr>
          <a:xfrm>
            <a:off x="457200" y="4300126"/>
            <a:ext cx="11346815" cy="1873250"/>
            <a:chOff x="457200" y="3709814"/>
            <a:chExt cx="11346815" cy="1873250"/>
          </a:xfrm>
        </p:grpSpPr>
        <p:sp>
          <p:nvSpPr>
            <p:cNvPr id="14" name="Shape 16"/>
            <p:cNvSpPr/>
            <p:nvPr>
              <p:custDataLst>
                <p:tags r:id="rId10"/>
              </p:custDataLst>
            </p:nvPr>
          </p:nvSpPr>
          <p:spPr>
            <a:xfrm>
              <a:off x="6158230" y="3709814"/>
              <a:ext cx="19050" cy="0"/>
            </a:xfrm>
            <a:custGeom>
              <a:avLst/>
              <a:gdLst/>
              <a:ahLst/>
              <a:cxnLst/>
              <a:rect l="l" t="t" r="r" b="b"/>
              <a:pathLst>
                <a:path w="19050">
                  <a:moveTo>
                    <a:pt x="0" y="0"/>
                  </a:moveTo>
                  <a:lnTo>
                    <a:pt x="19050" y="0"/>
                  </a:lnTo>
                  <a:lnTo>
                    <a:pt x="19050" y="0"/>
                  </a:lnTo>
                  <a:lnTo>
                    <a:pt x="0" y="0"/>
                  </a:lnTo>
                  <a:lnTo>
                    <a:pt x="0" y="0"/>
                  </a:lnTo>
                  <a:close/>
                </a:path>
              </a:pathLst>
            </a:custGeom>
            <a:gradFill flip="none" rotWithShape="1">
              <a:gsLst>
                <a:gs pos="0">
                  <a:srgbClr val="00D3F2"/>
                </a:gs>
                <a:gs pos="100000">
                  <a:srgbClr val="615FFF"/>
                </a:gs>
              </a:gsLst>
              <a:lin ang="5400000" scaled="1"/>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5" name="Shape 17"/>
            <p:cNvSpPr/>
            <p:nvPr>
              <p:custDataLst>
                <p:tags r:id="rId11"/>
              </p:custDataLst>
            </p:nvPr>
          </p:nvSpPr>
          <p:spPr>
            <a:xfrm>
              <a:off x="457200" y="3792364"/>
              <a:ext cx="3619500" cy="1790700"/>
            </a:xfrm>
            <a:custGeom>
              <a:avLst/>
              <a:gdLst/>
              <a:ahLst/>
              <a:cxnLst/>
              <a:rect l="l" t="t" r="r" b="b"/>
              <a:pathLst>
                <a:path w="3619500" h="2324100">
                  <a:moveTo>
                    <a:pt x="38100" y="0"/>
                  </a:moveTo>
                  <a:lnTo>
                    <a:pt x="3581400" y="0"/>
                  </a:lnTo>
                  <a:cubicBezTo>
                    <a:pt x="3602428" y="0"/>
                    <a:pt x="3619500" y="17072"/>
                    <a:pt x="3619500" y="38100"/>
                  </a:cubicBezTo>
                  <a:lnTo>
                    <a:pt x="3619500" y="2171709"/>
                  </a:lnTo>
                  <a:cubicBezTo>
                    <a:pt x="3619500" y="2255872"/>
                    <a:pt x="3551272" y="2324100"/>
                    <a:pt x="3467109" y="2324100"/>
                  </a:cubicBezTo>
                  <a:lnTo>
                    <a:pt x="152391" y="2324100"/>
                  </a:lnTo>
                  <a:cubicBezTo>
                    <a:pt x="68228" y="2324100"/>
                    <a:pt x="0" y="2255872"/>
                    <a:pt x="0" y="2171709"/>
                  </a:cubicBezTo>
                  <a:lnTo>
                    <a:pt x="0" y="38100"/>
                  </a:lnTo>
                  <a:cubicBezTo>
                    <a:pt x="0" y="17072"/>
                    <a:pt x="17072" y="0"/>
                    <a:pt x="38100" y="0"/>
                  </a:cubicBezTo>
                  <a:close/>
                </a:path>
              </a:pathLst>
            </a:custGeom>
            <a:solidFill>
              <a:srgbClr val="FFFFFF"/>
            </a:solidFill>
            <a:effectLst>
              <a:outerShdw blurRad="190500" dist="38100" dir="5400000" algn="bl" rotWithShape="0">
                <a:srgbClr val="000000">
                  <a:alpha val="10196"/>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6" name="Shape 18"/>
            <p:cNvSpPr/>
            <p:nvPr>
              <p:custDataLst>
                <p:tags r:id="rId12"/>
              </p:custDataLst>
            </p:nvPr>
          </p:nvSpPr>
          <p:spPr>
            <a:xfrm>
              <a:off x="457200" y="3792364"/>
              <a:ext cx="3619500" cy="38100"/>
            </a:xfrm>
            <a:custGeom>
              <a:avLst/>
              <a:gdLst/>
              <a:ahLst/>
              <a:cxnLst/>
              <a:rect l="l" t="t" r="r" b="b"/>
              <a:pathLst>
                <a:path w="3619500" h="38100">
                  <a:moveTo>
                    <a:pt x="38100" y="0"/>
                  </a:moveTo>
                  <a:lnTo>
                    <a:pt x="3581400" y="0"/>
                  </a:lnTo>
                  <a:cubicBezTo>
                    <a:pt x="3602428" y="0"/>
                    <a:pt x="3619500" y="17072"/>
                    <a:pt x="3619500" y="38100"/>
                  </a:cubicBezTo>
                  <a:lnTo>
                    <a:pt x="3619500" y="38100"/>
                  </a:lnTo>
                  <a:lnTo>
                    <a:pt x="0" y="38100"/>
                  </a:lnTo>
                  <a:lnTo>
                    <a:pt x="0" y="38100"/>
                  </a:lnTo>
                  <a:cubicBezTo>
                    <a:pt x="0" y="17072"/>
                    <a:pt x="17072" y="0"/>
                    <a:pt x="38100" y="0"/>
                  </a:cubicBezTo>
                  <a:close/>
                </a:path>
              </a:pathLst>
            </a:custGeom>
            <a:solidFill>
              <a:srgbClr val="003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7" name="Shape 19"/>
            <p:cNvSpPr/>
            <p:nvPr>
              <p:custDataLst>
                <p:tags r:id="rId13"/>
              </p:custDataLst>
            </p:nvPr>
          </p:nvSpPr>
          <p:spPr>
            <a:xfrm>
              <a:off x="647700" y="4621039"/>
              <a:ext cx="3238500" cy="19050"/>
            </a:xfrm>
            <a:custGeom>
              <a:avLst/>
              <a:gdLst/>
              <a:ahLst/>
              <a:cxnLst/>
              <a:rect l="l" t="t" r="r" b="b"/>
              <a:pathLst>
                <a:path w="3238500" h="19050">
                  <a:moveTo>
                    <a:pt x="0" y="0"/>
                  </a:moveTo>
                  <a:lnTo>
                    <a:pt x="3238500" y="0"/>
                  </a:lnTo>
                  <a:lnTo>
                    <a:pt x="3238500" y="19050"/>
                  </a:lnTo>
                  <a:lnTo>
                    <a:pt x="0" y="19050"/>
                  </a:lnTo>
                  <a:lnTo>
                    <a:pt x="0" y="0"/>
                  </a:lnTo>
                  <a:close/>
                </a:path>
              </a:pathLst>
            </a:custGeom>
            <a:solidFill>
              <a:srgbClr val="E0E7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18" name="Shape 20"/>
            <p:cNvSpPr/>
            <p:nvPr>
              <p:custDataLst>
                <p:tags r:id="rId14"/>
              </p:custDataLst>
            </p:nvPr>
          </p:nvSpPr>
          <p:spPr>
            <a:xfrm>
              <a:off x="647700" y="4020964"/>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659B"/>
            </a:solidFill>
            <a:ln>
              <a:noFill/>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Shape 21"/>
            <p:cNvSpPr/>
            <p:nvPr>
              <p:custDataLst>
                <p:tags r:id="rId15"/>
              </p:custDataLst>
            </p:nvPr>
          </p:nvSpPr>
          <p:spPr>
            <a:xfrm>
              <a:off x="792956" y="4154314"/>
              <a:ext cx="166688" cy="190500"/>
            </a:xfrm>
            <a:custGeom>
              <a:avLst/>
              <a:gdLst/>
              <a:ahLst/>
              <a:cxnLst/>
              <a:rect l="l" t="t" r="r" b="b"/>
              <a:pathLst>
                <a:path w="166688" h="190500">
                  <a:moveTo>
                    <a:pt x="83344" y="23812"/>
                  </a:moveTo>
                  <a:cubicBezTo>
                    <a:pt x="53950" y="23812"/>
                    <a:pt x="29505" y="45132"/>
                    <a:pt x="24668" y="73186"/>
                  </a:cubicBezTo>
                  <a:cubicBezTo>
                    <a:pt x="28129" y="72070"/>
                    <a:pt x="31849" y="71438"/>
                    <a:pt x="35719" y="71438"/>
                  </a:cubicBezTo>
                  <a:lnTo>
                    <a:pt x="41672" y="71438"/>
                  </a:lnTo>
                  <a:cubicBezTo>
                    <a:pt x="51532" y="71438"/>
                    <a:pt x="59531" y="79437"/>
                    <a:pt x="59531" y="89297"/>
                  </a:cubicBezTo>
                  <a:lnTo>
                    <a:pt x="59531" y="125016"/>
                  </a:lnTo>
                  <a:cubicBezTo>
                    <a:pt x="59531" y="134875"/>
                    <a:pt x="51532" y="142875"/>
                    <a:pt x="41672" y="142875"/>
                  </a:cubicBezTo>
                  <a:lnTo>
                    <a:pt x="35719" y="142875"/>
                  </a:lnTo>
                  <a:cubicBezTo>
                    <a:pt x="15999" y="142875"/>
                    <a:pt x="0" y="126876"/>
                    <a:pt x="0" y="107156"/>
                  </a:cubicBezTo>
                  <a:lnTo>
                    <a:pt x="0" y="83344"/>
                  </a:lnTo>
                  <a:cubicBezTo>
                    <a:pt x="0" y="37319"/>
                    <a:pt x="37319" y="0"/>
                    <a:pt x="83344" y="0"/>
                  </a:cubicBezTo>
                  <a:cubicBezTo>
                    <a:pt x="129369" y="0"/>
                    <a:pt x="166688" y="37319"/>
                    <a:pt x="166688" y="83344"/>
                  </a:cubicBezTo>
                  <a:lnTo>
                    <a:pt x="166688" y="145889"/>
                  </a:lnTo>
                  <a:cubicBezTo>
                    <a:pt x="166688" y="170557"/>
                    <a:pt x="146670" y="190537"/>
                    <a:pt x="122002" y="190537"/>
                  </a:cubicBezTo>
                  <a:lnTo>
                    <a:pt x="89297" y="190500"/>
                  </a:lnTo>
                  <a:lnTo>
                    <a:pt x="77391" y="190500"/>
                  </a:lnTo>
                  <a:cubicBezTo>
                    <a:pt x="67531" y="190500"/>
                    <a:pt x="59531" y="182500"/>
                    <a:pt x="59531" y="172641"/>
                  </a:cubicBezTo>
                  <a:cubicBezTo>
                    <a:pt x="59531" y="162781"/>
                    <a:pt x="67531" y="154781"/>
                    <a:pt x="77391" y="154781"/>
                  </a:cubicBezTo>
                  <a:lnTo>
                    <a:pt x="89297" y="154781"/>
                  </a:lnTo>
                  <a:cubicBezTo>
                    <a:pt x="99157" y="154781"/>
                    <a:pt x="107156" y="162781"/>
                    <a:pt x="107156" y="172641"/>
                  </a:cubicBezTo>
                  <a:lnTo>
                    <a:pt x="107156" y="172641"/>
                  </a:lnTo>
                  <a:lnTo>
                    <a:pt x="122039" y="172641"/>
                  </a:lnTo>
                  <a:cubicBezTo>
                    <a:pt x="136847" y="172641"/>
                    <a:pt x="148828" y="160660"/>
                    <a:pt x="148828" y="145852"/>
                  </a:cubicBezTo>
                  <a:lnTo>
                    <a:pt x="148828" y="138075"/>
                  </a:lnTo>
                  <a:cubicBezTo>
                    <a:pt x="143582" y="141126"/>
                    <a:pt x="137480" y="142838"/>
                    <a:pt x="130969" y="142838"/>
                  </a:cubicBezTo>
                  <a:lnTo>
                    <a:pt x="125016" y="142838"/>
                  </a:lnTo>
                  <a:cubicBezTo>
                    <a:pt x="115156" y="142838"/>
                    <a:pt x="107156" y="134838"/>
                    <a:pt x="107156" y="124978"/>
                  </a:cubicBezTo>
                  <a:lnTo>
                    <a:pt x="107156" y="89260"/>
                  </a:lnTo>
                  <a:cubicBezTo>
                    <a:pt x="107156" y="79400"/>
                    <a:pt x="115156" y="71400"/>
                    <a:pt x="125016" y="71400"/>
                  </a:cubicBezTo>
                  <a:lnTo>
                    <a:pt x="130969" y="71400"/>
                  </a:lnTo>
                  <a:cubicBezTo>
                    <a:pt x="134838" y="71400"/>
                    <a:pt x="138522" y="71996"/>
                    <a:pt x="142019" y="73149"/>
                  </a:cubicBezTo>
                  <a:cubicBezTo>
                    <a:pt x="137182" y="45132"/>
                    <a:pt x="112775" y="23775"/>
                    <a:pt x="83344" y="23775"/>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0" name="Text 22"/>
            <p:cNvSpPr/>
            <p:nvPr>
              <p:custDataLst>
                <p:tags r:id="rId16"/>
              </p:custDataLst>
            </p:nvPr>
          </p:nvSpPr>
          <p:spPr>
            <a:xfrm>
              <a:off x="1219200" y="4001914"/>
              <a:ext cx="2320925" cy="388620"/>
            </a:xfrm>
            <a:prstGeom prst="rect">
              <a:avLst/>
            </a:prstGeom>
            <a:noFill/>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sz="1600" b="1" i="0" u="none" strike="noStrike" kern="1200" cap="none" spc="0" normalizeH="0" baseline="0" noProof="0" dirty="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rPr>
                <a:t>智能客服（</a:t>
              </a:r>
              <a:r>
                <a:rPr kumimoji="0" lang="zh-CN" altLang="en-US" sz="1600" b="1" i="0" u="none" strike="noStrike" kern="1200" cap="none" spc="0" normalizeH="0" baseline="0" noProof="0" dirty="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rPr>
                <a:t>呼叫中心</a:t>
              </a:r>
              <a:r>
                <a:rPr kumimoji="0" lang="en-US" altLang="zh-CN" sz="1600" b="1" i="0" u="none" strike="noStrike" kern="1200" cap="none" spc="0" normalizeH="0" baseline="0" noProof="0" dirty="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rPr>
                <a:t>、</a:t>
              </a:r>
              <a:r>
                <a:rPr kumimoji="0" lang="zh-CN" altLang="en-US" sz="1600" b="1" i="0" u="none" strike="noStrike" kern="1200" cap="none" spc="0" normalizeH="0" baseline="0" noProof="0" dirty="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rPr>
                <a:t>线上客服等</a:t>
              </a:r>
              <a:r>
                <a:rPr kumimoji="0" lang="en-US" sz="1600" b="1" i="0" u="none" strike="noStrike" kern="1200" cap="none" spc="0" normalizeH="0" baseline="0" noProof="0" dirty="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rPr>
                <a:t>）</a:t>
              </a: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Shape 24"/>
            <p:cNvSpPr/>
            <p:nvPr>
              <p:custDataLst>
                <p:tags r:id="rId17"/>
              </p:custDataLst>
            </p:nvPr>
          </p:nvSpPr>
          <p:spPr>
            <a:xfrm>
              <a:off x="676275" y="4821064"/>
              <a:ext cx="133350" cy="152400"/>
            </a:xfrm>
            <a:custGeom>
              <a:avLst/>
              <a:gdLst/>
              <a:ahLst/>
              <a:cxnLst/>
              <a:rect l="l" t="t" r="r" b="b"/>
              <a:pathLst>
                <a:path w="133350" h="15240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00659B"/>
            </a:solidFill>
            <a:ln>
              <a:noFill/>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Text 25"/>
            <p:cNvSpPr/>
            <p:nvPr>
              <p:custDataLst>
                <p:tags r:id="rId18"/>
              </p:custDataLst>
            </p:nvPr>
          </p:nvSpPr>
          <p:spPr>
            <a:xfrm>
              <a:off x="914400" y="4782964"/>
              <a:ext cx="2706600" cy="228600"/>
            </a:xfrm>
            <a:prstGeom prst="rect">
              <a:avLst/>
            </a:prstGeom>
            <a:noFill/>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sz="1400" b="0" i="0" u="none" strike="noStrike" kern="1200" cap="none" spc="0" normalizeH="0" baseline="0" noProof="0">
                  <a:ln>
                    <a:noFill/>
                  </a:ln>
                  <a:solidFill>
                    <a:srgbClr val="4A5565"/>
                  </a:solidFill>
                  <a:effectLst/>
                  <a:uLnTx/>
                  <a:uFillTx/>
                  <a:latin typeface="微软雅黑" panose="020B0503020204020204" pitchFamily="34" charset="-122"/>
                  <a:ea typeface="微软雅黑" panose="020B0503020204020204" pitchFamily="34" charset="-122"/>
                  <a:cs typeface="MiSans" pitchFamily="34" charset="-120"/>
                </a:rPr>
                <a:t>项目经理：</a:t>
              </a:r>
              <a:r>
                <a:rPr lang="en-US" sz="1400" b="1">
                  <a:solidFill>
                    <a:srgbClr val="1E2939"/>
                  </a:solidFill>
                  <a:latin typeface="微软雅黑" panose="020B0503020204020204" pitchFamily="34" charset="-122"/>
                  <a:ea typeface="微软雅黑" panose="020B0503020204020204" pitchFamily="34" charset="-122"/>
                  <a:cs typeface="MiSans" pitchFamily="34" charset="-120"/>
                </a:rPr>
                <a:t>许杰</a:t>
              </a: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5" name="Shape 28"/>
            <p:cNvSpPr/>
            <p:nvPr>
              <p:custDataLst>
                <p:tags r:id="rId19"/>
              </p:custDataLst>
            </p:nvPr>
          </p:nvSpPr>
          <p:spPr>
            <a:xfrm>
              <a:off x="685800" y="511303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00659B"/>
            </a:solidFill>
            <a:ln>
              <a:noFill/>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6" name="Text 29"/>
            <p:cNvSpPr/>
            <p:nvPr>
              <p:custDataLst>
                <p:tags r:id="rId20"/>
              </p:custDataLst>
            </p:nvPr>
          </p:nvSpPr>
          <p:spPr>
            <a:xfrm>
              <a:off x="914400" y="5074930"/>
              <a:ext cx="2301600" cy="228600"/>
            </a:xfrm>
            <a:prstGeom prst="rect">
              <a:avLst/>
            </a:prstGeom>
            <a:noFill/>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sz="1400" b="0" i="0" u="none" strike="noStrike" kern="1200" cap="none" spc="0" normalizeH="0" baseline="0" noProof="0">
                  <a:ln>
                    <a:noFill/>
                  </a:ln>
                  <a:solidFill>
                    <a:srgbClr val="4A5565"/>
                  </a:solidFill>
                  <a:effectLst/>
                  <a:uLnTx/>
                  <a:uFillTx/>
                  <a:latin typeface="微软雅黑" panose="020B0503020204020204" pitchFamily="34" charset="-122"/>
                  <a:ea typeface="微软雅黑" panose="020B0503020204020204" pitchFamily="34" charset="-122"/>
                  <a:cs typeface="MiSans" pitchFamily="34" charset="-120"/>
                </a:rPr>
                <a:t>产品经理：</a:t>
              </a:r>
              <a:r>
                <a:rPr lang="en-US" sz="1400" b="1">
                  <a:solidFill>
                    <a:srgbClr val="1E2939"/>
                  </a:solidFill>
                  <a:latin typeface="微软雅黑" panose="020B0503020204020204" pitchFamily="34" charset="-122"/>
                  <a:ea typeface="微软雅黑" panose="020B0503020204020204" pitchFamily="34" charset="-122"/>
                </a:rPr>
                <a:t>罗海</a:t>
              </a:r>
              <a:endParaRPr lang="en-US" sz="1400" b="1" dirty="0">
                <a:solidFill>
                  <a:srgbClr val="1E2939"/>
                </a:solidFill>
                <a:latin typeface="微软雅黑" panose="020B0503020204020204" pitchFamily="34" charset="-122"/>
                <a:ea typeface="微软雅黑" panose="020B0503020204020204" pitchFamily="34" charset="-122"/>
              </a:endParaRPr>
            </a:p>
          </p:txBody>
        </p:sp>
        <p:sp>
          <p:nvSpPr>
            <p:cNvPr id="29" name="Shape 32"/>
            <p:cNvSpPr/>
            <p:nvPr>
              <p:custDataLst>
                <p:tags r:id="rId21"/>
              </p:custDataLst>
            </p:nvPr>
          </p:nvSpPr>
          <p:spPr>
            <a:xfrm>
              <a:off x="4309745" y="3792364"/>
              <a:ext cx="3619500" cy="1790699"/>
            </a:xfrm>
            <a:custGeom>
              <a:avLst/>
              <a:gdLst/>
              <a:ahLst/>
              <a:cxnLst/>
              <a:rect l="l" t="t" r="r" b="b"/>
              <a:pathLst>
                <a:path w="3619500" h="2324100">
                  <a:moveTo>
                    <a:pt x="38100" y="0"/>
                  </a:moveTo>
                  <a:lnTo>
                    <a:pt x="3581400" y="0"/>
                  </a:lnTo>
                  <a:cubicBezTo>
                    <a:pt x="3602428" y="0"/>
                    <a:pt x="3619500" y="17072"/>
                    <a:pt x="3619500" y="38100"/>
                  </a:cubicBezTo>
                  <a:lnTo>
                    <a:pt x="3619500" y="2171709"/>
                  </a:lnTo>
                  <a:cubicBezTo>
                    <a:pt x="3619500" y="2255872"/>
                    <a:pt x="3551272" y="2324100"/>
                    <a:pt x="3467109" y="2324100"/>
                  </a:cubicBezTo>
                  <a:lnTo>
                    <a:pt x="152391" y="2324100"/>
                  </a:lnTo>
                  <a:cubicBezTo>
                    <a:pt x="68228" y="2324100"/>
                    <a:pt x="0" y="2255872"/>
                    <a:pt x="0" y="2171709"/>
                  </a:cubicBezTo>
                  <a:lnTo>
                    <a:pt x="0" y="38100"/>
                  </a:lnTo>
                  <a:cubicBezTo>
                    <a:pt x="0" y="17072"/>
                    <a:pt x="17072" y="0"/>
                    <a:pt x="38100" y="0"/>
                  </a:cubicBezTo>
                  <a:close/>
                </a:path>
              </a:pathLst>
            </a:custGeom>
            <a:solidFill>
              <a:srgbClr val="FFFFFF"/>
            </a:solidFill>
            <a:effectLst>
              <a:outerShdw blurRad="190500" dist="38100" dir="5400000" algn="bl" rotWithShape="0">
                <a:srgbClr val="000000">
                  <a:alpha val="10196"/>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0" name="Shape 33"/>
            <p:cNvSpPr/>
            <p:nvPr>
              <p:custDataLst>
                <p:tags r:id="rId22"/>
              </p:custDataLst>
            </p:nvPr>
          </p:nvSpPr>
          <p:spPr>
            <a:xfrm>
              <a:off x="4309745" y="3792364"/>
              <a:ext cx="3619500" cy="38100"/>
            </a:xfrm>
            <a:custGeom>
              <a:avLst/>
              <a:gdLst/>
              <a:ahLst/>
              <a:cxnLst/>
              <a:rect l="l" t="t" r="r" b="b"/>
              <a:pathLst>
                <a:path w="3619500" h="38100">
                  <a:moveTo>
                    <a:pt x="38100" y="0"/>
                  </a:moveTo>
                  <a:lnTo>
                    <a:pt x="3581400" y="0"/>
                  </a:lnTo>
                  <a:cubicBezTo>
                    <a:pt x="3602428" y="0"/>
                    <a:pt x="3619500" y="17072"/>
                    <a:pt x="3619500" y="38100"/>
                  </a:cubicBezTo>
                  <a:lnTo>
                    <a:pt x="3619500" y="38100"/>
                  </a:lnTo>
                  <a:lnTo>
                    <a:pt x="0" y="38100"/>
                  </a:lnTo>
                  <a:lnTo>
                    <a:pt x="0" y="38100"/>
                  </a:lnTo>
                  <a:cubicBezTo>
                    <a:pt x="0" y="17072"/>
                    <a:pt x="17072" y="0"/>
                    <a:pt x="38100" y="0"/>
                  </a:cubicBezTo>
                  <a:close/>
                </a:path>
              </a:pathLst>
            </a:custGeom>
            <a:solidFill>
              <a:srgbClr val="003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1" name="Shape 34"/>
            <p:cNvSpPr/>
            <p:nvPr>
              <p:custDataLst>
                <p:tags r:id="rId23"/>
              </p:custDataLst>
            </p:nvPr>
          </p:nvSpPr>
          <p:spPr>
            <a:xfrm>
              <a:off x="4500245" y="4621039"/>
              <a:ext cx="3238500" cy="19050"/>
            </a:xfrm>
            <a:custGeom>
              <a:avLst/>
              <a:gdLst/>
              <a:ahLst/>
              <a:cxnLst/>
              <a:rect l="l" t="t" r="r" b="b"/>
              <a:pathLst>
                <a:path w="3238500" h="19050">
                  <a:moveTo>
                    <a:pt x="0" y="0"/>
                  </a:moveTo>
                  <a:lnTo>
                    <a:pt x="3238500" y="0"/>
                  </a:lnTo>
                  <a:lnTo>
                    <a:pt x="3238500" y="19050"/>
                  </a:lnTo>
                  <a:lnTo>
                    <a:pt x="0" y="19050"/>
                  </a:lnTo>
                  <a:lnTo>
                    <a:pt x="0" y="0"/>
                  </a:lnTo>
                  <a:close/>
                </a:path>
              </a:pathLst>
            </a:custGeom>
            <a:solidFill>
              <a:srgbClr val="F3E8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2" name="Shape 35"/>
            <p:cNvSpPr/>
            <p:nvPr>
              <p:custDataLst>
                <p:tags r:id="rId24"/>
              </p:custDataLst>
            </p:nvPr>
          </p:nvSpPr>
          <p:spPr>
            <a:xfrm>
              <a:off x="4500245" y="4020964"/>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659B"/>
            </a:solidFill>
            <a:ln>
              <a:noFill/>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3" name="Shape 36"/>
            <p:cNvSpPr/>
            <p:nvPr>
              <p:custDataLst>
                <p:tags r:id="rId25"/>
              </p:custDataLst>
            </p:nvPr>
          </p:nvSpPr>
          <p:spPr>
            <a:xfrm>
              <a:off x="4645501" y="4154314"/>
              <a:ext cx="166688" cy="1905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4" name="Text 37"/>
            <p:cNvSpPr/>
            <p:nvPr>
              <p:custDataLst>
                <p:tags r:id="rId26"/>
              </p:custDataLst>
            </p:nvPr>
          </p:nvSpPr>
          <p:spPr>
            <a:xfrm>
              <a:off x="5071745" y="4001914"/>
              <a:ext cx="1619250" cy="266700"/>
            </a:xfrm>
            <a:prstGeom prst="rect">
              <a:avLst/>
            </a:prstGeom>
            <a:noFill/>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rPr>
                <a:t>会员和</a:t>
              </a:r>
              <a:r>
                <a:rPr kumimoji="0" lang="en-US" sz="1600" b="1" i="0" u="none" strike="noStrike" kern="1200" cap="none" spc="0" normalizeH="0" baseline="0" noProof="0" dirty="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rPr>
                <a:t>积分</a:t>
              </a:r>
              <a:r>
                <a:rPr kumimoji="0" lang="zh-CN" altLang="en-US" sz="1600" b="1" i="0" u="none" strike="noStrike" kern="1200" cap="none" spc="0" normalizeH="0" baseline="0" noProof="0" dirty="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rPr>
                <a:t>管理</a:t>
              </a:r>
              <a:endParaRPr kumimoji="0" lang="zh-CN" altLang="en-US" sz="1600" b="1" i="0" u="none" strike="noStrike" kern="1200" cap="none" spc="0" normalizeH="0" baseline="0" noProof="0" dirty="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endParaRPr>
            </a:p>
          </p:txBody>
        </p:sp>
        <p:sp>
          <p:nvSpPr>
            <p:cNvPr id="35" name="Shape 39"/>
            <p:cNvSpPr/>
            <p:nvPr>
              <p:custDataLst>
                <p:tags r:id="rId27"/>
              </p:custDataLst>
            </p:nvPr>
          </p:nvSpPr>
          <p:spPr>
            <a:xfrm>
              <a:off x="4528820" y="4821064"/>
              <a:ext cx="133350" cy="152400"/>
            </a:xfrm>
            <a:custGeom>
              <a:avLst/>
              <a:gdLst/>
              <a:ahLst/>
              <a:cxnLst/>
              <a:rect l="l" t="t" r="r" b="b"/>
              <a:pathLst>
                <a:path w="133350" h="15240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00659B"/>
            </a:solidFill>
            <a:ln>
              <a:noFill/>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6" name="Text 40"/>
            <p:cNvSpPr/>
            <p:nvPr>
              <p:custDataLst>
                <p:tags r:id="rId28"/>
              </p:custDataLst>
            </p:nvPr>
          </p:nvSpPr>
          <p:spPr>
            <a:xfrm>
              <a:off x="4766944" y="4782964"/>
              <a:ext cx="2529205" cy="228600"/>
            </a:xfrm>
            <a:prstGeom prst="rect">
              <a:avLst/>
            </a:prstGeom>
            <a:noFill/>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sz="1400" b="0" i="0" u="none" strike="noStrike" kern="1200" cap="none" spc="0" normalizeH="0" baseline="0" noProof="0">
                  <a:ln>
                    <a:noFill/>
                  </a:ln>
                  <a:solidFill>
                    <a:srgbClr val="4A5565"/>
                  </a:solidFill>
                  <a:effectLst/>
                  <a:uLnTx/>
                  <a:uFillTx/>
                  <a:latin typeface="微软雅黑" panose="020B0503020204020204" pitchFamily="34" charset="-122"/>
                  <a:ea typeface="微软雅黑" panose="020B0503020204020204" pitchFamily="34" charset="-122"/>
                  <a:cs typeface="MiSans" pitchFamily="34" charset="-120"/>
                </a:rPr>
                <a:t>项目经理：</a:t>
              </a:r>
              <a:r>
                <a:rPr kumimoji="0" lang="en-US" sz="1400" b="1" i="0" u="none" strike="noStrike" kern="1200" cap="none" spc="0" normalizeH="0" baseline="0" noProof="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rPr>
                <a:t>吴甘霖</a:t>
              </a: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9" name="Shape 43"/>
            <p:cNvSpPr/>
            <p:nvPr>
              <p:custDataLst>
                <p:tags r:id="rId29"/>
              </p:custDataLst>
            </p:nvPr>
          </p:nvSpPr>
          <p:spPr>
            <a:xfrm>
              <a:off x="4538345" y="511303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00659B"/>
            </a:solidFill>
            <a:ln>
              <a:noFill/>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0" name="Text 44"/>
            <p:cNvSpPr/>
            <p:nvPr>
              <p:custDataLst>
                <p:tags r:id="rId30"/>
              </p:custDataLst>
            </p:nvPr>
          </p:nvSpPr>
          <p:spPr>
            <a:xfrm>
              <a:off x="4766945" y="5074930"/>
              <a:ext cx="2148204" cy="228600"/>
            </a:xfrm>
            <a:prstGeom prst="rect">
              <a:avLst/>
            </a:prstGeom>
            <a:noFill/>
          </p:spPr>
          <p:txBody>
            <a:bodyPr wrap="square" lIns="0" tIns="0" rIns="0" bIns="0" rtlCol="0" anchor="ct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sz="1400" b="0" i="0" u="none" strike="noStrike" kern="1200" cap="none" spc="0" normalizeH="0" baseline="0" noProof="0">
                  <a:ln>
                    <a:noFill/>
                  </a:ln>
                  <a:solidFill>
                    <a:srgbClr val="4A5565"/>
                  </a:solidFill>
                  <a:effectLst/>
                  <a:uLnTx/>
                  <a:uFillTx/>
                  <a:latin typeface="微软雅黑" panose="020B0503020204020204" pitchFamily="34" charset="-122"/>
                  <a:ea typeface="微软雅黑" panose="020B0503020204020204" pitchFamily="34" charset="-122"/>
                  <a:cs typeface="MiSans" pitchFamily="34" charset="-120"/>
                </a:rPr>
                <a:t>产品经理：</a:t>
              </a:r>
              <a:r>
                <a:rPr kumimoji="0" lang="en-US" sz="1400" b="1" i="0" u="none" strike="noStrike" kern="1200" cap="none" spc="0" normalizeH="0" baseline="0" noProof="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rPr>
                <a:t>兰勇</a:t>
              </a: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3" name="Shape 16"/>
            <p:cNvSpPr/>
            <p:nvPr>
              <p:custDataLst>
                <p:tags r:id="rId31"/>
              </p:custDataLst>
            </p:nvPr>
          </p:nvSpPr>
          <p:spPr>
            <a:xfrm>
              <a:off x="9889490" y="3709814"/>
              <a:ext cx="19050" cy="0"/>
            </a:xfrm>
            <a:custGeom>
              <a:avLst/>
              <a:gdLst/>
              <a:ahLst/>
              <a:cxnLst/>
              <a:rect l="l" t="t" r="r" b="b"/>
              <a:pathLst>
                <a:path w="19050">
                  <a:moveTo>
                    <a:pt x="0" y="0"/>
                  </a:moveTo>
                  <a:lnTo>
                    <a:pt x="19050" y="0"/>
                  </a:lnTo>
                  <a:lnTo>
                    <a:pt x="19050" y="0"/>
                  </a:lnTo>
                  <a:lnTo>
                    <a:pt x="0" y="0"/>
                  </a:lnTo>
                  <a:lnTo>
                    <a:pt x="0" y="0"/>
                  </a:lnTo>
                  <a:close/>
                </a:path>
              </a:pathLst>
            </a:custGeom>
            <a:gradFill flip="none" rotWithShape="1">
              <a:gsLst>
                <a:gs pos="0">
                  <a:srgbClr val="00D3F2"/>
                </a:gs>
                <a:gs pos="100000">
                  <a:srgbClr val="615FFF"/>
                </a:gs>
              </a:gsLst>
              <a:lin ang="5400000" scaled="1"/>
            </a:gra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4" name="Shape 32"/>
            <p:cNvSpPr/>
            <p:nvPr>
              <p:custDataLst>
                <p:tags r:id="rId32"/>
              </p:custDataLst>
            </p:nvPr>
          </p:nvSpPr>
          <p:spPr>
            <a:xfrm>
              <a:off x="8184515" y="3792364"/>
              <a:ext cx="3619500" cy="1790699"/>
            </a:xfrm>
            <a:custGeom>
              <a:avLst/>
              <a:gdLst/>
              <a:ahLst/>
              <a:cxnLst/>
              <a:rect l="l" t="t" r="r" b="b"/>
              <a:pathLst>
                <a:path w="3619500" h="2324100">
                  <a:moveTo>
                    <a:pt x="38100" y="0"/>
                  </a:moveTo>
                  <a:lnTo>
                    <a:pt x="3581400" y="0"/>
                  </a:lnTo>
                  <a:cubicBezTo>
                    <a:pt x="3602428" y="0"/>
                    <a:pt x="3619500" y="17072"/>
                    <a:pt x="3619500" y="38100"/>
                  </a:cubicBezTo>
                  <a:lnTo>
                    <a:pt x="3619500" y="2171709"/>
                  </a:lnTo>
                  <a:cubicBezTo>
                    <a:pt x="3619500" y="2255872"/>
                    <a:pt x="3551272" y="2324100"/>
                    <a:pt x="3467109" y="2324100"/>
                  </a:cubicBezTo>
                  <a:lnTo>
                    <a:pt x="152391" y="2324100"/>
                  </a:lnTo>
                  <a:cubicBezTo>
                    <a:pt x="68228" y="2324100"/>
                    <a:pt x="0" y="2255872"/>
                    <a:pt x="0" y="2171709"/>
                  </a:cubicBezTo>
                  <a:lnTo>
                    <a:pt x="0" y="38100"/>
                  </a:lnTo>
                  <a:cubicBezTo>
                    <a:pt x="0" y="17072"/>
                    <a:pt x="17072" y="0"/>
                    <a:pt x="38100" y="0"/>
                  </a:cubicBezTo>
                  <a:close/>
                </a:path>
              </a:pathLst>
            </a:custGeom>
            <a:solidFill>
              <a:srgbClr val="FFFFFF"/>
            </a:solidFill>
            <a:effectLst>
              <a:outerShdw blurRad="190500" dist="38100" dir="5400000" algn="bl" rotWithShape="0">
                <a:srgbClr val="000000">
                  <a:alpha val="10196"/>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5" name="Shape 33"/>
            <p:cNvSpPr/>
            <p:nvPr>
              <p:custDataLst>
                <p:tags r:id="rId33"/>
              </p:custDataLst>
            </p:nvPr>
          </p:nvSpPr>
          <p:spPr>
            <a:xfrm>
              <a:off x="8184515" y="3792364"/>
              <a:ext cx="3619500" cy="38100"/>
            </a:xfrm>
            <a:custGeom>
              <a:avLst/>
              <a:gdLst/>
              <a:ahLst/>
              <a:cxnLst/>
              <a:rect l="l" t="t" r="r" b="b"/>
              <a:pathLst>
                <a:path w="3619500" h="38100">
                  <a:moveTo>
                    <a:pt x="38100" y="0"/>
                  </a:moveTo>
                  <a:lnTo>
                    <a:pt x="3581400" y="0"/>
                  </a:lnTo>
                  <a:cubicBezTo>
                    <a:pt x="3602428" y="0"/>
                    <a:pt x="3619500" y="17072"/>
                    <a:pt x="3619500" y="38100"/>
                  </a:cubicBezTo>
                  <a:lnTo>
                    <a:pt x="3619500" y="38100"/>
                  </a:lnTo>
                  <a:lnTo>
                    <a:pt x="0" y="38100"/>
                  </a:lnTo>
                  <a:lnTo>
                    <a:pt x="0" y="38100"/>
                  </a:lnTo>
                  <a:cubicBezTo>
                    <a:pt x="0" y="17072"/>
                    <a:pt x="17072" y="0"/>
                    <a:pt x="38100" y="0"/>
                  </a:cubicBezTo>
                  <a:close/>
                </a:path>
              </a:pathLst>
            </a:custGeom>
            <a:solidFill>
              <a:srgbClr val="00338D"/>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6" name="Shape 34"/>
            <p:cNvSpPr/>
            <p:nvPr>
              <p:custDataLst>
                <p:tags r:id="rId34"/>
              </p:custDataLst>
            </p:nvPr>
          </p:nvSpPr>
          <p:spPr>
            <a:xfrm>
              <a:off x="8375015" y="4621039"/>
              <a:ext cx="3238500" cy="19050"/>
            </a:xfrm>
            <a:custGeom>
              <a:avLst/>
              <a:gdLst/>
              <a:ahLst/>
              <a:cxnLst/>
              <a:rect l="l" t="t" r="r" b="b"/>
              <a:pathLst>
                <a:path w="3238500" h="19050">
                  <a:moveTo>
                    <a:pt x="0" y="0"/>
                  </a:moveTo>
                  <a:lnTo>
                    <a:pt x="3238500" y="0"/>
                  </a:lnTo>
                  <a:lnTo>
                    <a:pt x="3238500" y="19050"/>
                  </a:lnTo>
                  <a:lnTo>
                    <a:pt x="0" y="19050"/>
                  </a:lnTo>
                  <a:lnTo>
                    <a:pt x="0" y="0"/>
                  </a:lnTo>
                  <a:close/>
                </a:path>
              </a:pathLst>
            </a:custGeom>
            <a:solidFill>
              <a:srgbClr val="F3E8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7" name="Shape 35"/>
            <p:cNvSpPr/>
            <p:nvPr>
              <p:custDataLst>
                <p:tags r:id="rId35"/>
              </p:custDataLst>
            </p:nvPr>
          </p:nvSpPr>
          <p:spPr>
            <a:xfrm>
              <a:off x="8375015" y="4020964"/>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659B"/>
            </a:solidFill>
            <a:ln>
              <a:noFill/>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8" name="Shape 36"/>
            <p:cNvSpPr/>
            <p:nvPr>
              <p:custDataLst>
                <p:tags r:id="rId36"/>
              </p:custDataLst>
            </p:nvPr>
          </p:nvSpPr>
          <p:spPr>
            <a:xfrm>
              <a:off x="8520271" y="4154314"/>
              <a:ext cx="166688" cy="1905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FFFFFF"/>
            </a:solidFill>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49" name="Text 37"/>
            <p:cNvSpPr/>
            <p:nvPr>
              <p:custDataLst>
                <p:tags r:id="rId37"/>
              </p:custDataLst>
            </p:nvPr>
          </p:nvSpPr>
          <p:spPr>
            <a:xfrm>
              <a:off x="8946515" y="4001914"/>
              <a:ext cx="1619250" cy="266700"/>
            </a:xfrm>
            <a:prstGeom prst="rect">
              <a:avLst/>
            </a:prstGeom>
            <a:noFill/>
          </p:spPr>
          <p:txBody>
            <a:bodyPr wrap="square" lIns="0" tIns="0" rIns="0" bIns="0" rtlCol="0" anchor="ct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sz="1600" b="1" i="0" u="none" strike="noStrike" kern="1200" cap="none" spc="0" normalizeH="0" baseline="0" noProof="0" dirty="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rPr>
                <a:t>客户数据</a:t>
              </a:r>
              <a:r>
                <a:rPr kumimoji="0" lang="zh-CN" altLang="en-US" sz="1600" b="1" i="0" u="none" strike="noStrike" kern="1200" cap="none" spc="0" normalizeH="0" baseline="0" noProof="0" dirty="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rPr>
                <a:t>管理</a:t>
              </a:r>
              <a:endParaRPr kumimoji="0" lang="zh-CN" altLang="en-US" sz="1600" b="1" i="0" u="none" strike="noStrike" kern="1200" cap="none" spc="0" normalizeH="0" baseline="0" noProof="0" dirty="0">
                <a:ln>
                  <a:noFill/>
                </a:ln>
                <a:solidFill>
                  <a:srgbClr val="1E2939"/>
                </a:solidFill>
                <a:effectLst/>
                <a:uLnTx/>
                <a:uFillTx/>
                <a:latin typeface="微软雅黑" panose="020B0503020204020204" pitchFamily="34" charset="-122"/>
                <a:ea typeface="微软雅黑" panose="020B0503020204020204" pitchFamily="34" charset="-122"/>
                <a:cs typeface="MiSans" pitchFamily="34" charset="-120"/>
              </a:endParaRPr>
            </a:p>
          </p:txBody>
        </p:sp>
        <p:sp>
          <p:nvSpPr>
            <p:cNvPr id="50" name="Shape 39"/>
            <p:cNvSpPr/>
            <p:nvPr>
              <p:custDataLst>
                <p:tags r:id="rId38"/>
              </p:custDataLst>
            </p:nvPr>
          </p:nvSpPr>
          <p:spPr>
            <a:xfrm>
              <a:off x="8403590" y="4821064"/>
              <a:ext cx="133350" cy="152400"/>
            </a:xfrm>
            <a:custGeom>
              <a:avLst/>
              <a:gdLst/>
              <a:ahLst/>
              <a:cxnLst/>
              <a:rect l="l" t="t" r="r" b="b"/>
              <a:pathLst>
                <a:path w="133350" h="15240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00659B"/>
            </a:solidFill>
            <a:ln>
              <a:noFill/>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1" name="Text 40"/>
            <p:cNvSpPr/>
            <p:nvPr>
              <p:custDataLst>
                <p:tags r:id="rId39"/>
              </p:custDataLst>
            </p:nvPr>
          </p:nvSpPr>
          <p:spPr>
            <a:xfrm>
              <a:off x="8641714" y="4782964"/>
              <a:ext cx="2134285" cy="228600"/>
            </a:xfrm>
            <a:prstGeom prst="rect">
              <a:avLst/>
            </a:prstGeom>
            <a:noFill/>
          </p:spPr>
          <p:txBody>
            <a:bodyPr wrap="square" lIns="0" tIns="0" rIns="0" bIns="0" rtlCol="0" anchor="ctr"/>
            <a:lstStyle/>
            <a:p>
              <a:pPr lvl="0">
                <a:lnSpc>
                  <a:spcPct val="130000"/>
                </a:lnSpc>
                <a:defRPr/>
              </a:pPr>
              <a:r>
                <a:rPr kumimoji="0" lang="en-US" sz="1400" b="0" i="0" u="none" strike="noStrike" kern="1200" cap="none" spc="0" normalizeH="0" baseline="0" noProof="0">
                  <a:ln>
                    <a:noFill/>
                  </a:ln>
                  <a:solidFill>
                    <a:srgbClr val="4A5565"/>
                  </a:solidFill>
                  <a:effectLst/>
                  <a:uLnTx/>
                  <a:uFillTx/>
                  <a:latin typeface="微软雅黑" panose="020B0503020204020204" pitchFamily="34" charset="-122"/>
                  <a:ea typeface="微软雅黑" panose="020B0503020204020204" pitchFamily="34" charset="-122"/>
                  <a:cs typeface="MiSans" pitchFamily="34" charset="-120"/>
                </a:rPr>
                <a:t>项目经理：</a:t>
              </a:r>
              <a:r>
                <a:rPr lang="en-US" sz="1400" b="1">
                  <a:solidFill>
                    <a:srgbClr val="1E2939"/>
                  </a:solidFill>
                  <a:latin typeface="微软雅黑" panose="020B0503020204020204" pitchFamily="34" charset="-122"/>
                  <a:ea typeface="微软雅黑" panose="020B0503020204020204" pitchFamily="34" charset="-122"/>
                  <a:cs typeface="MiSans" pitchFamily="34" charset="-120"/>
                </a:rPr>
                <a:t> 吴甘霖</a:t>
              </a: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4" name="Shape 43"/>
            <p:cNvSpPr/>
            <p:nvPr>
              <p:custDataLst>
                <p:tags r:id="rId40"/>
              </p:custDataLst>
            </p:nvPr>
          </p:nvSpPr>
          <p:spPr>
            <a:xfrm>
              <a:off x="8413115" y="5113030"/>
              <a:ext cx="114300" cy="152400"/>
            </a:xfrm>
            <a:custGeom>
              <a:avLst/>
              <a:gdLst/>
              <a:ahLst/>
              <a:cxnLst/>
              <a:rect l="l" t="t" r="r" b="b"/>
              <a:pathLst>
                <a:path w="114300" h="152400">
                  <a:moveTo>
                    <a:pt x="87184" y="114300"/>
                  </a:moveTo>
                  <a:cubicBezTo>
                    <a:pt x="89356" y="107662"/>
                    <a:pt x="93702" y="101650"/>
                    <a:pt x="98614" y="96470"/>
                  </a:cubicBezTo>
                  <a:cubicBezTo>
                    <a:pt x="108347" y="86231"/>
                    <a:pt x="114300" y="72390"/>
                    <a:pt x="114300" y="57150"/>
                  </a:cubicBezTo>
                  <a:cubicBezTo>
                    <a:pt x="114300" y="25598"/>
                    <a:pt x="88702" y="0"/>
                    <a:pt x="57150" y="0"/>
                  </a:cubicBezTo>
                  <a:cubicBezTo>
                    <a:pt x="25598" y="0"/>
                    <a:pt x="0" y="25598"/>
                    <a:pt x="0" y="57150"/>
                  </a:cubicBezTo>
                  <a:cubicBezTo>
                    <a:pt x="0" y="72390"/>
                    <a:pt x="5953" y="86231"/>
                    <a:pt x="15686" y="96470"/>
                  </a:cubicBezTo>
                  <a:cubicBezTo>
                    <a:pt x="20598" y="101650"/>
                    <a:pt x="24973" y="107662"/>
                    <a:pt x="27116" y="114300"/>
                  </a:cubicBezTo>
                  <a:lnTo>
                    <a:pt x="87154" y="114300"/>
                  </a:lnTo>
                  <a:close/>
                  <a:moveTo>
                    <a:pt x="85725" y="128588"/>
                  </a:moveTo>
                  <a:lnTo>
                    <a:pt x="28575" y="128588"/>
                  </a:lnTo>
                  <a:lnTo>
                    <a:pt x="28575" y="133350"/>
                  </a:lnTo>
                  <a:cubicBezTo>
                    <a:pt x="28575" y="146506"/>
                    <a:pt x="39231" y="157163"/>
                    <a:pt x="52388" y="157163"/>
                  </a:cubicBezTo>
                  <a:lnTo>
                    <a:pt x="61912" y="157163"/>
                  </a:lnTo>
                  <a:cubicBezTo>
                    <a:pt x="75069" y="157163"/>
                    <a:pt x="85725" y="146506"/>
                    <a:pt x="85725" y="133350"/>
                  </a:cubicBezTo>
                  <a:lnTo>
                    <a:pt x="85725" y="128588"/>
                  </a:lnTo>
                  <a:close/>
                  <a:moveTo>
                    <a:pt x="54769" y="33338"/>
                  </a:moveTo>
                  <a:cubicBezTo>
                    <a:pt x="42922" y="33338"/>
                    <a:pt x="33338" y="42922"/>
                    <a:pt x="33338" y="54769"/>
                  </a:cubicBezTo>
                  <a:cubicBezTo>
                    <a:pt x="33338" y="58728"/>
                    <a:pt x="30153" y="61912"/>
                    <a:pt x="26194" y="61912"/>
                  </a:cubicBezTo>
                  <a:cubicBezTo>
                    <a:pt x="22235" y="61912"/>
                    <a:pt x="19050" y="58728"/>
                    <a:pt x="19050" y="54769"/>
                  </a:cubicBezTo>
                  <a:cubicBezTo>
                    <a:pt x="19050" y="35034"/>
                    <a:pt x="35034" y="19050"/>
                    <a:pt x="54769" y="19050"/>
                  </a:cubicBezTo>
                  <a:cubicBezTo>
                    <a:pt x="58728" y="19050"/>
                    <a:pt x="61912" y="22235"/>
                    <a:pt x="61912" y="26194"/>
                  </a:cubicBezTo>
                  <a:cubicBezTo>
                    <a:pt x="61912" y="30153"/>
                    <a:pt x="58728" y="33338"/>
                    <a:pt x="54769" y="33338"/>
                  </a:cubicBezTo>
                  <a:close/>
                </a:path>
              </a:pathLst>
            </a:custGeom>
            <a:solidFill>
              <a:srgbClr val="00659B"/>
            </a:solidFill>
            <a:ln>
              <a:noFill/>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GB" sz="20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55" name="Text 44"/>
            <p:cNvSpPr/>
            <p:nvPr>
              <p:custDataLst>
                <p:tags r:id="rId41"/>
              </p:custDataLst>
            </p:nvPr>
          </p:nvSpPr>
          <p:spPr>
            <a:xfrm>
              <a:off x="8641715" y="5074930"/>
              <a:ext cx="2134284" cy="228600"/>
            </a:xfrm>
            <a:prstGeom prst="rect">
              <a:avLst/>
            </a:prstGeom>
            <a:noFill/>
          </p:spPr>
          <p:txBody>
            <a:bodyPr wrap="square" lIns="0" tIns="0" rIns="0" bIns="0" rtlCol="0" anchor="ctr"/>
            <a:lstStyle/>
            <a:p>
              <a:pPr lvl="0">
                <a:lnSpc>
                  <a:spcPct val="130000"/>
                </a:lnSpc>
                <a:defRPr/>
              </a:pPr>
              <a:r>
                <a:rPr kumimoji="0" lang="en-US" sz="1400" b="0" i="0" u="none" strike="noStrike" kern="1200" cap="none" spc="0" normalizeH="0" baseline="0" noProof="0">
                  <a:ln>
                    <a:noFill/>
                  </a:ln>
                  <a:solidFill>
                    <a:srgbClr val="4A5565"/>
                  </a:solidFill>
                  <a:effectLst/>
                  <a:uLnTx/>
                  <a:uFillTx/>
                  <a:latin typeface="微软雅黑" panose="020B0503020204020204" pitchFamily="34" charset="-122"/>
                  <a:ea typeface="微软雅黑" panose="020B0503020204020204" pitchFamily="34" charset="-122"/>
                  <a:cs typeface="MiSans" pitchFamily="34" charset="-120"/>
                </a:rPr>
                <a:t>产品经理：</a:t>
              </a:r>
              <a:r>
                <a:rPr lang="en-US" sz="1400" b="1">
                  <a:solidFill>
                    <a:srgbClr val="1E2939"/>
                  </a:solidFill>
                  <a:latin typeface="微软雅黑" panose="020B0503020204020204" pitchFamily="34" charset="-122"/>
                  <a:ea typeface="微软雅黑" panose="020B0503020204020204" pitchFamily="34" charset="-122"/>
                  <a:cs typeface="MiSans" pitchFamily="34" charset="-120"/>
                </a:rPr>
                <a:t> 兰勇</a:t>
              </a:r>
              <a:endParaRPr kumimoji="0" 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项目关键节点</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4" name="Text 4"/>
          <p:cNvSpPr/>
          <p:nvPr>
            <p:custDataLst>
              <p:tags r:id="rId1"/>
            </p:custDataLst>
          </p:nvPr>
        </p:nvSpPr>
        <p:spPr>
          <a:xfrm>
            <a:off x="3115612" y="451575"/>
            <a:ext cx="6388381" cy="322652"/>
          </a:xfrm>
          <a:prstGeom prst="rect">
            <a:avLst/>
          </a:prstGeom>
          <a:solidFill>
            <a:schemeClr val="bg1">
              <a:lumMod val="95000"/>
            </a:schemeClr>
          </a:solidFill>
        </p:spPr>
        <p:txBody>
          <a:bodyPr wrap="square" lIns="0" tIns="0" rIns="0" bIns="0" rtlCol="0" anchor="ctr"/>
          <a:lstStyle/>
          <a:p>
            <a:pPr marR="0" lvl="0" algn="l" defTabSz="914400" rtl="0" eaLnBrk="1" fontAlgn="auto" latinLnBrk="0" hangingPunct="1">
              <a:lnSpc>
                <a:spcPct val="130000"/>
              </a:lnSpc>
              <a:spcBef>
                <a:spcPts val="0"/>
              </a:spcBef>
              <a:spcAft>
                <a:spcPts val="0"/>
              </a:spcAft>
              <a:buClrTx/>
              <a:buSzTx/>
              <a:defRPr/>
            </a:pPr>
            <a:r>
              <a:rPr lang="zh-CN" altLang="en-US" sz="1400" b="1">
                <a:latin typeface="微软雅黑" panose="020B0503020204020204" pitchFamily="34" charset="-122"/>
                <a:ea typeface="微软雅黑" panose="020B0503020204020204" pitchFamily="34" charset="-122"/>
                <a:cs typeface="MiSans" pitchFamily="34" charset="-120"/>
              </a:rPr>
              <a:t>项目暂停时间</a:t>
            </a:r>
            <a:r>
              <a:rPr lang="zh-CN" altLang="en-US" sz="1400">
                <a:latin typeface="微软雅黑" panose="020B0503020204020204" pitchFamily="34" charset="-122"/>
                <a:ea typeface="微软雅黑" panose="020B0503020204020204" pitchFamily="34" charset="-122"/>
                <a:cs typeface="MiSans" pitchFamily="34" charset="-120"/>
              </a:rPr>
              <a:t>：</a:t>
            </a:r>
            <a:r>
              <a:rPr lang="en-US" altLang="zh-CN" sz="1400">
                <a:latin typeface="微软雅黑" panose="020B0503020204020204" pitchFamily="34" charset="-122"/>
                <a:ea typeface="微软雅黑" panose="020B0503020204020204" pitchFamily="34" charset="-122"/>
                <a:cs typeface="MiSans" pitchFamily="34" charset="-120"/>
              </a:rPr>
              <a:t>2026</a:t>
            </a:r>
            <a:r>
              <a:rPr lang="zh-CN" altLang="en-US" sz="1400">
                <a:latin typeface="微软雅黑" panose="020B0503020204020204" pitchFamily="34" charset="-122"/>
                <a:ea typeface="微软雅黑" panose="020B0503020204020204" pitchFamily="34" charset="-122"/>
                <a:cs typeface="MiSans" pitchFamily="34" charset="-120"/>
              </a:rPr>
              <a:t>年</a:t>
            </a:r>
            <a:r>
              <a:rPr lang="en-US" altLang="zh-CN" sz="1400">
                <a:latin typeface="微软雅黑" panose="020B0503020204020204" pitchFamily="34" charset="-122"/>
                <a:ea typeface="微软雅黑" panose="020B0503020204020204" pitchFamily="34" charset="-122"/>
                <a:cs typeface="MiSans" pitchFamily="34" charset="-120"/>
              </a:rPr>
              <a:t>4</a:t>
            </a:r>
            <a:r>
              <a:rPr lang="zh-CN" altLang="en-US" sz="1400">
                <a:latin typeface="微软雅黑" panose="020B0503020204020204" pitchFamily="34" charset="-122"/>
                <a:ea typeface="微软雅黑" panose="020B0503020204020204" pitchFamily="34" charset="-122"/>
                <a:cs typeface="MiSans" pitchFamily="34" charset="-120"/>
              </a:rPr>
              <a:t>月</a:t>
            </a:r>
            <a:r>
              <a:rPr lang="en-US" altLang="zh-CN" sz="1400">
                <a:latin typeface="微软雅黑" panose="020B0503020204020204" pitchFamily="34" charset="-122"/>
                <a:ea typeface="微软雅黑" panose="020B0503020204020204" pitchFamily="34" charset="-122"/>
                <a:cs typeface="MiSans" pitchFamily="34" charset="-120"/>
              </a:rPr>
              <a:t>9</a:t>
            </a:r>
            <a:r>
              <a:rPr lang="zh-CN" altLang="en-US" sz="1400">
                <a:latin typeface="微软雅黑" panose="020B0503020204020204" pitchFamily="34" charset="-122"/>
                <a:ea typeface="微软雅黑" panose="020B0503020204020204" pitchFamily="34" charset="-122"/>
                <a:cs typeface="MiSans" pitchFamily="34" charset="-120"/>
              </a:rPr>
              <a:t>日</a:t>
            </a:r>
            <a:r>
              <a:rPr lang="en-US" altLang="zh-CN" sz="1400">
                <a:latin typeface="微软雅黑" panose="020B0503020204020204" pitchFamily="34" charset="-122"/>
                <a:ea typeface="微软雅黑" panose="020B0503020204020204" pitchFamily="34" charset="-122"/>
                <a:cs typeface="MiSans" pitchFamily="34" charset="-120"/>
              </a:rPr>
              <a:t>-4</a:t>
            </a:r>
            <a:r>
              <a:rPr lang="zh-CN" altLang="en-US" sz="1400">
                <a:latin typeface="微软雅黑" panose="020B0503020204020204" pitchFamily="34" charset="-122"/>
                <a:ea typeface="微软雅黑" panose="020B0503020204020204" pitchFamily="34" charset="-122"/>
                <a:cs typeface="MiSans" pitchFamily="34" charset="-120"/>
              </a:rPr>
              <a:t>月</a:t>
            </a:r>
            <a:r>
              <a:rPr lang="en-US" altLang="zh-CN" sz="1400">
                <a:latin typeface="微软雅黑" panose="020B0503020204020204" pitchFamily="34" charset="-122"/>
                <a:ea typeface="微软雅黑" panose="020B0503020204020204" pitchFamily="34" charset="-122"/>
                <a:cs typeface="MiSans" pitchFamily="34" charset="-120"/>
              </a:rPr>
              <a:t>30</a:t>
            </a:r>
            <a:r>
              <a:rPr lang="zh-CN" altLang="en-US" sz="1400">
                <a:latin typeface="微软雅黑" panose="020B0503020204020204" pitchFamily="34" charset="-122"/>
                <a:ea typeface="微软雅黑" panose="020B0503020204020204" pitchFamily="34" charset="-122"/>
                <a:cs typeface="MiSans" pitchFamily="34" charset="-120"/>
              </a:rPr>
              <a:t>日，耽误整体进度</a:t>
            </a:r>
            <a:r>
              <a:rPr lang="en-US" altLang="zh-CN" sz="1400" b="1">
                <a:solidFill>
                  <a:srgbClr val="00338D"/>
                </a:solidFill>
                <a:latin typeface="微软雅黑" panose="020B0503020204020204" pitchFamily="34" charset="-122"/>
                <a:ea typeface="微软雅黑" panose="020B0503020204020204" pitchFamily="34" charset="-122"/>
                <a:cs typeface="MiSans" pitchFamily="34" charset="-120"/>
              </a:rPr>
              <a:t>16</a:t>
            </a:r>
            <a:r>
              <a:rPr lang="zh-CN" altLang="en-US" sz="1400" b="1">
                <a:solidFill>
                  <a:srgbClr val="00338D"/>
                </a:solidFill>
                <a:latin typeface="微软雅黑" panose="020B0503020204020204" pitchFamily="34" charset="-122"/>
                <a:ea typeface="微软雅黑" panose="020B0503020204020204" pitchFamily="34" charset="-122"/>
                <a:cs typeface="MiSans" pitchFamily="34" charset="-120"/>
              </a:rPr>
              <a:t>个工作日</a:t>
            </a:r>
            <a:endParaRPr kumimoji="0" lang="zh-CN" altLang="en-US" sz="14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iSans" pitchFamily="34" charset="-120"/>
            </a:endParaRPr>
          </a:p>
        </p:txBody>
      </p:sp>
      <p:graphicFrame>
        <p:nvGraphicFramePr>
          <p:cNvPr id="8" name="Table 7"/>
          <p:cNvGraphicFramePr>
            <a:graphicFrameLocks noGrp="1"/>
          </p:cNvGraphicFramePr>
          <p:nvPr/>
        </p:nvGraphicFramePr>
        <p:xfrm>
          <a:off x="343804" y="852739"/>
          <a:ext cx="11504392" cy="5793769"/>
        </p:xfrm>
        <a:graphic>
          <a:graphicData uri="http://schemas.openxmlformats.org/drawingml/2006/table">
            <a:tbl>
              <a:tblPr firstRow="1" bandRow="1"/>
              <a:tblGrid>
                <a:gridCol w="1005916"/>
                <a:gridCol w="1005916"/>
                <a:gridCol w="1005916"/>
                <a:gridCol w="1005916"/>
                <a:gridCol w="1197101"/>
                <a:gridCol w="1197101"/>
                <a:gridCol w="623550"/>
                <a:gridCol w="1005916"/>
                <a:gridCol w="1005916"/>
                <a:gridCol w="1225572"/>
                <a:gridCol w="1225572"/>
              </a:tblGrid>
              <a:tr h="318118">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100" b="1" kern="1200">
                          <a:solidFill>
                            <a:schemeClr val="lt1"/>
                          </a:solidFill>
                          <a:latin typeface="Arial" panose="020B0604020202090204"/>
                          <a:ea typeface="微软雅黑"/>
                          <a:cs typeface="+mn-cs"/>
                        </a:rPr>
                        <a:t>四级</a:t>
                      </a:r>
                      <a:endParaRPr lang="en-US" sz="1100" b="1" kern="1200" dirty="0">
                        <a:solidFill>
                          <a:schemeClr val="lt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18118">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a:r>
                        <a:rPr lang="en-US" sz="1100" b="1"/>
                        <a:t>/</a:t>
                      </a:r>
                      <a:endParaRPr lang="en-US" sz="1100" b="1"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2026年3月13日</a:t>
                      </a:r>
                      <a:endParaRPr lang="en-US" sz="1100" b="1" kern="1200" dirty="0">
                        <a:solidFill>
                          <a:schemeClr val="dk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299405">
                <a:tc rowSpan="7">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marR="0" lvl="0" indent="0" algn="ctr" defTabSz="843915" rtl="0" eaLnBrk="1" fontAlgn="b" latinLnBrk="0" hangingPunct="1">
                        <a:lnSpc>
                          <a:spcPct val="100000"/>
                        </a:lnSpc>
                        <a:spcBef>
                          <a:spcPts val="0"/>
                        </a:spcBef>
                        <a:spcAft>
                          <a:spcPts val="0"/>
                        </a:spcAft>
                        <a:buClrTx/>
                        <a:buSzTx/>
                        <a:buFontTx/>
                        <a:buNone/>
                        <a:defRPr/>
                      </a:pPr>
                      <a:r>
                        <a:rPr lang="zh-CN" altLang="en-US" sz="1100" b="1" kern="1200">
                          <a:solidFill>
                            <a:schemeClr val="dk1"/>
                          </a:solidFill>
                          <a:latin typeface="Arial" panose="020B0604020202090204"/>
                          <a:ea typeface="微软雅黑"/>
                          <a:cs typeface="+mn-cs"/>
                        </a:rPr>
                        <a:t>需求调研</a:t>
                      </a:r>
                      <a:endParaRPr lang="en-US" sz="1100" b="1" kern="1200" dirty="0">
                        <a:solidFill>
                          <a:schemeClr val="dk1"/>
                        </a:solidFill>
                        <a:latin typeface="Arial" panose="020B0604020202090204"/>
                        <a:ea typeface="微软雅黑"/>
                        <a:cs typeface="+mn-cs"/>
                      </a:endParaRPr>
                    </a:p>
                  </a:txBody>
                  <a:tcPr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marL="0" algn="ctr" defTabSz="843915" rtl="0" eaLnBrk="1" fontAlgn="b" latinLnBrk="0" hangingPunct="1"/>
                      <a:r>
                        <a:rPr lang="en-US" sz="1100" b="1" kern="1200">
                          <a:solidFill>
                            <a:schemeClr val="dk1"/>
                          </a:solidFill>
                          <a:latin typeface="Arial" panose="020B0604020202090204"/>
                          <a:ea typeface="微软雅黑"/>
                          <a:cs typeface="+mn-cs"/>
                        </a:rPr>
                        <a:t>/</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2026</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年</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3</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月</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13</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日</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2026</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年</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6</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月</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12</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日</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9</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周</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GB" sz="1100" b="1" i="0" u="none" strike="noStrike">
                          <a:solidFill>
                            <a:srgbClr val="C00000"/>
                          </a:solidFill>
                          <a:effectLst/>
                          <a:latin typeface="微软雅黑" panose="020B0503020204020204" pitchFamily="34" charset="-122"/>
                          <a:ea typeface="微软雅黑" panose="020B0503020204020204" pitchFamily="34" charset="-122"/>
                        </a:rPr>
                        <a:t>W2</a:t>
                      </a:r>
                      <a:endParaRPr lang="en-GB"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GB" sz="1100" b="1" i="0" u="none" strike="noStrike">
                          <a:solidFill>
                            <a:srgbClr val="C00000"/>
                          </a:solidFill>
                          <a:effectLst/>
                          <a:latin typeface="微软雅黑" panose="020B0503020204020204" pitchFamily="34" charset="-122"/>
                          <a:ea typeface="微软雅黑" panose="020B0503020204020204" pitchFamily="34" charset="-122"/>
                        </a:rPr>
                        <a:t>W10</a:t>
                      </a:r>
                      <a:endParaRPr lang="en-GB"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marR="0" lvl="0" indent="0" algn="ctr" defTabSz="843915" rtl="0" eaLnBrk="1" fontAlgn="b" latinLnBrk="0" hangingPunct="1">
                        <a:lnSpc>
                          <a:spcPct val="100000"/>
                        </a:lnSpc>
                        <a:spcBef>
                          <a:spcPts val="0"/>
                        </a:spcBef>
                        <a:spcAft>
                          <a:spcPts val="0"/>
                        </a:spcAft>
                        <a:buClrTx/>
                        <a:buSzTx/>
                        <a:buFont typeface="Arial" panose="020B0604020202090204" pitchFamily="34" charset="0"/>
                        <a:buNone/>
                        <a:defRPr/>
                      </a:pPr>
                      <a:r>
                        <a:rPr lang="en-US" sz="1100" b="1" kern="1200">
                          <a:solidFill>
                            <a:schemeClr val="dk1"/>
                          </a:solidFill>
                          <a:latin typeface="Arial" panose="020B0604020202090204"/>
                          <a:ea typeface="微软雅黑"/>
                          <a:cs typeface="+mn-cs"/>
                        </a:rPr>
                        <a:t>2026年3月13日</a:t>
                      </a:r>
                      <a:endParaRPr lang="en-US" sz="1100" b="1" kern="1200">
                        <a:solidFill>
                          <a:schemeClr val="dk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进行中</a:t>
                      </a:r>
                      <a:endParaRPr lang="en-US" sz="1100" b="1" kern="1200" dirty="0">
                        <a:solidFill>
                          <a:schemeClr val="dk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269896">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调研</a:t>
                      </a:r>
                      <a:endParaRPr lang="zh-TW" altLang="en-US" sz="1100"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现有系统调研</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6" grid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l" defTabSz="843915" rtl="0" eaLnBrk="1" fontAlgn="b" latinLnBrk="0" hangingPunct="1">
                        <a:buFont typeface="Arial" panose="020B0604020202090204" pitchFamily="34" charset="0"/>
                        <a:buNone/>
                      </a:pPr>
                      <a:r>
                        <a:rPr lang="zh-CN" altLang="en-US" sz="1100" b="1" kern="1200">
                          <a:solidFill>
                            <a:schemeClr val="dk1"/>
                          </a:solidFill>
                          <a:latin typeface="Arial" panose="020B0604020202090204"/>
                          <a:ea typeface="微软雅黑"/>
                          <a:cs typeface="+mn-cs"/>
                        </a:rPr>
                        <a:t>交付物：</a:t>
                      </a:r>
                      <a:endParaRPr lang="en-US" altLang="zh-CN" sz="1100" b="1" kern="1200">
                        <a:solidFill>
                          <a:schemeClr val="dk1"/>
                        </a:solidFill>
                        <a:latin typeface="Arial" panose="020B0604020202090204"/>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需求清单</a:t>
                      </a:r>
                      <a:r>
                        <a:rPr lang="en-US" altLang="zh-CN" sz="1100" kern="1200">
                          <a:solidFill>
                            <a:schemeClr val="dk1"/>
                          </a:solidFill>
                          <a:latin typeface="Arial" panose="020B0604020202090204"/>
                          <a:ea typeface="微软雅黑"/>
                          <a:cs typeface="+mn-cs"/>
                        </a:rPr>
                        <a:t>》</a:t>
                      </a:r>
                      <a:endParaRPr lang="en-US" altLang="zh-CN" sz="1100" kern="1200">
                        <a:solidFill>
                          <a:schemeClr val="dk1"/>
                        </a:solidFill>
                        <a:latin typeface="Arial" panose="020B0604020202090204"/>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核心流程图</a:t>
                      </a:r>
                      <a:r>
                        <a:rPr lang="en-US" altLang="zh-CN" sz="1100" kern="1200">
                          <a:solidFill>
                            <a:schemeClr val="dk1"/>
                          </a:solidFill>
                          <a:latin typeface="Arial" panose="020B0604020202090204"/>
                          <a:ea typeface="微软雅黑"/>
                          <a:cs typeface="+mn-cs"/>
                        </a:rPr>
                        <a:t>》</a:t>
                      </a:r>
                      <a:endParaRPr lang="en-US" altLang="zh-CN" sz="1100" kern="1200">
                        <a:solidFill>
                          <a:schemeClr val="dk1"/>
                        </a:solidFill>
                        <a:latin typeface="Arial" panose="020B0604020202090204"/>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调研报告</a:t>
                      </a:r>
                      <a:r>
                        <a:rPr lang="en-US" altLang="zh-CN" sz="1100" kern="1200">
                          <a:solidFill>
                            <a:schemeClr val="dk1"/>
                          </a:solidFill>
                          <a:latin typeface="Arial" panose="020B0604020202090204"/>
                          <a:ea typeface="微软雅黑"/>
                          <a:cs typeface="+mn-cs"/>
                        </a:rPr>
                        <a:t>》</a:t>
                      </a:r>
                      <a:endParaRPr lang="en-US" sz="1100" kern="1200" dirty="0">
                        <a:solidFill>
                          <a:schemeClr val="dk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6"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业务调研</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供应商调研</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W6</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管理层访谈</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2026</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年</a:t>
                      </a: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5</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月</a:t>
                      </a: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22</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日</a:t>
                      </a:r>
                      <a:endParaRPr lang="zh-TW" altLang="en-US" sz="11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W7</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CN" altLang="en-US" sz="1100" kern="1200">
                          <a:solidFill>
                            <a:schemeClr val="dk1"/>
                          </a:solidFill>
                          <a:latin typeface="Arial" panose="020B0604020202090204"/>
                          <a:ea typeface="微软雅黑"/>
                          <a:cs typeface="+mn-cs"/>
                        </a:rPr>
                        <a:t>需求清单及</a:t>
                      </a:r>
                      <a:endParaRPr lang="en-US" altLang="zh-CN" sz="1100" kern="1200">
                        <a:solidFill>
                          <a:schemeClr val="dk1"/>
                        </a:solidFill>
                        <a:latin typeface="Arial" panose="020B0604020202090204"/>
                        <a:ea typeface="微软雅黑"/>
                        <a:cs typeface="+mn-cs"/>
                      </a:endParaRPr>
                    </a:p>
                    <a:p>
                      <a:pPr marL="0" algn="ctr" defTabSz="843915" rtl="0" eaLnBrk="1" fontAlgn="b" latinLnBrk="0" hangingPunct="1"/>
                      <a:r>
                        <a:rPr lang="zh-CN" altLang="en-US" sz="1100" kern="1200">
                          <a:solidFill>
                            <a:schemeClr val="dk1"/>
                          </a:solidFill>
                          <a:latin typeface="Arial" panose="020B0604020202090204"/>
                          <a:ea typeface="微软雅黑"/>
                          <a:cs typeface="+mn-cs"/>
                        </a:rPr>
                        <a:t>核心流程图</a:t>
                      </a:r>
                      <a:endParaRPr lang="zh-TW" altLang="en-US" sz="1100"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初稿</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2026</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年</a:t>
                      </a: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5</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月</a:t>
                      </a: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29</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日</a:t>
                      </a:r>
                      <a:endParaRPr lang="zh-TW" altLang="en-US" sz="11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W6</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W8</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2026</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年</a:t>
                      </a: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6</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月</a:t>
                      </a: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12</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日</a:t>
                      </a:r>
                      <a:endParaRPr lang="zh-TW" altLang="en-US" sz="11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W8</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W10</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rowSpan="1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000000"/>
                          </a:solidFill>
                          <a:effectLst/>
                          <a:latin typeface="微软雅黑" panose="020B0503020204020204" pitchFamily="34" charset="-122"/>
                          <a:ea typeface="微软雅黑" panose="020B0503020204020204" pitchFamily="34" charset="-122"/>
                        </a:rPr>
                        <a:t>蓝图设计</a:t>
                      </a:r>
                      <a:endParaRPr lang="zh-TW"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marL="0" algn="ctr" defTabSz="843915" rtl="0" eaLnBrk="1" fontAlgn="b" latinLnBrk="0" hangingPunct="1"/>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6</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1</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8</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28</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kern="1200">
                          <a:solidFill>
                            <a:srgbClr val="C00000"/>
                          </a:solidFill>
                          <a:latin typeface="Arial" panose="020B0604020202090204"/>
                          <a:ea typeface="微软雅黑"/>
                          <a:cs typeface="+mn-cs"/>
                        </a:rPr>
                        <a:t>14</a:t>
                      </a:r>
                      <a:r>
                        <a:rPr lang="zh-TW" altLang="en-US" sz="1100" b="1" kern="1200">
                          <a:solidFill>
                            <a:srgbClr val="C00000"/>
                          </a:solidFill>
                          <a:latin typeface="Arial" panose="020B0604020202090204"/>
                          <a:ea typeface="微软雅黑"/>
                          <a:cs typeface="+mn-cs"/>
                        </a:rPr>
                        <a:t>周</a:t>
                      </a:r>
                      <a:endParaRPr lang="zh-TW" altLang="en-US" sz="1100" b="1" kern="1200">
                        <a:solidFill>
                          <a:srgbClr val="C00000"/>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GB" sz="1100" b="1" kern="1200">
                          <a:solidFill>
                            <a:srgbClr val="C00000"/>
                          </a:solidFill>
                          <a:latin typeface="Arial" panose="020B0604020202090204"/>
                          <a:ea typeface="微软雅黑"/>
                          <a:cs typeface="+mn-cs"/>
                        </a:rPr>
                        <a:t>W9</a:t>
                      </a:r>
                      <a:endParaRPr lang="en-GB" sz="1100" b="1" kern="1200">
                        <a:solidFill>
                          <a:srgbClr val="C00000"/>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GB" sz="1100" b="1" kern="1200">
                          <a:solidFill>
                            <a:srgbClr val="C00000"/>
                          </a:solidFill>
                          <a:latin typeface="Arial" panose="020B0604020202090204"/>
                          <a:ea typeface="微软雅黑"/>
                          <a:cs typeface="+mn-cs"/>
                        </a:rPr>
                        <a:t>W22</a:t>
                      </a:r>
                      <a:endParaRPr lang="en-GB" sz="1100" b="1" kern="1200">
                        <a:solidFill>
                          <a:srgbClr val="C00000"/>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sz="1100" b="0" kern="1200">
                          <a:solidFill>
                            <a:schemeClr val="tx1"/>
                          </a:solidFill>
                          <a:latin typeface="Arial" panose="020B0604020202090204"/>
                          <a:ea typeface="微软雅黑"/>
                          <a:cs typeface="+mn-cs"/>
                        </a:rPr>
                        <a:t>/</a:t>
                      </a:r>
                      <a:endParaRPr lang="en-GB" sz="1100" b="0" kern="1200">
                        <a:solidFill>
                          <a:schemeClr val="tx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b" latinLnBrk="0" hangingPunct="1">
                        <a:lnSpc>
                          <a:spcPct val="100000"/>
                        </a:lnSpc>
                        <a:spcBef>
                          <a:spcPts val="0"/>
                        </a:spcBef>
                        <a:spcAft>
                          <a:spcPts val="0"/>
                        </a:spcAft>
                        <a:buClrTx/>
                        <a:buSzTx/>
                        <a:buFontTx/>
                        <a:buNone/>
                        <a:defRPr/>
                      </a:pPr>
                      <a:r>
                        <a:rPr lang="en-US" sz="1100" b="0" kern="1200">
                          <a:solidFill>
                            <a:schemeClr val="tx1"/>
                          </a:solidFill>
                          <a:latin typeface="Arial" panose="020B0604020202090204"/>
                          <a:ea typeface="微软雅黑"/>
                          <a:cs typeface="+mn-cs"/>
                        </a:rPr>
                        <a:t>/</a:t>
                      </a:r>
                      <a:endParaRPr lang="en-GB" sz="1100" b="0" kern="1200">
                        <a:solidFill>
                          <a:schemeClr val="tx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269896">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rowSpan="9">
                  <a:txBody>
                    <a:bodyPr/>
                    <a:lstStyle/>
                    <a:p>
                      <a:pPr algn="ctr" fontAlgn="t">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蓝图（初）</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p>
                      <a:pPr algn="ctr" fontAlgn="t">
                        <a:buNone/>
                      </a:pP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原型</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编写及绘制</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400-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其他</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W12</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11" gridSpan="2">
                  <a:txBody>
                    <a:bodyPr/>
                    <a:lstStyle/>
                    <a:p>
                      <a:pPr marL="0" indent="0" algn="l" defTabSz="843915" rtl="0" eaLnBrk="1" fontAlgn="b" latinLnBrk="0" hangingPunct="1">
                        <a:buFont typeface="Arial" panose="020B0604020202090204" pitchFamily="34" charset="0"/>
                        <a:buNone/>
                      </a:pPr>
                      <a:r>
                        <a:rPr lang="zh-CN" altLang="en-US" sz="1100" b="1" kern="1200">
                          <a:solidFill>
                            <a:schemeClr val="dk1"/>
                          </a:solidFill>
                          <a:latin typeface="Arial" panose="020B0604020202090204"/>
                          <a:ea typeface="微软雅黑"/>
                          <a:cs typeface="+mn-cs"/>
                        </a:rPr>
                        <a:t>交付物：</a:t>
                      </a:r>
                      <a:endParaRPr lang="en-US" altLang="zh-CN" sz="1100" b="1" kern="1200">
                        <a:solidFill>
                          <a:schemeClr val="dk1"/>
                        </a:solidFill>
                        <a:latin typeface="Arial" panose="020B0604020202090204"/>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功能说明书（蓝图方案）</a:t>
                      </a:r>
                      <a:r>
                        <a:rPr lang="en-US" altLang="zh-CN" sz="1100" kern="1200">
                          <a:solidFill>
                            <a:schemeClr val="dk1"/>
                          </a:solidFill>
                          <a:latin typeface="Arial" panose="020B0604020202090204"/>
                          <a:ea typeface="微软雅黑"/>
                          <a:cs typeface="+mn-cs"/>
                        </a:rPr>
                        <a:t>》</a:t>
                      </a:r>
                      <a:endParaRPr lang="en-US" altLang="zh-CN" sz="1100" kern="1200">
                        <a:solidFill>
                          <a:schemeClr val="dk1"/>
                        </a:solidFill>
                        <a:latin typeface="Arial" panose="020B0604020202090204"/>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原型设计</a:t>
                      </a:r>
                      <a:r>
                        <a:rPr lang="en-US" altLang="zh-CN" sz="1100" kern="1200">
                          <a:solidFill>
                            <a:schemeClr val="dk1"/>
                          </a:solidFill>
                          <a:latin typeface="Arial" panose="020B0604020202090204"/>
                          <a:ea typeface="微软雅黑"/>
                          <a:cs typeface="+mn-cs"/>
                        </a:rPr>
                        <a:t>》</a:t>
                      </a:r>
                      <a:endParaRPr lang="en-US" altLang="zh-CN" sz="1100" kern="1200">
                        <a:solidFill>
                          <a:schemeClr val="dk1"/>
                        </a:solidFill>
                        <a:latin typeface="Arial" panose="020B0604020202090204"/>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项目方案设计评审</a:t>
                      </a: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汇报材料</a:t>
                      </a:r>
                      <a:endParaRPr lang="en-GB" sz="1100"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rowSpan="1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400-AI</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大模型</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400-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数字人</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marL="6350" marR="6350" marT="6350" marB="0" anchor="ctr">
                    <a:lnL w="12700" cmpd="sng">
                      <a:noFill/>
                    </a:lnL>
                    <a:lnR w="12700" cmpd="sng">
                      <a:noFill/>
                    </a:lnR>
                    <a:lnT w="6350"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会员</a:t>
                      </a: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积分</a:t>
                      </a: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数据</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ctr" fontAlgn="t">
                        <a:buNone/>
                      </a:pPr>
                      <a:r>
                        <a:rPr lang="zh-CN" altLang="en-US" sz="1100" b="0" i="0" u="none" strike="noStrike" kern="1200">
                          <a:solidFill>
                            <a:srgbClr val="000000"/>
                          </a:solidFill>
                          <a:effectLst/>
                          <a:latin typeface="微软雅黑" panose="020B0503020204020204" pitchFamily="34" charset="-122"/>
                          <a:ea typeface="微软雅黑" panose="020B0503020204020204" pitchFamily="34" charset="-122"/>
                          <a:cs typeface="+mn-cs"/>
                        </a:rPr>
                        <a:t>业务部门确认</a:t>
                      </a:r>
                      <a:endParaRPr lang="zh-TW" altLang="en-US" sz="1100" b="0" i="0" u="none" strike="noStrike" kern="120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400-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其他</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29</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400-AI</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大模型</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W14</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400-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数字人</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W14</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会员</a:t>
                      </a: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积分</a:t>
                      </a: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数据</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W14</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管理层确认</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W16</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row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蓝图（定）</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专家评审</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W16</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W17</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集团评审</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8</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8</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28</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W18</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W21</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hMerge="1">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项目关键节点</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4" name="Text 4"/>
          <p:cNvSpPr/>
          <p:nvPr>
            <p:custDataLst>
              <p:tags r:id="rId1"/>
            </p:custDataLst>
          </p:nvPr>
        </p:nvSpPr>
        <p:spPr>
          <a:xfrm>
            <a:off x="3115612" y="451575"/>
            <a:ext cx="6388381" cy="322652"/>
          </a:xfrm>
          <a:prstGeom prst="rect">
            <a:avLst/>
          </a:prstGeom>
          <a:solidFill>
            <a:schemeClr val="bg1">
              <a:lumMod val="95000"/>
            </a:schemeClr>
          </a:solidFill>
        </p:spPr>
        <p:txBody>
          <a:bodyPr wrap="square" lIns="0" tIns="0" rIns="0" bIns="0" rtlCol="0" anchor="ctr"/>
          <a:lstStyle/>
          <a:p>
            <a:pPr marR="0" lvl="0" algn="l" defTabSz="914400" rtl="0" eaLnBrk="1" fontAlgn="auto" latinLnBrk="0" hangingPunct="1">
              <a:lnSpc>
                <a:spcPct val="130000"/>
              </a:lnSpc>
              <a:spcBef>
                <a:spcPts val="0"/>
              </a:spcBef>
              <a:spcAft>
                <a:spcPts val="0"/>
              </a:spcAft>
              <a:buClrTx/>
              <a:buSzTx/>
              <a:defRPr/>
            </a:pPr>
            <a:r>
              <a:rPr lang="zh-CN" altLang="en-US" sz="1400" b="1">
                <a:latin typeface="微软雅黑" panose="020B0503020204020204" pitchFamily="34" charset="-122"/>
                <a:ea typeface="微软雅黑" panose="020B0503020204020204" pitchFamily="34" charset="-122"/>
                <a:cs typeface="MiSans" pitchFamily="34" charset="-120"/>
              </a:rPr>
              <a:t>项目暂停时间</a:t>
            </a:r>
            <a:r>
              <a:rPr lang="zh-CN" altLang="en-US" sz="1400">
                <a:latin typeface="微软雅黑" panose="020B0503020204020204" pitchFamily="34" charset="-122"/>
                <a:ea typeface="微软雅黑" panose="020B0503020204020204" pitchFamily="34" charset="-122"/>
                <a:cs typeface="MiSans" pitchFamily="34" charset="-120"/>
              </a:rPr>
              <a:t>：</a:t>
            </a:r>
            <a:r>
              <a:rPr lang="en-US" altLang="zh-CN" sz="1400">
                <a:latin typeface="微软雅黑" panose="020B0503020204020204" pitchFamily="34" charset="-122"/>
                <a:ea typeface="微软雅黑" panose="020B0503020204020204" pitchFamily="34" charset="-122"/>
                <a:cs typeface="MiSans" pitchFamily="34" charset="-120"/>
              </a:rPr>
              <a:t>2026</a:t>
            </a:r>
            <a:r>
              <a:rPr lang="zh-CN" altLang="en-US" sz="1400">
                <a:latin typeface="微软雅黑" panose="020B0503020204020204" pitchFamily="34" charset="-122"/>
                <a:ea typeface="微软雅黑" panose="020B0503020204020204" pitchFamily="34" charset="-122"/>
                <a:cs typeface="MiSans" pitchFamily="34" charset="-120"/>
              </a:rPr>
              <a:t>年</a:t>
            </a:r>
            <a:r>
              <a:rPr lang="en-US" altLang="zh-CN" sz="1400">
                <a:latin typeface="微软雅黑" panose="020B0503020204020204" pitchFamily="34" charset="-122"/>
                <a:ea typeface="微软雅黑" panose="020B0503020204020204" pitchFamily="34" charset="-122"/>
                <a:cs typeface="MiSans" pitchFamily="34" charset="-120"/>
              </a:rPr>
              <a:t>4</a:t>
            </a:r>
            <a:r>
              <a:rPr lang="zh-CN" altLang="en-US" sz="1400">
                <a:latin typeface="微软雅黑" panose="020B0503020204020204" pitchFamily="34" charset="-122"/>
                <a:ea typeface="微软雅黑" panose="020B0503020204020204" pitchFamily="34" charset="-122"/>
                <a:cs typeface="MiSans" pitchFamily="34" charset="-120"/>
              </a:rPr>
              <a:t>月</a:t>
            </a:r>
            <a:r>
              <a:rPr lang="en-US" altLang="zh-CN" sz="1400">
                <a:latin typeface="微软雅黑" panose="020B0503020204020204" pitchFamily="34" charset="-122"/>
                <a:ea typeface="微软雅黑" panose="020B0503020204020204" pitchFamily="34" charset="-122"/>
                <a:cs typeface="MiSans" pitchFamily="34" charset="-120"/>
              </a:rPr>
              <a:t>9</a:t>
            </a:r>
            <a:r>
              <a:rPr lang="zh-CN" altLang="en-US" sz="1400">
                <a:latin typeface="微软雅黑" panose="020B0503020204020204" pitchFamily="34" charset="-122"/>
                <a:ea typeface="微软雅黑" panose="020B0503020204020204" pitchFamily="34" charset="-122"/>
                <a:cs typeface="MiSans" pitchFamily="34" charset="-120"/>
              </a:rPr>
              <a:t>日</a:t>
            </a:r>
            <a:r>
              <a:rPr lang="en-US" altLang="zh-CN" sz="1400">
                <a:latin typeface="微软雅黑" panose="020B0503020204020204" pitchFamily="34" charset="-122"/>
                <a:ea typeface="微软雅黑" panose="020B0503020204020204" pitchFamily="34" charset="-122"/>
                <a:cs typeface="MiSans" pitchFamily="34" charset="-120"/>
              </a:rPr>
              <a:t>-4</a:t>
            </a:r>
            <a:r>
              <a:rPr lang="zh-CN" altLang="en-US" sz="1400">
                <a:latin typeface="微软雅黑" panose="020B0503020204020204" pitchFamily="34" charset="-122"/>
                <a:ea typeface="微软雅黑" panose="020B0503020204020204" pitchFamily="34" charset="-122"/>
                <a:cs typeface="MiSans" pitchFamily="34" charset="-120"/>
              </a:rPr>
              <a:t>月</a:t>
            </a:r>
            <a:r>
              <a:rPr lang="en-US" altLang="zh-CN" sz="1400">
                <a:latin typeface="微软雅黑" panose="020B0503020204020204" pitchFamily="34" charset="-122"/>
                <a:ea typeface="微软雅黑" panose="020B0503020204020204" pitchFamily="34" charset="-122"/>
                <a:cs typeface="MiSans" pitchFamily="34" charset="-120"/>
              </a:rPr>
              <a:t>30</a:t>
            </a:r>
            <a:r>
              <a:rPr lang="zh-CN" altLang="en-US" sz="1400">
                <a:latin typeface="微软雅黑" panose="020B0503020204020204" pitchFamily="34" charset="-122"/>
                <a:ea typeface="微软雅黑" panose="020B0503020204020204" pitchFamily="34" charset="-122"/>
                <a:cs typeface="MiSans" pitchFamily="34" charset="-120"/>
              </a:rPr>
              <a:t>日，耽误整体进度</a:t>
            </a:r>
            <a:r>
              <a:rPr lang="en-US" altLang="zh-CN" sz="1400" b="1">
                <a:solidFill>
                  <a:srgbClr val="00338D"/>
                </a:solidFill>
                <a:latin typeface="微软雅黑" panose="020B0503020204020204" pitchFamily="34" charset="-122"/>
                <a:ea typeface="微软雅黑" panose="020B0503020204020204" pitchFamily="34" charset="-122"/>
                <a:cs typeface="MiSans" pitchFamily="34" charset="-120"/>
              </a:rPr>
              <a:t>16</a:t>
            </a:r>
            <a:r>
              <a:rPr lang="zh-CN" altLang="en-US" sz="1400" b="1">
                <a:solidFill>
                  <a:srgbClr val="00338D"/>
                </a:solidFill>
                <a:latin typeface="微软雅黑" panose="020B0503020204020204" pitchFamily="34" charset="-122"/>
                <a:ea typeface="微软雅黑" panose="020B0503020204020204" pitchFamily="34" charset="-122"/>
                <a:cs typeface="MiSans" pitchFamily="34" charset="-120"/>
              </a:rPr>
              <a:t>个工作日</a:t>
            </a:r>
            <a:endParaRPr kumimoji="0" lang="zh-CN" altLang="en-US" sz="14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iSans" pitchFamily="34" charset="-120"/>
            </a:endParaRPr>
          </a:p>
        </p:txBody>
      </p:sp>
      <p:graphicFrame>
        <p:nvGraphicFramePr>
          <p:cNvPr id="8" name="Table 7"/>
          <p:cNvGraphicFramePr>
            <a:graphicFrameLocks noGrp="1"/>
          </p:cNvGraphicFramePr>
          <p:nvPr/>
        </p:nvGraphicFramePr>
        <p:xfrm>
          <a:off x="343804" y="852739"/>
          <a:ext cx="11504392" cy="5793769"/>
        </p:xfrm>
        <a:graphic>
          <a:graphicData uri="http://schemas.openxmlformats.org/drawingml/2006/table">
            <a:tbl>
              <a:tblPr firstRow="1" bandRow="1"/>
              <a:tblGrid>
                <a:gridCol w="1005916"/>
                <a:gridCol w="1005916"/>
                <a:gridCol w="1005916"/>
                <a:gridCol w="1005916"/>
                <a:gridCol w="1197101"/>
                <a:gridCol w="1197101"/>
                <a:gridCol w="623550"/>
                <a:gridCol w="1005916"/>
                <a:gridCol w="1005916"/>
                <a:gridCol w="1225572"/>
                <a:gridCol w="1225572"/>
              </a:tblGrid>
              <a:tr h="318118">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p>
                      <a:pPr algn="ctr"/>
                      <a:r>
                        <a:rPr lang="en-US" sz="1100" b="1" kern="1200">
                          <a:solidFill>
                            <a:schemeClr val="lt1"/>
                          </a:solidFill>
                          <a:latin typeface="Arial" panose="020B0604020202090204"/>
                          <a:ea typeface="微软雅黑"/>
                          <a:cs typeface="+mn-cs"/>
                        </a:rPr>
                        <a:t>四级</a:t>
                      </a:r>
                      <a:endParaRPr lang="en-US" sz="1100" b="1" kern="1200" dirty="0">
                        <a:solidFill>
                          <a:schemeClr val="lt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18118">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sz="1100" b="1"/>
                        <a:t>项目启动</a:t>
                      </a:r>
                      <a:endParaRPr lang="en-US" sz="1100" b="1" dirty="0"/>
                    </a:p>
                  </a:txBody>
                  <a:tcPr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algn="ctr"/>
                      <a:r>
                        <a:rPr lang="en-US" altLang="zh-CN" sz="1100" b="1"/>
                        <a:t>/</a:t>
                      </a:r>
                      <a:endParaRPr lang="en-US" sz="1100" b="1"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a:r>
                        <a:rPr lang="en-US" sz="1100" b="1"/>
                        <a:t>/</a:t>
                      </a:r>
                      <a:endParaRPr lang="en-US" sz="1100" b="1" dirty="0"/>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4</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US" altLang="zh-TW" sz="1100" b="1" kern="1200">
                          <a:solidFill>
                            <a:schemeClr val="dk1"/>
                          </a:solidFill>
                          <a:latin typeface="Arial" panose="020B0604020202090204"/>
                          <a:ea typeface="微软雅黑"/>
                          <a:cs typeface="+mn-cs"/>
                        </a:rPr>
                        <a:t>2026</a:t>
                      </a:r>
                      <a:r>
                        <a:rPr lang="zh-TW" altLang="en-US" sz="1100" b="1" kern="1200">
                          <a:solidFill>
                            <a:schemeClr val="dk1"/>
                          </a:solidFill>
                          <a:latin typeface="Arial" panose="020B0604020202090204"/>
                          <a:ea typeface="微软雅黑"/>
                          <a:cs typeface="+mn-cs"/>
                        </a:rPr>
                        <a:t>年</a:t>
                      </a:r>
                      <a:r>
                        <a:rPr lang="en-US" altLang="zh-TW" sz="1100" b="1" kern="1200">
                          <a:solidFill>
                            <a:schemeClr val="dk1"/>
                          </a:solidFill>
                          <a:latin typeface="Arial" panose="020B0604020202090204"/>
                          <a:ea typeface="微软雅黑"/>
                          <a:cs typeface="+mn-cs"/>
                        </a:rPr>
                        <a:t>3</a:t>
                      </a:r>
                      <a:r>
                        <a:rPr lang="zh-TW" altLang="en-US" sz="1100" b="1" kern="1200">
                          <a:solidFill>
                            <a:schemeClr val="dk1"/>
                          </a:solidFill>
                          <a:latin typeface="Arial" panose="020B0604020202090204"/>
                          <a:ea typeface="微软雅黑"/>
                          <a:cs typeface="+mn-cs"/>
                        </a:rPr>
                        <a:t>月</a:t>
                      </a:r>
                      <a:r>
                        <a:rPr lang="en-US" altLang="zh-TW" sz="1100" b="1" kern="1200">
                          <a:solidFill>
                            <a:schemeClr val="dk1"/>
                          </a:solidFill>
                          <a:latin typeface="Arial" panose="020B0604020202090204"/>
                          <a:ea typeface="微软雅黑"/>
                          <a:cs typeface="+mn-cs"/>
                        </a:rPr>
                        <a:t>13</a:t>
                      </a:r>
                      <a:r>
                        <a:rPr lang="zh-TW" altLang="en-US" sz="1100" b="1" kern="1200">
                          <a:solidFill>
                            <a:schemeClr val="dk1"/>
                          </a:solidFill>
                          <a:latin typeface="Arial" panose="020B0604020202090204"/>
                          <a:ea typeface="微软雅黑"/>
                          <a:cs typeface="+mn-cs"/>
                        </a:rPr>
                        <a:t>日</a:t>
                      </a:r>
                      <a:endParaRPr lang="zh-TW" altLang="en-US"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1周</a:t>
                      </a:r>
                      <a:endParaRPr lang="en-US" sz="1100" b="1" kern="1200" dirty="0">
                        <a:solidFill>
                          <a:schemeClr val="dk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W0</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en-US" sz="1100" b="1" kern="1200">
                          <a:solidFill>
                            <a:schemeClr val="dk1"/>
                          </a:solidFill>
                          <a:latin typeface="Arial" panose="020B0604020202090204"/>
                          <a:ea typeface="微软雅黑"/>
                          <a:cs typeface="+mn-cs"/>
                        </a:rPr>
                        <a:t>W1</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2026年3月4日</a:t>
                      </a:r>
                      <a:endParaRPr lang="en-US" sz="1100" b="1" kern="1200" dirty="0">
                        <a:solidFill>
                          <a:schemeClr val="dk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2026年3月13日</a:t>
                      </a:r>
                      <a:endParaRPr lang="en-US" sz="1100" b="1" kern="1200" dirty="0">
                        <a:solidFill>
                          <a:schemeClr val="dk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299405">
                <a:tc rowSpan="7">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marR="0" lvl="0" indent="0" algn="ctr" defTabSz="843915" rtl="0" eaLnBrk="1" fontAlgn="b" latinLnBrk="0" hangingPunct="1">
                        <a:lnSpc>
                          <a:spcPct val="100000"/>
                        </a:lnSpc>
                        <a:spcBef>
                          <a:spcPts val="0"/>
                        </a:spcBef>
                        <a:spcAft>
                          <a:spcPts val="0"/>
                        </a:spcAft>
                        <a:buClrTx/>
                        <a:buSzTx/>
                        <a:buFontTx/>
                        <a:buNone/>
                        <a:defRPr/>
                      </a:pPr>
                      <a:r>
                        <a:rPr lang="zh-CN" altLang="en-US" sz="1100" b="1" kern="1200">
                          <a:solidFill>
                            <a:schemeClr val="dk1"/>
                          </a:solidFill>
                          <a:latin typeface="Arial" panose="020B0604020202090204"/>
                          <a:ea typeface="微软雅黑"/>
                          <a:cs typeface="+mn-cs"/>
                        </a:rPr>
                        <a:t>需求调研</a:t>
                      </a:r>
                      <a:endParaRPr lang="en-US" sz="1100" b="1" kern="1200" dirty="0">
                        <a:solidFill>
                          <a:schemeClr val="dk1"/>
                        </a:solidFill>
                        <a:latin typeface="Arial" panose="020B0604020202090204"/>
                        <a:ea typeface="微软雅黑"/>
                        <a:cs typeface="+mn-cs"/>
                      </a:endParaRPr>
                    </a:p>
                  </a:txBody>
                  <a:tcPr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marL="0" algn="ctr" defTabSz="843915" rtl="0" eaLnBrk="1" fontAlgn="b" latinLnBrk="0" hangingPunct="1"/>
                      <a:r>
                        <a:rPr lang="en-US" sz="1100" b="1" kern="1200">
                          <a:solidFill>
                            <a:schemeClr val="dk1"/>
                          </a:solidFill>
                          <a:latin typeface="Arial" panose="020B0604020202090204"/>
                          <a:ea typeface="微软雅黑"/>
                          <a:cs typeface="+mn-cs"/>
                        </a:rPr>
                        <a:t>/</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2026</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年</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3</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月</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13</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日</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2026</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年</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6</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月</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12</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日</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9</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周</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GB" sz="1100" b="1" i="0" u="none" strike="noStrike">
                          <a:solidFill>
                            <a:srgbClr val="C00000"/>
                          </a:solidFill>
                          <a:effectLst/>
                          <a:latin typeface="微软雅黑" panose="020B0503020204020204" pitchFamily="34" charset="-122"/>
                          <a:ea typeface="微软雅黑" panose="020B0503020204020204" pitchFamily="34" charset="-122"/>
                        </a:rPr>
                        <a:t>W2</a:t>
                      </a:r>
                      <a:endParaRPr lang="en-GB"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GB" sz="1100" b="1" i="0" u="none" strike="noStrike">
                          <a:solidFill>
                            <a:srgbClr val="C00000"/>
                          </a:solidFill>
                          <a:effectLst/>
                          <a:latin typeface="微软雅黑" panose="020B0503020204020204" pitchFamily="34" charset="-122"/>
                          <a:ea typeface="微软雅黑" panose="020B0503020204020204" pitchFamily="34" charset="-122"/>
                        </a:rPr>
                        <a:t>W10</a:t>
                      </a:r>
                      <a:endParaRPr lang="en-GB"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843915" rtl="0" eaLnBrk="1" latinLnBrk="0" hangingPunct="1">
                        <a:defRPr sz="1660" kern="1200">
                          <a:solidFill>
                            <a:schemeClr val="dk1"/>
                          </a:solidFill>
                          <a:latin typeface="Arial" panose="020B0604020202090204"/>
                          <a:ea typeface="微软雅黑"/>
                        </a:defRPr>
                      </a:lvl1pPr>
                      <a:lvl2pPr marL="422275" algn="l" defTabSz="843915" rtl="0" eaLnBrk="1" latinLnBrk="0" hangingPunct="1">
                        <a:defRPr sz="1660" kern="1200">
                          <a:solidFill>
                            <a:schemeClr val="dk1"/>
                          </a:solidFill>
                          <a:latin typeface="Arial" panose="020B0604020202090204"/>
                          <a:ea typeface="微软雅黑"/>
                        </a:defRPr>
                      </a:lvl2pPr>
                      <a:lvl3pPr marL="843915" algn="l" defTabSz="843915" rtl="0" eaLnBrk="1" latinLnBrk="0" hangingPunct="1">
                        <a:defRPr sz="1660" kern="1200">
                          <a:solidFill>
                            <a:schemeClr val="dk1"/>
                          </a:solidFill>
                          <a:latin typeface="Arial" panose="020B0604020202090204"/>
                          <a:ea typeface="微软雅黑"/>
                        </a:defRPr>
                      </a:lvl3pPr>
                      <a:lvl4pPr marL="1266190" algn="l" defTabSz="843915" rtl="0" eaLnBrk="1" latinLnBrk="0" hangingPunct="1">
                        <a:defRPr sz="1660" kern="1200">
                          <a:solidFill>
                            <a:schemeClr val="dk1"/>
                          </a:solidFill>
                          <a:latin typeface="Arial" panose="020B0604020202090204"/>
                          <a:ea typeface="微软雅黑"/>
                        </a:defRPr>
                      </a:lvl4pPr>
                      <a:lvl5pPr marL="1688465" algn="l" defTabSz="843915" rtl="0" eaLnBrk="1" latinLnBrk="0" hangingPunct="1">
                        <a:defRPr sz="1660" kern="1200">
                          <a:solidFill>
                            <a:schemeClr val="dk1"/>
                          </a:solidFill>
                          <a:latin typeface="Arial" panose="020B0604020202090204"/>
                          <a:ea typeface="微软雅黑"/>
                        </a:defRPr>
                      </a:lvl5pPr>
                      <a:lvl6pPr marL="2110105" algn="l" defTabSz="843915" rtl="0" eaLnBrk="1" latinLnBrk="0" hangingPunct="1">
                        <a:defRPr sz="1660" kern="1200">
                          <a:solidFill>
                            <a:schemeClr val="dk1"/>
                          </a:solidFill>
                          <a:latin typeface="Arial" panose="020B0604020202090204"/>
                          <a:ea typeface="微软雅黑"/>
                        </a:defRPr>
                      </a:lvl6pPr>
                      <a:lvl7pPr marL="2532380" algn="l" defTabSz="843915" rtl="0" eaLnBrk="1" latinLnBrk="0" hangingPunct="1">
                        <a:defRPr sz="1660" kern="1200">
                          <a:solidFill>
                            <a:schemeClr val="dk1"/>
                          </a:solidFill>
                          <a:latin typeface="Arial" panose="020B0604020202090204"/>
                          <a:ea typeface="微软雅黑"/>
                        </a:defRPr>
                      </a:lvl7pPr>
                      <a:lvl8pPr marL="2954020" algn="l" defTabSz="843915" rtl="0" eaLnBrk="1" latinLnBrk="0" hangingPunct="1">
                        <a:defRPr sz="1660" kern="1200">
                          <a:solidFill>
                            <a:schemeClr val="dk1"/>
                          </a:solidFill>
                          <a:latin typeface="Arial" panose="020B0604020202090204"/>
                          <a:ea typeface="微软雅黑"/>
                        </a:defRPr>
                      </a:lvl8pPr>
                      <a:lvl9pPr marL="3376295" algn="l" defTabSz="843915" rtl="0" eaLnBrk="1" latinLnBrk="0" hangingPunct="1">
                        <a:defRPr sz="1660" kern="1200">
                          <a:solidFill>
                            <a:schemeClr val="dk1"/>
                          </a:solidFill>
                          <a:latin typeface="Arial" panose="020B0604020202090204"/>
                          <a:ea typeface="微软雅黑"/>
                        </a:defRPr>
                      </a:lvl9pPr>
                    </a:lstStyle>
                    <a:p>
                      <a:pPr marL="0" marR="0" lvl="0" indent="0" algn="ctr" defTabSz="843915" rtl="0" eaLnBrk="1" fontAlgn="b" latinLnBrk="0" hangingPunct="1">
                        <a:lnSpc>
                          <a:spcPct val="100000"/>
                        </a:lnSpc>
                        <a:spcBef>
                          <a:spcPts val="0"/>
                        </a:spcBef>
                        <a:spcAft>
                          <a:spcPts val="0"/>
                        </a:spcAft>
                        <a:buClrTx/>
                        <a:buSzTx/>
                        <a:buFont typeface="Arial" panose="020B0604020202090204" pitchFamily="34" charset="0"/>
                        <a:buNone/>
                        <a:defRPr/>
                      </a:pPr>
                      <a:r>
                        <a:rPr lang="en-US" sz="1100" b="1" kern="1200">
                          <a:solidFill>
                            <a:schemeClr val="dk1"/>
                          </a:solidFill>
                          <a:latin typeface="Arial" panose="020B0604020202090204"/>
                          <a:ea typeface="微软雅黑"/>
                          <a:cs typeface="+mn-cs"/>
                        </a:rPr>
                        <a:t>2026年3月13日</a:t>
                      </a:r>
                      <a:endParaRPr lang="en-US" sz="1100" b="1" kern="1200">
                        <a:solidFill>
                          <a:schemeClr val="dk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ctr" defTabSz="843915" rtl="0" eaLnBrk="1" fontAlgn="b" latinLnBrk="0" hangingPunct="1">
                        <a:buFont typeface="Arial" panose="020B0604020202090204" pitchFamily="34" charset="0"/>
                        <a:buNone/>
                      </a:pPr>
                      <a:r>
                        <a:rPr lang="en-US" sz="1100" b="1" kern="1200">
                          <a:solidFill>
                            <a:schemeClr val="dk1"/>
                          </a:solidFill>
                          <a:latin typeface="Arial" panose="020B0604020202090204"/>
                          <a:ea typeface="微软雅黑"/>
                          <a:cs typeface="+mn-cs"/>
                        </a:rPr>
                        <a:t>进行中</a:t>
                      </a:r>
                      <a:endParaRPr lang="en-US" sz="1100" b="1" kern="1200" dirty="0">
                        <a:solidFill>
                          <a:schemeClr val="dk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269896">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TW" altLang="en-US" sz="1100" kern="1200">
                          <a:solidFill>
                            <a:schemeClr val="dk1"/>
                          </a:solidFill>
                          <a:latin typeface="Arial" panose="020B0604020202090204"/>
                          <a:ea typeface="微软雅黑"/>
                          <a:cs typeface="+mn-cs"/>
                        </a:rPr>
                        <a:t>调研</a:t>
                      </a:r>
                      <a:endParaRPr lang="zh-TW" altLang="en-US" sz="1100"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现有系统调研</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6" grid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indent="0" algn="l" defTabSz="843915" rtl="0" eaLnBrk="1" fontAlgn="b" latinLnBrk="0" hangingPunct="1">
                        <a:buFont typeface="Arial" panose="020B0604020202090204" pitchFamily="34" charset="0"/>
                        <a:buNone/>
                      </a:pPr>
                      <a:r>
                        <a:rPr lang="zh-CN" altLang="en-US" sz="1100" b="1" kern="1200">
                          <a:solidFill>
                            <a:schemeClr val="dk1"/>
                          </a:solidFill>
                          <a:latin typeface="Arial" panose="020B0604020202090204"/>
                          <a:ea typeface="微软雅黑"/>
                          <a:cs typeface="+mn-cs"/>
                        </a:rPr>
                        <a:t>交付物：</a:t>
                      </a:r>
                      <a:endParaRPr lang="en-US" altLang="zh-CN" sz="1100" b="1" kern="1200">
                        <a:solidFill>
                          <a:schemeClr val="dk1"/>
                        </a:solidFill>
                        <a:latin typeface="Arial" panose="020B0604020202090204"/>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需求清单</a:t>
                      </a:r>
                      <a:r>
                        <a:rPr lang="en-US" altLang="zh-CN" sz="1100" kern="1200">
                          <a:solidFill>
                            <a:schemeClr val="dk1"/>
                          </a:solidFill>
                          <a:latin typeface="Arial" panose="020B0604020202090204"/>
                          <a:ea typeface="微软雅黑"/>
                          <a:cs typeface="+mn-cs"/>
                        </a:rPr>
                        <a:t>》</a:t>
                      </a:r>
                      <a:endParaRPr lang="en-US" altLang="zh-CN" sz="1100" kern="1200">
                        <a:solidFill>
                          <a:schemeClr val="dk1"/>
                        </a:solidFill>
                        <a:latin typeface="Arial" panose="020B0604020202090204"/>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核心流程图</a:t>
                      </a:r>
                      <a:r>
                        <a:rPr lang="en-US" altLang="zh-CN" sz="1100" kern="1200">
                          <a:solidFill>
                            <a:schemeClr val="dk1"/>
                          </a:solidFill>
                          <a:latin typeface="Arial" panose="020B0604020202090204"/>
                          <a:ea typeface="微软雅黑"/>
                          <a:cs typeface="+mn-cs"/>
                        </a:rPr>
                        <a:t>》</a:t>
                      </a:r>
                      <a:endParaRPr lang="en-US" altLang="zh-CN" sz="1100" kern="1200">
                        <a:solidFill>
                          <a:schemeClr val="dk1"/>
                        </a:solidFill>
                        <a:latin typeface="Arial" panose="020B0604020202090204"/>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调研报告</a:t>
                      </a:r>
                      <a:r>
                        <a:rPr lang="en-US" altLang="zh-CN" sz="1100" kern="1200">
                          <a:solidFill>
                            <a:schemeClr val="dk1"/>
                          </a:solidFill>
                          <a:latin typeface="Arial" panose="020B0604020202090204"/>
                          <a:ea typeface="微软雅黑"/>
                          <a:cs typeface="+mn-cs"/>
                        </a:rPr>
                        <a:t>》</a:t>
                      </a:r>
                      <a:endParaRPr lang="en-US" sz="1100" kern="1200" dirty="0">
                        <a:solidFill>
                          <a:schemeClr val="dk1"/>
                        </a:solidFill>
                        <a:latin typeface="Arial" panose="020B0604020202090204"/>
                        <a:ea typeface="微软雅黑"/>
                        <a:cs typeface="+mn-cs"/>
                      </a:endParaRPr>
                    </a:p>
                  </a:txBody>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6"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业务调研</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供应商调研</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W6</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管理层访谈</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2026</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年</a:t>
                      </a: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5</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月</a:t>
                      </a: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22</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日</a:t>
                      </a:r>
                      <a:endParaRPr lang="zh-TW" altLang="en-US" sz="11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W7</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zh-CN" altLang="en-US" sz="1100" kern="1200">
                          <a:solidFill>
                            <a:schemeClr val="dk1"/>
                          </a:solidFill>
                          <a:latin typeface="Arial" panose="020B0604020202090204"/>
                          <a:ea typeface="微软雅黑"/>
                          <a:cs typeface="+mn-cs"/>
                        </a:rPr>
                        <a:t>需求清单及</a:t>
                      </a:r>
                      <a:endParaRPr lang="en-US" altLang="zh-CN" sz="1100" kern="1200">
                        <a:solidFill>
                          <a:schemeClr val="dk1"/>
                        </a:solidFill>
                        <a:latin typeface="Arial" panose="020B0604020202090204"/>
                        <a:ea typeface="微软雅黑"/>
                        <a:cs typeface="+mn-cs"/>
                      </a:endParaRPr>
                    </a:p>
                    <a:p>
                      <a:pPr marL="0" algn="ctr" defTabSz="843915" rtl="0" eaLnBrk="1" fontAlgn="b" latinLnBrk="0" hangingPunct="1"/>
                      <a:r>
                        <a:rPr lang="zh-CN" altLang="en-US" sz="1100" kern="1200">
                          <a:solidFill>
                            <a:schemeClr val="dk1"/>
                          </a:solidFill>
                          <a:latin typeface="Arial" panose="020B0604020202090204"/>
                          <a:ea typeface="微软雅黑"/>
                          <a:cs typeface="+mn-cs"/>
                        </a:rPr>
                        <a:t>核心流程图</a:t>
                      </a:r>
                      <a:endParaRPr lang="zh-TW" altLang="en-US" sz="1100"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初稿</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2026</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年</a:t>
                      </a: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5</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月</a:t>
                      </a: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29</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日</a:t>
                      </a:r>
                      <a:endParaRPr lang="zh-TW" altLang="en-US" sz="11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W6</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W8</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确认</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2026</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年</a:t>
                      </a: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6</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月</a:t>
                      </a:r>
                      <a:r>
                        <a:rPr lang="en-US" altLang="zh-TW" sz="1100" b="0" i="0" u="none" strike="noStrike">
                          <a:solidFill>
                            <a:schemeClr val="tx1"/>
                          </a:solidFill>
                          <a:effectLst/>
                          <a:latin typeface="微软雅黑" panose="020B0503020204020204" pitchFamily="34" charset="-122"/>
                          <a:ea typeface="微软雅黑" panose="020B0503020204020204" pitchFamily="34" charset="-122"/>
                        </a:rPr>
                        <a:t>12</a:t>
                      </a:r>
                      <a:r>
                        <a:rPr lang="zh-TW" altLang="en-US" sz="1100" b="0" i="0" u="none" strike="noStrike">
                          <a:solidFill>
                            <a:schemeClr val="tx1"/>
                          </a:solidFill>
                          <a:effectLst/>
                          <a:latin typeface="微软雅黑" panose="020B0503020204020204" pitchFamily="34" charset="-122"/>
                          <a:ea typeface="微软雅黑" panose="020B0503020204020204" pitchFamily="34" charset="-122"/>
                        </a:rPr>
                        <a:t>日</a:t>
                      </a:r>
                      <a:endParaRPr lang="zh-TW" altLang="en-US" sz="11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W8</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W10</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rowSpan="12">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000000"/>
                          </a:solidFill>
                          <a:effectLst/>
                          <a:latin typeface="微软雅黑" panose="020B0503020204020204" pitchFamily="34" charset="-122"/>
                          <a:ea typeface="微软雅黑" panose="020B0503020204020204" pitchFamily="34" charset="-122"/>
                        </a:rPr>
                        <a:t>蓝图设计</a:t>
                      </a:r>
                      <a:endParaRPr lang="zh-TW"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marL="0" algn="ctr" defTabSz="843915" rtl="0" eaLnBrk="1" fontAlgn="b" latinLnBrk="0" hangingPunct="1"/>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6</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1</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kern="1200">
                          <a:solidFill>
                            <a:srgbClr val="C00000"/>
                          </a:solidFill>
                          <a:latin typeface="Arial" panose="020B0604020202090204"/>
                          <a:ea typeface="微软雅黑"/>
                          <a:cs typeface="+mn-cs"/>
                        </a:rPr>
                        <a:t>2026</a:t>
                      </a:r>
                      <a:r>
                        <a:rPr lang="zh-TW" altLang="en-US" sz="1100" b="1" kern="1200">
                          <a:solidFill>
                            <a:srgbClr val="C00000"/>
                          </a:solidFill>
                          <a:latin typeface="Arial" panose="020B0604020202090204"/>
                          <a:ea typeface="微软雅黑"/>
                          <a:cs typeface="+mn-cs"/>
                        </a:rPr>
                        <a:t>年</a:t>
                      </a:r>
                      <a:r>
                        <a:rPr lang="en-US" altLang="zh-TW" sz="1100" b="1" kern="1200">
                          <a:solidFill>
                            <a:srgbClr val="C00000"/>
                          </a:solidFill>
                          <a:latin typeface="Arial" panose="020B0604020202090204"/>
                          <a:ea typeface="微软雅黑"/>
                          <a:cs typeface="+mn-cs"/>
                        </a:rPr>
                        <a:t>8</a:t>
                      </a:r>
                      <a:r>
                        <a:rPr lang="zh-TW" altLang="en-US" sz="1100" b="1" kern="1200">
                          <a:solidFill>
                            <a:srgbClr val="C00000"/>
                          </a:solidFill>
                          <a:latin typeface="Arial" panose="020B0604020202090204"/>
                          <a:ea typeface="微软雅黑"/>
                          <a:cs typeface="+mn-cs"/>
                        </a:rPr>
                        <a:t>月</a:t>
                      </a:r>
                      <a:r>
                        <a:rPr lang="en-US" altLang="zh-TW" sz="1100" b="1" kern="1200">
                          <a:solidFill>
                            <a:srgbClr val="C00000"/>
                          </a:solidFill>
                          <a:latin typeface="Arial" panose="020B0604020202090204"/>
                          <a:ea typeface="微软雅黑"/>
                          <a:cs typeface="+mn-cs"/>
                        </a:rPr>
                        <a:t>28</a:t>
                      </a:r>
                      <a:r>
                        <a:rPr lang="zh-TW" altLang="en-US" sz="1100" b="1" kern="1200">
                          <a:solidFill>
                            <a:srgbClr val="C00000"/>
                          </a:solidFill>
                          <a:latin typeface="Arial" panose="020B0604020202090204"/>
                          <a:ea typeface="微软雅黑"/>
                          <a:cs typeface="+mn-cs"/>
                        </a:rPr>
                        <a:t>日</a:t>
                      </a:r>
                      <a:endParaRPr lang="zh-TW" altLang="en-US" sz="1100" b="1" kern="1200">
                        <a:solidFill>
                          <a:srgbClr val="C00000"/>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kern="1200">
                          <a:solidFill>
                            <a:srgbClr val="C00000"/>
                          </a:solidFill>
                          <a:latin typeface="Arial" panose="020B0604020202090204"/>
                          <a:ea typeface="微软雅黑"/>
                          <a:cs typeface="+mn-cs"/>
                        </a:rPr>
                        <a:t>14</a:t>
                      </a:r>
                      <a:r>
                        <a:rPr lang="zh-TW" altLang="en-US" sz="1100" b="1" kern="1200">
                          <a:solidFill>
                            <a:srgbClr val="C00000"/>
                          </a:solidFill>
                          <a:latin typeface="Arial" panose="020B0604020202090204"/>
                          <a:ea typeface="微软雅黑"/>
                          <a:cs typeface="+mn-cs"/>
                        </a:rPr>
                        <a:t>周</a:t>
                      </a:r>
                      <a:endParaRPr lang="zh-TW" altLang="en-US" sz="1100" b="1" kern="1200">
                        <a:solidFill>
                          <a:srgbClr val="C00000"/>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GB" sz="1100" b="1" kern="1200">
                          <a:solidFill>
                            <a:srgbClr val="C00000"/>
                          </a:solidFill>
                          <a:latin typeface="Arial" panose="020B0604020202090204"/>
                          <a:ea typeface="微软雅黑"/>
                          <a:cs typeface="+mn-cs"/>
                        </a:rPr>
                        <a:t>W9</a:t>
                      </a:r>
                      <a:endParaRPr lang="en-GB" sz="1100" b="1" kern="1200">
                        <a:solidFill>
                          <a:srgbClr val="C00000"/>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GB" sz="1100" b="1" kern="1200">
                          <a:solidFill>
                            <a:srgbClr val="C00000"/>
                          </a:solidFill>
                          <a:latin typeface="Arial" panose="020B0604020202090204"/>
                          <a:ea typeface="微软雅黑"/>
                          <a:cs typeface="+mn-cs"/>
                        </a:rPr>
                        <a:t>W22</a:t>
                      </a:r>
                      <a:endParaRPr lang="en-GB" sz="1100" b="1" kern="1200">
                        <a:solidFill>
                          <a:srgbClr val="C00000"/>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ctr" latinLnBrk="0" hangingPunct="1">
                        <a:lnSpc>
                          <a:spcPct val="100000"/>
                        </a:lnSpc>
                        <a:spcBef>
                          <a:spcPts val="0"/>
                        </a:spcBef>
                        <a:spcAft>
                          <a:spcPts val="0"/>
                        </a:spcAft>
                        <a:buClrTx/>
                        <a:buSzTx/>
                        <a:buFontTx/>
                        <a:buNone/>
                        <a:defRPr/>
                      </a:pPr>
                      <a:r>
                        <a:rPr lang="en-US" sz="1100" b="0" kern="1200">
                          <a:solidFill>
                            <a:schemeClr val="tx1"/>
                          </a:solidFill>
                          <a:latin typeface="Arial" panose="020B0604020202090204"/>
                          <a:ea typeface="微软雅黑"/>
                          <a:cs typeface="+mn-cs"/>
                        </a:rPr>
                        <a:t>/</a:t>
                      </a:r>
                      <a:endParaRPr lang="en-GB" sz="1100" b="0" kern="1200">
                        <a:solidFill>
                          <a:schemeClr val="tx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marR="0" lvl="0" indent="0" algn="ctr" defTabSz="914400" rtl="0" eaLnBrk="1" fontAlgn="b" latinLnBrk="0" hangingPunct="1">
                        <a:lnSpc>
                          <a:spcPct val="100000"/>
                        </a:lnSpc>
                        <a:spcBef>
                          <a:spcPts val="0"/>
                        </a:spcBef>
                        <a:spcAft>
                          <a:spcPts val="0"/>
                        </a:spcAft>
                        <a:buClrTx/>
                        <a:buSzTx/>
                        <a:buFontTx/>
                        <a:buNone/>
                        <a:defRPr/>
                      </a:pPr>
                      <a:r>
                        <a:rPr lang="en-US" sz="1100" b="0" kern="1200">
                          <a:solidFill>
                            <a:schemeClr val="tx1"/>
                          </a:solidFill>
                          <a:latin typeface="Arial" panose="020B0604020202090204"/>
                          <a:ea typeface="微软雅黑"/>
                          <a:cs typeface="+mn-cs"/>
                        </a:rPr>
                        <a:t>/</a:t>
                      </a:r>
                      <a:endParaRPr lang="en-GB" sz="1100" b="0" kern="1200">
                        <a:solidFill>
                          <a:schemeClr val="tx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269896">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rowSpan="9">
                  <a:txBody>
                    <a:bodyPr/>
                    <a:lstStyle/>
                    <a:p>
                      <a:pPr algn="ctr" fontAlgn="t">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蓝图（初）</a:t>
                      </a:r>
                      <a:endParaRPr lang="en-US" altLang="zh-CN" sz="1100" b="0" i="0" u="none" strike="noStrike">
                        <a:solidFill>
                          <a:srgbClr val="000000"/>
                        </a:solidFill>
                        <a:effectLst/>
                        <a:latin typeface="微软雅黑" panose="020B0503020204020204" pitchFamily="34" charset="-122"/>
                        <a:ea typeface="微软雅黑" panose="020B0503020204020204" pitchFamily="34" charset="-122"/>
                      </a:endParaRPr>
                    </a:p>
                    <a:p>
                      <a:pPr algn="ctr" fontAlgn="t">
                        <a:buNone/>
                      </a:pP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原型</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4">
                  <a:txBody>
                    <a:bodyPr/>
                    <a:lstStyle/>
                    <a:p>
                      <a:pPr algn="ctr" fontAlgn="t">
                        <a:buNone/>
                      </a:pPr>
                      <a:r>
                        <a:rPr lang="zh-TW" altLang="en-US" sz="1600" b="1" i="0" u="none" strike="noStrike">
                          <a:solidFill>
                            <a:schemeClr val="bg1"/>
                          </a:solidFill>
                          <a:effectLst/>
                          <a:latin typeface="微软雅黑" panose="020B0503020204020204" pitchFamily="34" charset="-122"/>
                          <a:ea typeface="微软雅黑" panose="020B0503020204020204" pitchFamily="34" charset="-122"/>
                        </a:rPr>
                        <a:t>编写及绘制</a:t>
                      </a:r>
                      <a:endParaRPr lang="zh-TW" altLang="en-US" sz="1600" b="1" i="0" u="none" strike="noStrike">
                        <a:solidFill>
                          <a:schemeClr val="bg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B8F5"/>
                    </a:solidFill>
                  </a:tcPr>
                </a:tc>
                <a:tc>
                  <a:txBody>
                    <a:bodyPr/>
                    <a:lstStyle/>
                    <a:p>
                      <a:pPr algn="l"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400-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其他</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W12</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11" gridSpan="2">
                  <a:txBody>
                    <a:bodyPr/>
                    <a:lstStyle/>
                    <a:p>
                      <a:pPr marL="0" indent="0" algn="l" defTabSz="843915" rtl="0" eaLnBrk="1" fontAlgn="b" latinLnBrk="0" hangingPunct="1">
                        <a:buFont typeface="Arial" panose="020B0604020202090204" pitchFamily="34" charset="0"/>
                        <a:buNone/>
                      </a:pPr>
                      <a:r>
                        <a:rPr lang="zh-CN" altLang="en-US" sz="1100" b="1" kern="1200">
                          <a:solidFill>
                            <a:schemeClr val="dk1"/>
                          </a:solidFill>
                          <a:latin typeface="Arial" panose="020B0604020202090204"/>
                          <a:ea typeface="微软雅黑"/>
                          <a:cs typeface="+mn-cs"/>
                        </a:rPr>
                        <a:t>交付物：</a:t>
                      </a:r>
                      <a:endParaRPr lang="en-US" altLang="zh-CN" sz="1100" b="1" kern="1200">
                        <a:solidFill>
                          <a:schemeClr val="dk1"/>
                        </a:solidFill>
                        <a:latin typeface="Arial" panose="020B0604020202090204"/>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功能说明书（蓝图方案）</a:t>
                      </a:r>
                      <a:r>
                        <a:rPr lang="en-US" altLang="zh-CN" sz="1100" kern="1200">
                          <a:solidFill>
                            <a:schemeClr val="dk1"/>
                          </a:solidFill>
                          <a:latin typeface="Arial" panose="020B0604020202090204"/>
                          <a:ea typeface="微软雅黑"/>
                          <a:cs typeface="+mn-cs"/>
                        </a:rPr>
                        <a:t>》</a:t>
                      </a:r>
                      <a:endParaRPr lang="en-US" altLang="zh-CN" sz="1100" kern="1200">
                        <a:solidFill>
                          <a:schemeClr val="dk1"/>
                        </a:solidFill>
                        <a:latin typeface="Arial" panose="020B0604020202090204"/>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原型设计</a:t>
                      </a:r>
                      <a:r>
                        <a:rPr lang="en-US" altLang="zh-CN" sz="1100" kern="1200">
                          <a:solidFill>
                            <a:schemeClr val="dk1"/>
                          </a:solidFill>
                          <a:latin typeface="Arial" panose="020B0604020202090204"/>
                          <a:ea typeface="微软雅黑"/>
                          <a:cs typeface="+mn-cs"/>
                        </a:rPr>
                        <a:t>》</a:t>
                      </a:r>
                      <a:endParaRPr lang="en-US" altLang="zh-CN" sz="1100" kern="1200">
                        <a:solidFill>
                          <a:schemeClr val="dk1"/>
                        </a:solidFill>
                        <a:latin typeface="Arial" panose="020B0604020202090204"/>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项目方案设计评审</a:t>
                      </a:r>
                      <a:r>
                        <a:rPr lang="en-US" altLang="zh-CN" sz="1100" kern="1200">
                          <a:solidFill>
                            <a:schemeClr val="dk1"/>
                          </a:solidFill>
                          <a:latin typeface="Arial" panose="020B0604020202090204"/>
                          <a:ea typeface="微软雅黑"/>
                          <a:cs typeface="+mn-cs"/>
                        </a:rPr>
                        <a:t>》</a:t>
                      </a:r>
                      <a:r>
                        <a:rPr lang="zh-CN" altLang="en-US" sz="1100" kern="1200">
                          <a:solidFill>
                            <a:schemeClr val="dk1"/>
                          </a:solidFill>
                          <a:latin typeface="Arial" panose="020B0604020202090204"/>
                          <a:ea typeface="微软雅黑"/>
                          <a:cs typeface="+mn-cs"/>
                        </a:rPr>
                        <a:t>汇报材料</a:t>
                      </a:r>
                      <a:endParaRPr lang="en-GB" sz="1100"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rowSpan="1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400-AI</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大模型</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400-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数字人</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marL="6350" marR="6350" marT="6350" marB="0" anchor="ctr">
                    <a:lnL w="12700" cmpd="sng">
                      <a:noFill/>
                    </a:lnL>
                    <a:lnR w="12700" cmpd="sng">
                      <a:noFill/>
                    </a:lnR>
                    <a:lnT w="6350"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会员</a:t>
                      </a: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积分</a:t>
                      </a: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数据</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rowSpan="5">
                  <a:txBody>
                    <a:bodyPr/>
                    <a:lstStyle/>
                    <a:p>
                      <a:pPr algn="ctr" fontAlgn="t">
                        <a:buNone/>
                      </a:pPr>
                      <a:r>
                        <a:rPr lang="zh-CN" altLang="en-US" sz="1600" b="1" i="0" u="none" strike="noStrike" kern="1200">
                          <a:solidFill>
                            <a:schemeClr val="bg1"/>
                          </a:solidFill>
                          <a:effectLst/>
                          <a:latin typeface="微软雅黑" panose="020B0503020204020204" pitchFamily="34" charset="-122"/>
                          <a:ea typeface="微软雅黑" panose="020B0503020204020204" pitchFamily="34" charset="-122"/>
                          <a:cs typeface="+mn-cs"/>
                        </a:rPr>
                        <a:t>业务部门确认</a:t>
                      </a:r>
                      <a:endParaRPr lang="zh-TW" altLang="en-US" sz="1600" b="1" i="0" u="none" strike="noStrike" kern="1200">
                        <a:solidFill>
                          <a:schemeClr val="bg1"/>
                        </a:solidFill>
                        <a:effectLst/>
                        <a:latin typeface="微软雅黑" panose="020B0503020204020204" pitchFamily="34" charset="-122"/>
                        <a:ea typeface="微软雅黑" panose="020B0503020204020204" pitchFamily="34" charset="-122"/>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00B8F5"/>
                    </a:solidFill>
                  </a:tcPr>
                </a:tc>
                <a:tc>
                  <a:txBody>
                    <a:bodyPr/>
                    <a:lstStyle/>
                    <a:p>
                      <a:pPr algn="l"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400-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其他</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29</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400-AI</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大模型</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W14</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400-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数字人</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W14</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12700" cap="flat" cmpd="sng" algn="ctr">
                      <a:solidFill>
                        <a:srgbClr val="00338D"/>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会员</a:t>
                      </a: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积分</a:t>
                      </a:r>
                      <a:r>
                        <a:rPr lang="en-US" altLang="zh-CN" sz="1100" b="0" i="0" u="none" strike="noStrike">
                          <a:solidFill>
                            <a:srgbClr val="000000"/>
                          </a:solidFill>
                          <a:effectLst/>
                          <a:latin typeface="微软雅黑" panose="020B0503020204020204" pitchFamily="34" charset="-122"/>
                          <a:ea typeface="微软雅黑" panose="020B0503020204020204" pitchFamily="34" charset="-122"/>
                        </a:rPr>
                        <a:t>/</a:t>
                      </a: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数据</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W14</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管理层确认</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W16</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row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蓝图（定）</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专家评审</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W16</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W17</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a:tc>
              </a:tr>
              <a:tr h="269896">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v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集团评审</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8</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8</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28</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W18</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W21</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hMerge="1">
                  <a:tcPr/>
                </a:tc>
              </a:tr>
            </a:tbl>
          </a:graphicData>
        </a:graphic>
      </p:graphicFrame>
      <p:sp>
        <p:nvSpPr>
          <p:cNvPr id="3" name="Rectangle 2"/>
          <p:cNvSpPr/>
          <p:nvPr/>
        </p:nvSpPr>
        <p:spPr>
          <a:xfrm>
            <a:off x="5544271" y="3993267"/>
            <a:ext cx="1203768" cy="76392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9" name="Rectangle 8"/>
          <p:cNvSpPr/>
          <p:nvPr/>
        </p:nvSpPr>
        <p:spPr>
          <a:xfrm>
            <a:off x="5544271" y="5071642"/>
            <a:ext cx="1203768" cy="763928"/>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12" name="Rectangle 11"/>
          <p:cNvSpPr/>
          <p:nvPr/>
        </p:nvSpPr>
        <p:spPr>
          <a:xfrm>
            <a:off x="5544271" y="5845841"/>
            <a:ext cx="1203768" cy="304176"/>
          </a:xfrm>
          <a:prstGeom prst="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dirty="0" err="1">
              <a:solidFill>
                <a:schemeClr val="bg1"/>
              </a:solidFill>
            </a:endParaRPr>
          </a:p>
        </p:txBody>
      </p:sp>
      <p:sp>
        <p:nvSpPr>
          <p:cNvPr id="29" name="Rectangle 28"/>
          <p:cNvSpPr/>
          <p:nvPr/>
        </p:nvSpPr>
        <p:spPr>
          <a:xfrm>
            <a:off x="6806737" y="1175391"/>
            <a:ext cx="5041460" cy="5418988"/>
          </a:xfrm>
          <a:prstGeom prst="rect">
            <a:avLst/>
          </a:prstGeom>
          <a:solidFill>
            <a:schemeClr val="bg1">
              <a:lumMod val="95000"/>
            </a:schemeClr>
          </a:solidFill>
          <a:ln w="28575">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GB" sz="1500" b="1" dirty="0" err="1">
              <a:solidFill>
                <a:srgbClr val="C00000"/>
              </a:solidFill>
              <a:latin typeface="微软雅黑" panose="020B0503020204020204" pitchFamily="34" charset="-122"/>
              <a:ea typeface="微软雅黑" panose="020B0503020204020204" pitchFamily="34" charset="-122"/>
            </a:endParaRPr>
          </a:p>
        </p:txBody>
      </p:sp>
      <p:sp>
        <p:nvSpPr>
          <p:cNvPr id="7" name="Rectangle 6"/>
          <p:cNvSpPr/>
          <p:nvPr/>
        </p:nvSpPr>
        <p:spPr>
          <a:xfrm>
            <a:off x="9029444" y="2672432"/>
            <a:ext cx="2011680" cy="856528"/>
          </a:xfrm>
          <a:prstGeom prst="rect">
            <a:avLst/>
          </a:prstGeom>
          <a:solidFill>
            <a:schemeClr val="bg1">
              <a:lumMod val="95000"/>
            </a:schemeClr>
          </a:solidFill>
          <a:ln w="28575">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500">
                <a:solidFill>
                  <a:schemeClr val="tx1"/>
                </a:solidFill>
                <a:latin typeface="微软雅黑" panose="020B0503020204020204" pitchFamily="34" charset="-122"/>
                <a:ea typeface="微软雅黑" panose="020B0503020204020204" pitchFamily="34" charset="-122"/>
              </a:rPr>
              <a:t>原计划：6月30日</a:t>
            </a:r>
            <a:endParaRPr lang="en-US" sz="150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90204" pitchFamily="34" charset="0"/>
              <a:buChar char="•"/>
            </a:pPr>
            <a:r>
              <a:rPr lang="en-US" sz="1500">
                <a:solidFill>
                  <a:schemeClr val="tx1"/>
                </a:solidFill>
                <a:latin typeface="微软雅黑" panose="020B0503020204020204" pitchFamily="34" charset="-122"/>
                <a:ea typeface="微软雅黑" panose="020B0503020204020204" pitchFamily="34" charset="-122"/>
              </a:rPr>
              <a:t>推迟：</a:t>
            </a:r>
            <a:r>
              <a:rPr lang="en-US" sz="1500" b="1">
                <a:solidFill>
                  <a:srgbClr val="C00000"/>
                </a:solidFill>
                <a:latin typeface="微软雅黑" panose="020B0503020204020204" pitchFamily="34" charset="-122"/>
                <a:ea typeface="微软雅黑" panose="020B0503020204020204" pitchFamily="34" charset="-122"/>
              </a:rPr>
              <a:t>3天</a:t>
            </a:r>
            <a:endParaRPr lang="en-GB" sz="1500" b="1" dirty="0" err="1">
              <a:solidFill>
                <a:srgbClr val="C00000"/>
              </a:solidFill>
              <a:latin typeface="微软雅黑" panose="020B0503020204020204" pitchFamily="34" charset="-122"/>
              <a:ea typeface="微软雅黑" panose="020B0503020204020204" pitchFamily="34" charset="-122"/>
            </a:endParaRPr>
          </a:p>
        </p:txBody>
      </p:sp>
      <p:sp>
        <p:nvSpPr>
          <p:cNvPr id="11" name="Rectangle 10"/>
          <p:cNvSpPr/>
          <p:nvPr/>
        </p:nvSpPr>
        <p:spPr>
          <a:xfrm>
            <a:off x="9029444" y="3982961"/>
            <a:ext cx="2011680" cy="856528"/>
          </a:xfrm>
          <a:prstGeom prst="rect">
            <a:avLst/>
          </a:prstGeom>
          <a:solidFill>
            <a:schemeClr val="bg1">
              <a:lumMod val="95000"/>
            </a:schemeClr>
          </a:solidFill>
          <a:ln w="28575">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500">
                <a:solidFill>
                  <a:schemeClr val="tx1"/>
                </a:solidFill>
                <a:latin typeface="微软雅黑" panose="020B0503020204020204" pitchFamily="34" charset="-122"/>
                <a:ea typeface="微软雅黑" panose="020B0503020204020204" pitchFamily="34" charset="-122"/>
              </a:rPr>
              <a:t>原计划：7月10日</a:t>
            </a:r>
            <a:endParaRPr lang="en-US" sz="150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90204" pitchFamily="34" charset="0"/>
              <a:buChar char="•"/>
            </a:pPr>
            <a:r>
              <a:rPr lang="en-US" sz="1500">
                <a:solidFill>
                  <a:schemeClr val="tx1"/>
                </a:solidFill>
                <a:latin typeface="微软雅黑" panose="020B0503020204020204" pitchFamily="34" charset="-122"/>
                <a:ea typeface="微软雅黑" panose="020B0503020204020204" pitchFamily="34" charset="-122"/>
              </a:rPr>
              <a:t>推迟：</a:t>
            </a:r>
            <a:r>
              <a:rPr lang="en-US" sz="1500" b="1">
                <a:solidFill>
                  <a:srgbClr val="C00000"/>
                </a:solidFill>
                <a:latin typeface="微软雅黑" panose="020B0503020204020204" pitchFamily="34" charset="-122"/>
                <a:ea typeface="微软雅黑" panose="020B0503020204020204" pitchFamily="34" charset="-122"/>
              </a:rPr>
              <a:t>7天</a:t>
            </a:r>
            <a:endParaRPr lang="en-GB" sz="1500" b="1" dirty="0" err="1">
              <a:solidFill>
                <a:srgbClr val="C00000"/>
              </a:solidFill>
              <a:latin typeface="微软雅黑" panose="020B0503020204020204" pitchFamily="34" charset="-122"/>
              <a:ea typeface="微软雅黑" panose="020B0503020204020204" pitchFamily="34" charset="-122"/>
            </a:endParaRPr>
          </a:p>
        </p:txBody>
      </p:sp>
      <p:sp>
        <p:nvSpPr>
          <p:cNvPr id="14" name="Rectangle 13"/>
          <p:cNvSpPr/>
          <p:nvPr/>
        </p:nvSpPr>
        <p:spPr>
          <a:xfrm>
            <a:off x="9029444" y="5293489"/>
            <a:ext cx="2011680" cy="856528"/>
          </a:xfrm>
          <a:prstGeom prst="rect">
            <a:avLst/>
          </a:prstGeom>
          <a:solidFill>
            <a:schemeClr val="bg1">
              <a:lumMod val="95000"/>
            </a:schemeClr>
          </a:solidFill>
          <a:ln w="28575">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500">
                <a:solidFill>
                  <a:schemeClr val="tx1"/>
                </a:solidFill>
                <a:latin typeface="微软雅黑" panose="020B0503020204020204" pitchFamily="34" charset="-122"/>
                <a:ea typeface="微软雅黑" panose="020B0503020204020204" pitchFamily="34" charset="-122"/>
              </a:rPr>
              <a:t>原计划：7月17日</a:t>
            </a:r>
            <a:endParaRPr lang="en-US" sz="1500">
              <a:solidFill>
                <a:schemeClr val="tx1"/>
              </a:solidFill>
              <a:latin typeface="微软雅黑" panose="020B0503020204020204" pitchFamily="34" charset="-122"/>
              <a:ea typeface="微软雅黑" panose="020B0503020204020204" pitchFamily="34" charset="-122"/>
            </a:endParaRPr>
          </a:p>
          <a:p>
            <a:pPr marL="285750" indent="-285750" algn="l">
              <a:buFont typeface="Arial" panose="020B0604020202090204" pitchFamily="34" charset="0"/>
              <a:buChar char="•"/>
            </a:pPr>
            <a:r>
              <a:rPr lang="en-US" sz="1500">
                <a:solidFill>
                  <a:schemeClr val="tx1"/>
                </a:solidFill>
                <a:latin typeface="微软雅黑" panose="020B0503020204020204" pitchFamily="34" charset="-122"/>
                <a:ea typeface="微软雅黑" panose="020B0503020204020204" pitchFamily="34" charset="-122"/>
              </a:rPr>
              <a:t>推迟：</a:t>
            </a:r>
            <a:r>
              <a:rPr lang="en-US" sz="1500" b="1">
                <a:solidFill>
                  <a:srgbClr val="C00000"/>
                </a:solidFill>
                <a:latin typeface="微软雅黑" panose="020B0503020204020204" pitchFamily="34" charset="-122"/>
                <a:ea typeface="微软雅黑" panose="020B0503020204020204" pitchFamily="34" charset="-122"/>
              </a:rPr>
              <a:t>7天</a:t>
            </a:r>
            <a:endParaRPr lang="en-GB" sz="1500" b="1" dirty="0" err="1">
              <a:solidFill>
                <a:srgbClr val="C00000"/>
              </a:solidFill>
              <a:latin typeface="微软雅黑" panose="020B0503020204020204" pitchFamily="34" charset="-122"/>
              <a:ea typeface="微软雅黑" panose="020B0503020204020204" pitchFamily="34" charset="-122"/>
            </a:endParaRPr>
          </a:p>
        </p:txBody>
      </p:sp>
      <p:cxnSp>
        <p:nvCxnSpPr>
          <p:cNvPr id="16" name="Straight Arrow Connector 15"/>
          <p:cNvCxnSpPr>
            <a:stCxn id="7" idx="1"/>
            <a:endCxn id="3" idx="3"/>
          </p:cNvCxnSpPr>
          <p:nvPr/>
        </p:nvCxnSpPr>
        <p:spPr>
          <a:xfrm flipH="1">
            <a:off x="6748039" y="3100696"/>
            <a:ext cx="2281405" cy="1274535"/>
          </a:xfrm>
          <a:prstGeom prst="straightConnector1">
            <a:avLst/>
          </a:prstGeom>
          <a:ln w="38100">
            <a:solidFill>
              <a:srgbClr val="00B8F5"/>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stCxn id="11" idx="1"/>
            <a:endCxn id="9" idx="3"/>
          </p:cNvCxnSpPr>
          <p:nvPr/>
        </p:nvCxnSpPr>
        <p:spPr>
          <a:xfrm flipH="1">
            <a:off x="6748039" y="4411225"/>
            <a:ext cx="2281405" cy="1042381"/>
          </a:xfrm>
          <a:prstGeom prst="straightConnector1">
            <a:avLst/>
          </a:prstGeom>
          <a:ln w="38100">
            <a:solidFill>
              <a:srgbClr val="00B8F5"/>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a:stCxn id="14" idx="1"/>
            <a:endCxn id="12" idx="3"/>
          </p:cNvCxnSpPr>
          <p:nvPr/>
        </p:nvCxnSpPr>
        <p:spPr>
          <a:xfrm flipH="1">
            <a:off x="6748039" y="5721753"/>
            <a:ext cx="2281405" cy="276176"/>
          </a:xfrm>
          <a:prstGeom prst="straightConnector1">
            <a:avLst/>
          </a:prstGeom>
          <a:ln w="38100">
            <a:solidFill>
              <a:srgbClr val="00B8F5"/>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项目关键节点</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4" name="Text 4"/>
          <p:cNvSpPr/>
          <p:nvPr>
            <p:custDataLst>
              <p:tags r:id="rId1"/>
            </p:custDataLst>
          </p:nvPr>
        </p:nvSpPr>
        <p:spPr>
          <a:xfrm>
            <a:off x="695325" y="836930"/>
            <a:ext cx="11169015" cy="308964"/>
          </a:xfrm>
          <a:prstGeom prst="rect">
            <a:avLst/>
          </a:prstGeom>
          <a:solidFill>
            <a:schemeClr val="bg1">
              <a:lumMod val="95000"/>
            </a:schemeClr>
          </a:solidFill>
        </p:spPr>
        <p:txBody>
          <a:bodyPr wrap="square" lIns="0" tIns="0" rIns="0" bIns="0" rtlCol="0" anchor="ctr"/>
          <a:lstStyle/>
          <a:p>
            <a:pPr marL="285750" marR="0" lvl="0" indent="-285750" algn="l" defTabSz="914400" rtl="0" eaLnBrk="1" fontAlgn="auto" latinLnBrk="0" hangingPunct="1">
              <a:lnSpc>
                <a:spcPct val="130000"/>
              </a:lnSpc>
              <a:spcBef>
                <a:spcPts val="0"/>
              </a:spcBef>
              <a:spcAft>
                <a:spcPts val="0"/>
              </a:spcAft>
              <a:buClrTx/>
              <a:buSzTx/>
              <a:buFont typeface="Arial" panose="020B0604020202090204" pitchFamily="34" charset="0"/>
              <a:buChar char="•"/>
              <a:defRPr/>
            </a:pPr>
            <a:r>
              <a:rPr lang="zh-CN" altLang="en-US" sz="1400" b="1">
                <a:latin typeface="微软雅黑" panose="020B0503020204020204" pitchFamily="34" charset="-122"/>
                <a:ea typeface="微软雅黑" panose="020B0503020204020204" pitchFamily="34" charset="-122"/>
                <a:cs typeface="MiSans" pitchFamily="34" charset="-120"/>
              </a:rPr>
              <a:t>项目暂停时间</a:t>
            </a:r>
            <a:r>
              <a:rPr lang="zh-CN" altLang="en-US" sz="1400">
                <a:latin typeface="微软雅黑" panose="020B0503020204020204" pitchFamily="34" charset="-122"/>
                <a:ea typeface="微软雅黑" panose="020B0503020204020204" pitchFamily="34" charset="-122"/>
                <a:cs typeface="MiSans" pitchFamily="34" charset="-120"/>
              </a:rPr>
              <a:t>：</a:t>
            </a:r>
            <a:r>
              <a:rPr lang="en-US" altLang="zh-CN" sz="1400">
                <a:latin typeface="微软雅黑" panose="020B0503020204020204" pitchFamily="34" charset="-122"/>
                <a:ea typeface="微软雅黑" panose="020B0503020204020204" pitchFamily="34" charset="-122"/>
                <a:cs typeface="MiSans" pitchFamily="34" charset="-120"/>
              </a:rPr>
              <a:t>2026</a:t>
            </a:r>
            <a:r>
              <a:rPr lang="zh-CN" altLang="en-US" sz="1400">
                <a:latin typeface="微软雅黑" panose="020B0503020204020204" pitchFamily="34" charset="-122"/>
                <a:ea typeface="微软雅黑" panose="020B0503020204020204" pitchFamily="34" charset="-122"/>
                <a:cs typeface="MiSans" pitchFamily="34" charset="-120"/>
              </a:rPr>
              <a:t>年</a:t>
            </a:r>
            <a:r>
              <a:rPr lang="en-US" altLang="zh-CN" sz="1400">
                <a:latin typeface="微软雅黑" panose="020B0503020204020204" pitchFamily="34" charset="-122"/>
                <a:ea typeface="微软雅黑" panose="020B0503020204020204" pitchFamily="34" charset="-122"/>
                <a:cs typeface="MiSans" pitchFamily="34" charset="-120"/>
              </a:rPr>
              <a:t>4</a:t>
            </a:r>
            <a:r>
              <a:rPr lang="zh-CN" altLang="en-US" sz="1400">
                <a:latin typeface="微软雅黑" panose="020B0503020204020204" pitchFamily="34" charset="-122"/>
                <a:ea typeface="微软雅黑" panose="020B0503020204020204" pitchFamily="34" charset="-122"/>
                <a:cs typeface="MiSans" pitchFamily="34" charset="-120"/>
              </a:rPr>
              <a:t>月</a:t>
            </a:r>
            <a:r>
              <a:rPr lang="en-US" altLang="zh-CN" sz="1400">
                <a:latin typeface="微软雅黑" panose="020B0503020204020204" pitchFamily="34" charset="-122"/>
                <a:ea typeface="微软雅黑" panose="020B0503020204020204" pitchFamily="34" charset="-122"/>
                <a:cs typeface="MiSans" pitchFamily="34" charset="-120"/>
              </a:rPr>
              <a:t>9</a:t>
            </a:r>
            <a:r>
              <a:rPr lang="zh-CN" altLang="en-US" sz="1400">
                <a:latin typeface="微软雅黑" panose="020B0503020204020204" pitchFamily="34" charset="-122"/>
                <a:ea typeface="微软雅黑" panose="020B0503020204020204" pitchFamily="34" charset="-122"/>
                <a:cs typeface="MiSans" pitchFamily="34" charset="-120"/>
              </a:rPr>
              <a:t>日</a:t>
            </a:r>
            <a:r>
              <a:rPr lang="en-US" altLang="zh-CN" sz="1400">
                <a:latin typeface="微软雅黑" panose="020B0503020204020204" pitchFamily="34" charset="-122"/>
                <a:ea typeface="微软雅黑" panose="020B0503020204020204" pitchFamily="34" charset="-122"/>
                <a:cs typeface="MiSans" pitchFamily="34" charset="-120"/>
              </a:rPr>
              <a:t>-4</a:t>
            </a:r>
            <a:r>
              <a:rPr lang="zh-CN" altLang="en-US" sz="1400">
                <a:latin typeface="微软雅黑" panose="020B0503020204020204" pitchFamily="34" charset="-122"/>
                <a:ea typeface="微软雅黑" panose="020B0503020204020204" pitchFamily="34" charset="-122"/>
                <a:cs typeface="MiSans" pitchFamily="34" charset="-120"/>
              </a:rPr>
              <a:t>月</a:t>
            </a:r>
            <a:r>
              <a:rPr lang="en-US" altLang="zh-CN" sz="1400">
                <a:latin typeface="微软雅黑" panose="020B0503020204020204" pitchFamily="34" charset="-122"/>
                <a:ea typeface="微软雅黑" panose="020B0503020204020204" pitchFamily="34" charset="-122"/>
                <a:cs typeface="MiSans" pitchFamily="34" charset="-120"/>
              </a:rPr>
              <a:t>30</a:t>
            </a:r>
            <a:r>
              <a:rPr lang="zh-CN" altLang="en-US" sz="1400">
                <a:latin typeface="微软雅黑" panose="020B0503020204020204" pitchFamily="34" charset="-122"/>
                <a:ea typeface="微软雅黑" panose="020B0503020204020204" pitchFamily="34" charset="-122"/>
                <a:cs typeface="MiSans" pitchFamily="34" charset="-120"/>
              </a:rPr>
              <a:t>日，耽误整体进度</a:t>
            </a:r>
            <a:r>
              <a:rPr lang="en-US" altLang="zh-CN" sz="1400" b="1">
                <a:solidFill>
                  <a:srgbClr val="00338D"/>
                </a:solidFill>
                <a:latin typeface="微软雅黑" panose="020B0503020204020204" pitchFamily="34" charset="-122"/>
                <a:ea typeface="微软雅黑" panose="020B0503020204020204" pitchFamily="34" charset="-122"/>
                <a:cs typeface="MiSans" pitchFamily="34" charset="-120"/>
              </a:rPr>
              <a:t>16</a:t>
            </a:r>
            <a:r>
              <a:rPr lang="zh-CN" altLang="en-US" sz="1400" b="1">
                <a:solidFill>
                  <a:srgbClr val="00338D"/>
                </a:solidFill>
                <a:latin typeface="微软雅黑" panose="020B0503020204020204" pitchFamily="34" charset="-122"/>
                <a:ea typeface="微软雅黑" panose="020B0503020204020204" pitchFamily="34" charset="-122"/>
                <a:cs typeface="MiSans" pitchFamily="34" charset="-120"/>
              </a:rPr>
              <a:t>个工作日</a:t>
            </a:r>
            <a:endParaRPr kumimoji="0" lang="zh-CN" altLang="en-US" sz="14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iSans" pitchFamily="34" charset="-120"/>
            </a:endParaRPr>
          </a:p>
        </p:txBody>
      </p:sp>
      <p:graphicFrame>
        <p:nvGraphicFramePr>
          <p:cNvPr id="8" name="Table 7"/>
          <p:cNvGraphicFramePr>
            <a:graphicFrameLocks noGrp="1"/>
          </p:cNvGraphicFramePr>
          <p:nvPr/>
        </p:nvGraphicFramePr>
        <p:xfrm>
          <a:off x="695325" y="1253907"/>
          <a:ext cx="11228956" cy="5435924"/>
        </p:xfrm>
        <a:graphic>
          <a:graphicData uri="http://schemas.openxmlformats.org/drawingml/2006/table">
            <a:tbl>
              <a:tblPr firstRow="1" bandRow="1"/>
              <a:tblGrid>
                <a:gridCol w="1104895"/>
                <a:gridCol w="1104895"/>
                <a:gridCol w="1104895"/>
                <a:gridCol w="1314892"/>
                <a:gridCol w="1314892"/>
                <a:gridCol w="684905"/>
                <a:gridCol w="1104895"/>
                <a:gridCol w="1104895"/>
                <a:gridCol w="1194896"/>
                <a:gridCol w="1194896"/>
              </a:tblGrid>
              <a:tr h="333890">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一级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二级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三级</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计划结束时间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耗时</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计划开始周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fontAlgn="b"/>
                      <a:r>
                        <a:rPr lang="zh-TW" altLang="en-US" sz="1100" b="1" i="0" u="none" strike="noStrike">
                          <a:solidFill>
                            <a:srgbClr val="FFFFFF"/>
                          </a:solidFill>
                          <a:effectLst/>
                          <a:latin typeface="微软雅黑" panose="020B0503020204020204" pitchFamily="34" charset="-122"/>
                          <a:ea typeface="微软雅黑" panose="020B0503020204020204" pitchFamily="34" charset="-122"/>
                        </a:rPr>
                        <a:t>计划结束周</a:t>
                      </a:r>
                      <a:endParaRPr lang="zh-TW" altLang="en-US" sz="11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en-US" sz="1100"/>
                        <a:t>实际开始时间</a:t>
                      </a:r>
                      <a:endParaRPr lang="en-US" sz="1100" dirty="0"/>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algn="ctr"/>
                      <a:r>
                        <a:rPr lang="en-US" sz="1100" b="1" kern="1200">
                          <a:solidFill>
                            <a:schemeClr val="lt1"/>
                          </a:solidFill>
                          <a:latin typeface="Arial" panose="020B0604020202090204"/>
                          <a:ea typeface="微软雅黑"/>
                          <a:cs typeface="+mn-cs"/>
                        </a:rPr>
                        <a:t>实际结束时间</a:t>
                      </a:r>
                      <a:endParaRPr lang="en-US" sz="1100" b="1" kern="1200" dirty="0">
                        <a:solidFill>
                          <a:schemeClr val="lt1"/>
                        </a:solidFill>
                        <a:latin typeface="Arial" panose="020B0604020202090204"/>
                        <a:ea typeface="微软雅黑"/>
                        <a:cs typeface="+mn-cs"/>
                      </a:endParaRPr>
                    </a:p>
                  </a:txBody>
                  <a:tcPr anchor="ctr">
                    <a:lnL w="12700" cmpd="sng">
                      <a:noFill/>
                    </a:lnL>
                    <a:lnR w="12700" cmpd="sng">
                      <a:noFill/>
                    </a:lnR>
                    <a:lnT w="12700" cap="flat" cmpd="sng" algn="ctr">
                      <a:solidFill>
                        <a:srgbClr val="00338D"/>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009A44"/>
                    </a:solidFill>
                  </a:tcPr>
                </a:tc>
              </a:tr>
              <a:tr h="364431">
                <a:tc rowSpan="11">
                  <a:txBody>
                    <a:bodyPr/>
                    <a:lstStyle/>
                    <a:p>
                      <a:pPr algn="ctr" fontAlgn="ctr">
                        <a:buNone/>
                      </a:pPr>
                      <a:r>
                        <a:rPr lang="zh-TW" altLang="en-US" sz="1100" b="1" i="0" u="none" strike="noStrike">
                          <a:solidFill>
                            <a:srgbClr val="000000"/>
                          </a:solidFill>
                          <a:effectLst/>
                          <a:latin typeface="微软雅黑" panose="020B0503020204020204" pitchFamily="34" charset="-122"/>
                          <a:ea typeface="微软雅黑" panose="020B0503020204020204" pitchFamily="34" charset="-122"/>
                        </a:rPr>
                        <a:t>开发</a:t>
                      </a:r>
                      <a:endParaRPr lang="zh-TW"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gridSpan="2">
                  <a:txBody>
                    <a:bodyPr/>
                    <a:lstStyle/>
                    <a:p>
                      <a:pPr algn="ctr" fontAlgn="ctr">
                        <a:buNone/>
                      </a:pPr>
                      <a:r>
                        <a:rPr lang="zh-TW" altLang="en-US" sz="1100" b="1" i="0" u="none" strike="noStrike">
                          <a:solidFill>
                            <a:srgbClr val="000000"/>
                          </a:solidFill>
                          <a:effectLst/>
                          <a:latin typeface="微软雅黑" panose="020B0503020204020204" pitchFamily="34" charset="-122"/>
                          <a:ea typeface="微软雅黑" panose="020B0503020204020204" pitchFamily="34" charset="-122"/>
                        </a:rPr>
                        <a:t>一阶段</a:t>
                      </a:r>
                      <a:endParaRPr lang="zh-TW"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2026</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年</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6</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月</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29</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日</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2026</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年</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10</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月</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23</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日</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17</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周</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GB" sz="1100" b="1" i="0" u="none" strike="noStrike">
                          <a:solidFill>
                            <a:srgbClr val="C00000"/>
                          </a:solidFill>
                          <a:effectLst/>
                          <a:latin typeface="微软雅黑" panose="020B0503020204020204" pitchFamily="34" charset="-122"/>
                          <a:ea typeface="微软雅黑" panose="020B0503020204020204" pitchFamily="34" charset="-122"/>
                        </a:rPr>
                        <a:t>W13</a:t>
                      </a:r>
                      <a:endParaRPr lang="en-GB"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algn="ctr" fontAlgn="ctr">
                        <a:buNone/>
                      </a:pPr>
                      <a:r>
                        <a:rPr lang="en-GB" sz="1100" b="1" i="0" u="none" strike="noStrike">
                          <a:solidFill>
                            <a:srgbClr val="C00000"/>
                          </a:solidFill>
                          <a:effectLst/>
                          <a:latin typeface="微软雅黑" panose="020B0503020204020204" pitchFamily="34" charset="-122"/>
                          <a:ea typeface="微软雅黑" panose="020B0503020204020204" pitchFamily="34" charset="-122"/>
                        </a:rPr>
                        <a:t>W29</a:t>
                      </a:r>
                      <a:endParaRPr lang="en-GB"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100" b="0" kern="1200">
                          <a:solidFill>
                            <a:schemeClr val="tx1"/>
                          </a:solidFill>
                          <a:latin typeface="+mn-lt"/>
                          <a:ea typeface="微软雅黑"/>
                          <a:cs typeface="+mn-cs"/>
                        </a:rPr>
                        <a:t>/</a:t>
                      </a:r>
                      <a:endParaRPr lang="en-GB" sz="1100" b="0" kern="1200">
                        <a:solidFill>
                          <a:schemeClr val="tx1"/>
                        </a:solidFill>
                        <a:latin typeface="+mn-lt"/>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100" b="0" kern="1200">
                          <a:solidFill>
                            <a:schemeClr val="tx1"/>
                          </a:solidFill>
                          <a:latin typeface="+mn-lt"/>
                          <a:ea typeface="微软雅黑"/>
                          <a:cs typeface="+mn-cs"/>
                        </a:rPr>
                        <a:t>/</a:t>
                      </a:r>
                      <a:endParaRPr lang="en-GB" sz="1100" b="0" kern="1200">
                        <a:solidFill>
                          <a:schemeClr val="tx1"/>
                        </a:solidFill>
                        <a:latin typeface="+mn-lt"/>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6350" cap="flat" cmpd="sng" algn="ctr">
                      <a:solidFill>
                        <a:sysClr val="window" lastClr="FFFFFF">
                          <a:lumMod val="75000"/>
                        </a:sys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r>
              <a:tr h="364431">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开发设计（一）</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29</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W15</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5" gridSpan="2">
                  <a:txBody>
                    <a:bodyPr/>
                    <a:lstStyle/>
                    <a:p>
                      <a:pPr marL="0" indent="0" algn="l" defTabSz="843915" rtl="0" eaLnBrk="1" fontAlgn="b" latinLnBrk="0" hangingPunct="1">
                        <a:buFont typeface="Arial" panose="020B0604020202090204" pitchFamily="34" charset="0"/>
                        <a:buNone/>
                      </a:pPr>
                      <a:r>
                        <a:rPr lang="zh-CN" altLang="en-US" sz="1100" b="1" kern="1200">
                          <a:solidFill>
                            <a:schemeClr val="dk1"/>
                          </a:solidFill>
                          <a:latin typeface="+mn-lt"/>
                          <a:ea typeface="微软雅黑"/>
                          <a:cs typeface="+mn-cs"/>
                        </a:rPr>
                        <a:t>交付物：</a:t>
                      </a:r>
                      <a:endParaRPr lang="en-US" altLang="zh-CN" sz="1100" b="1"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系统架构设计说明书</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系统测试用例</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系统测试报告</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系统操作手册</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软件安装部署手册</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前后端代码</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培训材料准备</a:t>
                      </a:r>
                      <a:r>
                        <a:rPr lang="en-US" altLang="zh-CN" sz="1100" kern="1200">
                          <a:solidFill>
                            <a:schemeClr val="dk1"/>
                          </a:solidFill>
                          <a:latin typeface="+mn-lt"/>
                          <a:ea typeface="微软雅黑"/>
                          <a:cs typeface="+mn-cs"/>
                        </a:rPr>
                        <a:t>》</a:t>
                      </a:r>
                      <a:endParaRPr lang="en-US" sz="1100" kern="1200">
                        <a:solidFill>
                          <a:schemeClr val="dk1"/>
                        </a:solidFill>
                        <a:latin typeface="+mn-lt"/>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5"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algn="ctr" defTabSz="914400" rtl="0" eaLnBrk="1" fontAlgn="t" latinLnBrk="0" hangingPunct="1">
                        <a:buNone/>
                      </a:pPr>
                      <a:r>
                        <a:rPr lang="zh-TW" altLang="en-US" sz="1100" b="0" i="0" u="none" strike="noStrike" kern="1200">
                          <a:solidFill>
                            <a:srgbClr val="000000"/>
                          </a:solidFill>
                          <a:effectLst/>
                          <a:latin typeface="微软雅黑" panose="020B0503020204020204" pitchFamily="34" charset="-122"/>
                          <a:ea typeface="微软雅黑" panose="020B0503020204020204" pitchFamily="34" charset="-122"/>
                          <a:cs typeface="+mn-cs"/>
                        </a:rPr>
                        <a:t>开发（一）</a:t>
                      </a:r>
                      <a:endParaRPr lang="zh-TW" altLang="en-US" sz="1100" b="0" i="0" u="none" strike="noStrike" kern="1200">
                        <a:solidFill>
                          <a:srgbClr val="000000"/>
                        </a:solidFill>
                        <a:effectLst/>
                        <a:latin typeface="微软雅黑" panose="020B0503020204020204" pitchFamily="34" charset="-122"/>
                        <a:ea typeface="微软雅黑" panose="020B0503020204020204" pitchFamily="34" charset="-122"/>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9</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W14</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W26</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测试（一）</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8</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W22</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W28</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生产测试并行（一）</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8</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W27</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验收发布（一）</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8</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W27</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ctr">
                        <a:buNone/>
                      </a:pPr>
                      <a:r>
                        <a:rPr lang="zh-TW" altLang="en-US" sz="1100" b="1" i="0" u="none" strike="noStrike">
                          <a:solidFill>
                            <a:srgbClr val="000000"/>
                          </a:solidFill>
                          <a:effectLst/>
                          <a:latin typeface="微软雅黑" panose="020B0503020204020204" pitchFamily="34" charset="-122"/>
                          <a:ea typeface="微软雅黑" panose="020B0503020204020204" pitchFamily="34" charset="-122"/>
                        </a:rPr>
                        <a:t>二阶段</a:t>
                      </a:r>
                      <a:endParaRPr lang="zh-TW"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2026</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年</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10</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月</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8</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日</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2027</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年</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月</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26</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日</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22</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周</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buNone/>
                      </a:pPr>
                      <a:r>
                        <a:rPr lang="en-GB" sz="1100" b="1" i="0" u="none" strike="noStrike">
                          <a:solidFill>
                            <a:srgbClr val="C00000"/>
                          </a:solidFill>
                          <a:effectLst/>
                          <a:latin typeface="微软雅黑" panose="020B0503020204020204" pitchFamily="34" charset="-122"/>
                          <a:ea typeface="微软雅黑" panose="020B0503020204020204" pitchFamily="34" charset="-122"/>
                        </a:rPr>
                        <a:t>W27</a:t>
                      </a:r>
                      <a:endParaRPr lang="en-GB"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buNone/>
                      </a:pPr>
                      <a:r>
                        <a:rPr lang="en-GB" sz="1100" b="1" i="0" u="none" strike="noStrike">
                          <a:solidFill>
                            <a:srgbClr val="C00000"/>
                          </a:solidFill>
                          <a:effectLst/>
                          <a:latin typeface="微软雅黑" panose="020B0503020204020204" pitchFamily="34" charset="-122"/>
                          <a:ea typeface="微软雅黑" panose="020B0503020204020204" pitchFamily="34" charset="-122"/>
                        </a:rPr>
                        <a:t>W48</a:t>
                      </a:r>
                      <a:endParaRPr lang="en-GB"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100" b="0" kern="1200">
                          <a:solidFill>
                            <a:schemeClr val="tx1"/>
                          </a:solidFill>
                          <a:latin typeface="+mn-lt"/>
                          <a:ea typeface="微软雅黑"/>
                          <a:cs typeface="+mn-cs"/>
                        </a:rPr>
                        <a:t>/</a:t>
                      </a:r>
                      <a:endParaRPr lang="en-GB" sz="1100" b="0" kern="1200">
                        <a:solidFill>
                          <a:schemeClr val="tx1"/>
                        </a:solidFill>
                        <a:latin typeface="+mn-lt"/>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100" b="0" kern="1200">
                          <a:solidFill>
                            <a:schemeClr val="tx1"/>
                          </a:solidFill>
                          <a:latin typeface="+mn-lt"/>
                          <a:ea typeface="微软雅黑"/>
                          <a:cs typeface="+mn-cs"/>
                        </a:rPr>
                        <a:t>/</a:t>
                      </a:r>
                      <a:endParaRPr lang="en-GB" sz="1100" b="0" kern="1200">
                        <a:solidFill>
                          <a:schemeClr val="tx1"/>
                        </a:solidFill>
                        <a:latin typeface="+mn-lt"/>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r>
              <a:tr h="364431">
                <a:tc vMerge="1">
                  <a:tcPr/>
                </a:tc>
                <a:tc gridSpan="2">
                  <a:txBody>
                    <a:bodyPr/>
                    <a:lstStyle/>
                    <a:p>
                      <a:pPr algn="ctr" fontAlgn="t">
                        <a:buNone/>
                      </a:pPr>
                      <a:r>
                        <a:rPr lang="zh-CN" altLang="en-US" sz="1100">
                          <a:solidFill>
                            <a:srgbClr val="000000"/>
                          </a:solidFill>
                          <a:effectLst/>
                          <a:latin typeface="微软雅黑" panose="020B0503020204020204" pitchFamily="34" charset="-122"/>
                          <a:ea typeface="微软雅黑" panose="020B0503020204020204" pitchFamily="34" charset="-122"/>
                          <a:sym typeface="+mn-ea"/>
                        </a:rPr>
                        <a:t>开发设计（二）</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8</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W27</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4" gridSpan="2">
                  <a:txBody>
                    <a:bodyPr/>
                    <a:lstStyle/>
                    <a:p>
                      <a:pPr marL="0" indent="0" algn="l" defTabSz="843915" rtl="0" eaLnBrk="1" fontAlgn="b" latinLnBrk="0" hangingPunct="1">
                        <a:buFont typeface="Arial" panose="020B0604020202090204" pitchFamily="34" charset="0"/>
                        <a:buNone/>
                      </a:pPr>
                      <a:r>
                        <a:rPr lang="zh-CN" altLang="en-US" sz="1100" b="1" kern="1200">
                          <a:solidFill>
                            <a:schemeClr val="dk1"/>
                          </a:solidFill>
                          <a:latin typeface="+mn-lt"/>
                          <a:ea typeface="微软雅黑"/>
                          <a:cs typeface="+mn-cs"/>
                        </a:rPr>
                        <a:t>交付物：</a:t>
                      </a:r>
                      <a:endParaRPr lang="en-US" altLang="zh-CN" sz="1100" b="1"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外部平台对接文档</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系统测试用例</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系统测试报告</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系统操作手册</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软件安装部署手册</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前后端代码</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培训材料准备</a:t>
                      </a:r>
                      <a:r>
                        <a:rPr lang="en-US" altLang="zh-CN" sz="1100" kern="1200">
                          <a:solidFill>
                            <a:schemeClr val="dk1"/>
                          </a:solidFill>
                          <a:latin typeface="+mn-lt"/>
                          <a:ea typeface="微软雅黑"/>
                          <a:cs typeface="+mn-cs"/>
                        </a:rPr>
                        <a:t>》</a:t>
                      </a:r>
                      <a:endParaRPr lang="en-US" sz="1100" kern="1200">
                        <a:solidFill>
                          <a:schemeClr val="dk1"/>
                        </a:solidFill>
                        <a:latin typeface="+mn-lt"/>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4"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开发（二）</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10</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19</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W29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W43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测试（二）</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28</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5</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W39</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W43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marL="6350" marR="6350" marT="6350" marB="0" anchor="ctr">
                    <a:lnL w="12700" cmpd="sng">
                      <a:noFill/>
                    </a:lnL>
                    <a:lnR w="12700" cmpd="sng">
                      <a:noFill/>
                    </a:lnR>
                    <a:lnT w="6350" cap="flat" cmpd="sng" algn="ctr">
                      <a:solidFill>
                        <a:sysClr val="window" lastClr="FFFFFF">
                          <a:lumMod val="75000"/>
                        </a:sysClr>
                      </a:solidFill>
                      <a:prstDash val="solid"/>
                      <a:round/>
                      <a:headEnd type="none" w="med" len="med"/>
                      <a:tailEnd type="none" w="med" len="med"/>
                    </a:lnT>
                    <a:lnB w="6350" cap="flat" cmpd="sng" algn="ctr">
                      <a:solidFill>
                        <a:sysClr val="window" lastClr="FFFFFF">
                          <a:lumMod val="75000"/>
                        </a:sysClr>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gridSpan="2">
                  <a:txBody>
                    <a:bodyPr/>
                    <a:lstStyle/>
                    <a:p>
                      <a:pPr algn="ctr" fontAlgn="t">
                        <a:buNone/>
                      </a:pPr>
                      <a:r>
                        <a:rPr lang="zh-CN" altLang="en-US" sz="1100" b="0" i="0" u="none" strike="noStrike">
                          <a:solidFill>
                            <a:srgbClr val="000000"/>
                          </a:solidFill>
                          <a:effectLst/>
                          <a:latin typeface="微软雅黑" panose="020B0503020204020204" pitchFamily="34" charset="-122"/>
                          <a:ea typeface="微软雅黑" panose="020B0503020204020204" pitchFamily="34" charset="-122"/>
                        </a:rPr>
                        <a:t>验收发布（二）</a:t>
                      </a:r>
                      <a:endParaRPr lang="zh-CN"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18</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6</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W43</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W48</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364431">
                <a:tc rowSpan="3">
                  <a:txBody>
                    <a:bodyPr/>
                    <a:lstStyle/>
                    <a:p>
                      <a:pPr algn="ctr" fontAlgn="ctr">
                        <a:buNone/>
                      </a:pPr>
                      <a:r>
                        <a:rPr lang="zh-TW" altLang="en-US" sz="1100" b="1" i="0" u="none" strike="noStrike">
                          <a:solidFill>
                            <a:srgbClr val="000000"/>
                          </a:solidFill>
                          <a:effectLst/>
                          <a:latin typeface="微软雅黑" panose="020B0503020204020204" pitchFamily="34" charset="-122"/>
                          <a:ea typeface="微软雅黑" panose="020B0503020204020204" pitchFamily="34" charset="-122"/>
                        </a:rPr>
                        <a:t>交付</a:t>
                      </a:r>
                      <a:endParaRPr lang="zh-TW" altLang="en-US" sz="1100" b="1"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lvl1pPr marL="0" algn="l" defTabSz="914400" rtl="0" eaLnBrk="1" latinLnBrk="0" hangingPunct="1">
                        <a:defRPr sz="1800" kern="1200">
                          <a:solidFill>
                            <a:schemeClr val="tx1"/>
                          </a:solidFill>
                          <a:latin typeface="Arial" panose="020B0604020202090204"/>
                        </a:defRPr>
                      </a:lvl1pPr>
                      <a:lvl2pPr marL="457200" algn="l" defTabSz="914400" rtl="0" eaLnBrk="1" latinLnBrk="0" hangingPunct="1">
                        <a:defRPr sz="1800" kern="1200">
                          <a:solidFill>
                            <a:schemeClr val="tx1"/>
                          </a:solidFill>
                          <a:latin typeface="Arial" panose="020B0604020202090204"/>
                        </a:defRPr>
                      </a:lvl2pPr>
                      <a:lvl3pPr marL="914400" algn="l" defTabSz="914400" rtl="0" eaLnBrk="1" latinLnBrk="0" hangingPunct="1">
                        <a:defRPr sz="1800" kern="1200">
                          <a:solidFill>
                            <a:schemeClr val="tx1"/>
                          </a:solidFill>
                          <a:latin typeface="Arial" panose="020B0604020202090204"/>
                        </a:defRPr>
                      </a:lvl3pPr>
                      <a:lvl4pPr marL="1371600" algn="l" defTabSz="914400" rtl="0" eaLnBrk="1" latinLnBrk="0" hangingPunct="1">
                        <a:defRPr sz="1800" kern="1200">
                          <a:solidFill>
                            <a:schemeClr val="tx1"/>
                          </a:solidFill>
                          <a:latin typeface="Arial" panose="020B0604020202090204"/>
                        </a:defRPr>
                      </a:lvl4pPr>
                      <a:lvl5pPr marL="1828800" algn="l" defTabSz="914400" rtl="0" eaLnBrk="1" latinLnBrk="0" hangingPunct="1">
                        <a:defRPr sz="1800" kern="1200">
                          <a:solidFill>
                            <a:schemeClr val="tx1"/>
                          </a:solidFill>
                          <a:latin typeface="Arial" panose="020B0604020202090204"/>
                        </a:defRPr>
                      </a:lvl5pPr>
                      <a:lvl6pPr marL="2286000" algn="l" defTabSz="914400" rtl="0" eaLnBrk="1" latinLnBrk="0" hangingPunct="1">
                        <a:defRPr sz="1800" kern="1200">
                          <a:solidFill>
                            <a:schemeClr val="tx1"/>
                          </a:solidFill>
                          <a:latin typeface="Arial" panose="020B0604020202090204"/>
                        </a:defRPr>
                      </a:lvl6pPr>
                      <a:lvl7pPr marL="2743200" algn="l" defTabSz="914400" rtl="0" eaLnBrk="1" latinLnBrk="0" hangingPunct="1">
                        <a:defRPr sz="1800" kern="1200">
                          <a:solidFill>
                            <a:schemeClr val="tx1"/>
                          </a:solidFill>
                          <a:latin typeface="Arial" panose="020B0604020202090204"/>
                        </a:defRPr>
                      </a:lvl7pPr>
                      <a:lvl8pPr marL="3200400" algn="l" defTabSz="914400" rtl="0" eaLnBrk="1" latinLnBrk="0" hangingPunct="1">
                        <a:defRPr sz="1800" kern="1200">
                          <a:solidFill>
                            <a:schemeClr val="tx1"/>
                          </a:solidFill>
                          <a:latin typeface="Arial" panose="020B0604020202090204"/>
                        </a:defRPr>
                      </a:lvl8pPr>
                      <a:lvl9pPr marL="3657600" algn="l" defTabSz="914400" rtl="0" eaLnBrk="1" latinLnBrk="0" hangingPunct="1">
                        <a:defRPr sz="1800" kern="1200">
                          <a:solidFill>
                            <a:schemeClr val="tx1"/>
                          </a:solidFill>
                          <a:latin typeface="Arial" panose="020B0604020202090204"/>
                        </a:defRPr>
                      </a:lvl9pPr>
                    </a:lstStyle>
                    <a:p>
                      <a:pPr marL="0" algn="ctr" defTabSz="843915" rtl="0" eaLnBrk="1" fontAlgn="b" latinLnBrk="0" hangingPunct="1"/>
                      <a:r>
                        <a:rPr lang="en-GB" sz="1100" b="1" kern="1200">
                          <a:solidFill>
                            <a:schemeClr val="dk1"/>
                          </a:solidFill>
                          <a:latin typeface="Arial" panose="020B0604020202090204"/>
                          <a:ea typeface="微软雅黑"/>
                          <a:cs typeface="+mn-cs"/>
                        </a:rPr>
                        <a:t>/ </a:t>
                      </a:r>
                      <a:endParaRPr lang="en-GB" sz="1100" b="1" kern="1200">
                        <a:solidFill>
                          <a:schemeClr val="dk1"/>
                        </a:solidFill>
                        <a:latin typeface="Arial" panose="020B0604020202090204"/>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2027</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年</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月</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22</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日</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2027</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年</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4</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月</a:t>
                      </a: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2</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日</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buNone/>
                      </a:pPr>
                      <a:r>
                        <a:rPr lang="en-US" altLang="zh-TW" sz="1100" b="1" i="0" u="none" strike="noStrike">
                          <a:solidFill>
                            <a:srgbClr val="C00000"/>
                          </a:solidFill>
                          <a:effectLst/>
                          <a:latin typeface="微软雅黑" panose="020B0503020204020204" pitchFamily="34" charset="-122"/>
                          <a:ea typeface="微软雅黑" panose="020B0503020204020204" pitchFamily="34" charset="-122"/>
                        </a:rPr>
                        <a:t>7</a:t>
                      </a:r>
                      <a:r>
                        <a:rPr lang="zh-TW" altLang="en-US" sz="1100" b="1" i="0" u="none" strike="noStrike">
                          <a:solidFill>
                            <a:srgbClr val="C00000"/>
                          </a:solidFill>
                          <a:effectLst/>
                          <a:latin typeface="微软雅黑" panose="020B0503020204020204" pitchFamily="34" charset="-122"/>
                          <a:ea typeface="微软雅黑" panose="020B0503020204020204" pitchFamily="34" charset="-122"/>
                        </a:rPr>
                        <a:t>周</a:t>
                      </a:r>
                      <a:endParaRPr lang="zh-TW" altLang="en-US"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buNone/>
                      </a:pPr>
                      <a:r>
                        <a:rPr lang="en-GB" sz="1100" b="1" i="0" u="none" strike="noStrike">
                          <a:solidFill>
                            <a:srgbClr val="C00000"/>
                          </a:solidFill>
                          <a:effectLst/>
                          <a:latin typeface="微软雅黑" panose="020B0503020204020204" pitchFamily="34" charset="-122"/>
                          <a:ea typeface="微软雅黑" panose="020B0503020204020204" pitchFamily="34" charset="-122"/>
                        </a:rPr>
                        <a:t>W48</a:t>
                      </a:r>
                      <a:endParaRPr lang="en-GB"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algn="ctr" fontAlgn="ctr">
                        <a:buNone/>
                      </a:pPr>
                      <a:r>
                        <a:rPr lang="en-GB" sz="1100" b="1" i="0" u="none" strike="noStrike">
                          <a:solidFill>
                            <a:srgbClr val="C00000"/>
                          </a:solidFill>
                          <a:effectLst/>
                          <a:latin typeface="微软雅黑" panose="020B0503020204020204" pitchFamily="34" charset="-122"/>
                          <a:ea typeface="微软雅黑" panose="020B0503020204020204" pitchFamily="34" charset="-122"/>
                        </a:rPr>
                        <a:t>W54</a:t>
                      </a:r>
                      <a:endParaRPr lang="en-GB" sz="1100" b="1" i="0" u="none" strike="noStrike">
                        <a:solidFill>
                          <a:srgbClr val="C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100" b="0" kern="1200">
                          <a:solidFill>
                            <a:schemeClr val="tx1"/>
                          </a:solidFill>
                          <a:latin typeface="+mn-lt"/>
                          <a:ea typeface="微软雅黑"/>
                          <a:cs typeface="+mn-cs"/>
                        </a:rPr>
                        <a:t>/</a:t>
                      </a:r>
                      <a:endParaRPr lang="en-GB" sz="1100" b="0" kern="1200">
                        <a:solidFill>
                          <a:schemeClr val="tx1"/>
                        </a:solidFill>
                        <a:latin typeface="+mn-lt"/>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defRPr/>
                      </a:pPr>
                      <a:r>
                        <a:rPr lang="en-US" sz="1100" b="0" kern="1200">
                          <a:solidFill>
                            <a:schemeClr val="tx1"/>
                          </a:solidFill>
                          <a:latin typeface="+mn-lt"/>
                          <a:ea typeface="微软雅黑"/>
                          <a:cs typeface="+mn-cs"/>
                        </a:rPr>
                        <a:t>/</a:t>
                      </a:r>
                      <a:endParaRPr lang="en-GB" sz="1100" b="0" kern="1200">
                        <a:solidFill>
                          <a:schemeClr val="tx1"/>
                        </a:solidFill>
                        <a:latin typeface="+mn-lt"/>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EEBF7"/>
                    </a:solidFill>
                  </a:tcPr>
                </a:tc>
              </a:tr>
              <a:tr h="364431">
                <a:tc vMerge="1">
                  <a:tcPr marL="6350" marR="6350" marT="6350" marB="0" anchor="ctr">
                    <a:lnL w="12700" cmpd="sng">
                      <a:noFill/>
                    </a:lnL>
                    <a:lnR w="12700" cmpd="sng">
                      <a:noFill/>
                    </a:lnR>
                    <a:lnT w="6350" cap="flat" cmpd="sng" algn="ctr">
                      <a:no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试运行</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19</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W48</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W51</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rowSpan="2" gridSpan="2">
                  <a:txBody>
                    <a:bodyPr/>
                    <a:lstStyle/>
                    <a:p>
                      <a:pPr marL="0" indent="0" algn="l" defTabSz="843915" rtl="0" eaLnBrk="1" fontAlgn="b" latinLnBrk="0" hangingPunct="1">
                        <a:buFont typeface="Arial" panose="020B0604020202090204" pitchFamily="34" charset="0"/>
                        <a:buNone/>
                      </a:pPr>
                      <a:r>
                        <a:rPr lang="zh-CN" altLang="en-US" sz="1100" b="1" kern="1200">
                          <a:solidFill>
                            <a:schemeClr val="dk1"/>
                          </a:solidFill>
                          <a:latin typeface="+mn-lt"/>
                          <a:ea typeface="微软雅黑"/>
                          <a:cs typeface="+mn-cs"/>
                        </a:rPr>
                        <a:t>交付物：</a:t>
                      </a:r>
                      <a:endParaRPr lang="en-US" altLang="zh-CN" sz="1100" b="1"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试运行方案</a:t>
                      </a: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试运行报告</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业务验收报告</a:t>
                      </a: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技术验收报告</a:t>
                      </a:r>
                      <a:r>
                        <a:rPr lang="en-US" altLang="zh-CN" sz="1100" kern="1200">
                          <a:solidFill>
                            <a:schemeClr val="dk1"/>
                          </a:solidFill>
                          <a:latin typeface="+mn-lt"/>
                          <a:ea typeface="微软雅黑"/>
                          <a:cs typeface="+mn-cs"/>
                        </a:rPr>
                        <a:t>》</a:t>
                      </a:r>
                      <a:endParaRPr lang="en-US" altLang="zh-CN" sz="1100" kern="1200">
                        <a:solidFill>
                          <a:schemeClr val="dk1"/>
                        </a:solidFill>
                        <a:latin typeface="+mn-lt"/>
                        <a:ea typeface="微软雅黑"/>
                        <a:cs typeface="+mn-cs"/>
                      </a:endParaRPr>
                    </a:p>
                    <a:p>
                      <a:pPr marL="0" indent="-182880" algn="l" defTabSz="843915" rtl="0" eaLnBrk="1" fontAlgn="b" latinLnBrk="0" hangingPunct="1">
                        <a:buFont typeface="Arial" panose="020B0604020202090204" pitchFamily="34" charset="0"/>
                        <a:buChar char="•"/>
                      </a:pP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运维培训文档</a:t>
                      </a:r>
                      <a:r>
                        <a:rPr lang="en-US" altLang="zh-CN" sz="1100" kern="1200">
                          <a:solidFill>
                            <a:schemeClr val="dk1"/>
                          </a:solidFill>
                          <a:latin typeface="+mn-lt"/>
                          <a:ea typeface="微软雅黑"/>
                          <a:cs typeface="+mn-cs"/>
                        </a:rPr>
                        <a:t>》《</a:t>
                      </a:r>
                      <a:r>
                        <a:rPr lang="zh-CN" altLang="en-US" sz="1100" kern="1200">
                          <a:solidFill>
                            <a:schemeClr val="dk1"/>
                          </a:solidFill>
                          <a:latin typeface="+mn-lt"/>
                          <a:ea typeface="微软雅黑"/>
                          <a:cs typeface="+mn-cs"/>
                        </a:rPr>
                        <a:t>运维服务方案</a:t>
                      </a:r>
                      <a:r>
                        <a:rPr lang="en-US" altLang="zh-CN" sz="1100" kern="1200">
                          <a:solidFill>
                            <a:schemeClr val="dk1"/>
                          </a:solidFill>
                          <a:latin typeface="+mn-lt"/>
                          <a:ea typeface="微软雅黑"/>
                          <a:cs typeface="+mn-cs"/>
                        </a:rPr>
                        <a:t>》</a:t>
                      </a:r>
                      <a:endParaRPr lang="en-US" sz="1100" kern="1200">
                        <a:solidFill>
                          <a:schemeClr val="dk1"/>
                        </a:solidFill>
                        <a:latin typeface="+mn-lt"/>
                        <a:ea typeface="微软雅黑"/>
                        <a:cs typeface="+mn-cs"/>
                      </a:endParaRPr>
                    </a:p>
                  </a:txBody>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rowSpan="2"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r>
              <a:tr h="364431">
                <a:tc vMerge="1">
                  <a:tcPr marL="6350" marR="6350" marT="6350" marB="0" anchor="ctr">
                    <a:lnL w="12700" cmpd="sng">
                      <a:noFill/>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solidFill>
                      <a:srgbClr val="5B9BD5">
                        <a:lumMod val="20000"/>
                        <a:lumOff val="80000"/>
                      </a:srgbClr>
                    </a:solidFill>
                  </a:tcPr>
                </a:tc>
                <a:tc gridSpan="2">
                  <a:txBody>
                    <a:bodyPr/>
                    <a:lstStyle/>
                    <a:p>
                      <a:pPr algn="ctr" fontAlgn="t">
                        <a:buNone/>
                      </a:pP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回顾总结</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hMerge="1">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2027</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年</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4</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月</a:t>
                      </a: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2</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日</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US" altLang="zh-TW" sz="1100" b="0" i="0" u="none" strike="noStrike">
                          <a:solidFill>
                            <a:srgbClr val="000000"/>
                          </a:solidFill>
                          <a:effectLst/>
                          <a:latin typeface="微软雅黑" panose="020B0503020204020204" pitchFamily="34" charset="-122"/>
                          <a:ea typeface="微软雅黑" panose="020B0503020204020204" pitchFamily="34" charset="-122"/>
                        </a:rPr>
                        <a:t>3</a:t>
                      </a:r>
                      <a:r>
                        <a:rPr lang="zh-TW" altLang="en-US" sz="1100" b="0" i="0" u="none" strike="noStrike">
                          <a:solidFill>
                            <a:srgbClr val="000000"/>
                          </a:solidFill>
                          <a:effectLst/>
                          <a:latin typeface="微软雅黑" panose="020B0503020204020204" pitchFamily="34" charset="-122"/>
                          <a:ea typeface="微软雅黑" panose="020B0503020204020204" pitchFamily="34" charset="-122"/>
                        </a:rPr>
                        <a:t>周</a:t>
                      </a:r>
                      <a:endParaRPr lang="zh-TW" altLang="en-US"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W52</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t">
                        <a:buNone/>
                      </a:pPr>
                      <a:r>
                        <a:rPr lang="en-GB" sz="1100" b="0" i="0" u="none" strike="noStrike">
                          <a:solidFill>
                            <a:srgbClr val="000000"/>
                          </a:solidFill>
                          <a:effectLst/>
                          <a:latin typeface="微软雅黑" panose="020B0503020204020204" pitchFamily="34" charset="-122"/>
                          <a:ea typeface="微软雅黑" panose="020B0503020204020204" pitchFamily="34" charset="-122"/>
                        </a:rPr>
                        <a:t>W54</a:t>
                      </a:r>
                      <a:endParaRPr lang="en-GB" sz="1100" b="0" i="0" u="none" strike="noStrike">
                        <a:solidFill>
                          <a:srgbClr val="000000"/>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gridSpan="2">
                  <a:tcPr marL="6350" marR="6350" marT="635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c vMerge="1" hMerge="1">
                  <a:tcPr marL="6350" marR="6350" marT="6350" marB="0" anchor="ctr">
                    <a:lnL w="9525" cap="flat" cmpd="sng" algn="ctr">
                      <a:solidFill>
                        <a:schemeClr val="bg1">
                          <a:lumMod val="85000"/>
                        </a:schemeClr>
                      </a:solidFill>
                      <a:prstDash val="solid"/>
                      <a:round/>
                      <a:headEnd type="none" w="med" len="med"/>
                      <a:tailEnd type="none" w="med" len="med"/>
                    </a:lnL>
                    <a:lnR w="12700" cmpd="sng">
                      <a:noFill/>
                    </a:lnR>
                    <a:lnT w="9525" cap="flat" cmpd="sng" algn="ctr">
                      <a:solidFill>
                        <a:schemeClr val="bg1">
                          <a:lumMod val="85000"/>
                        </a:schemeClr>
                      </a:solidFill>
                      <a:prstDash val="solid"/>
                      <a:round/>
                      <a:headEnd type="none" w="med" len="med"/>
                      <a:tailEnd type="none" w="med" len="med"/>
                    </a:lnT>
                    <a:lnB w="12700" cap="flat" cmpd="sng" algn="ctr">
                      <a:solidFill>
                        <a:srgbClr val="00338D"/>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需求调研：已开展</a:t>
            </a:r>
            <a:r>
              <a:rPr lang="en-US" altLang="zh-CN">
                <a:solidFill>
                  <a:srgbClr val="00338D"/>
                </a:solidFill>
              </a:rPr>
              <a:t>41</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场访谈（</a:t>
            </a:r>
            <a:r>
              <a:rPr lang="en-US" altLang="zh-CN">
                <a:solidFill>
                  <a:srgbClr val="00338D"/>
                </a:solidFill>
              </a:rPr>
              <a:t>41</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/4</a:t>
            </a:r>
            <a:r>
              <a:rPr lang="en-US" altLang="zh-CN">
                <a:solidFill>
                  <a:srgbClr val="00338D"/>
                </a:solidFill>
              </a:rPr>
              <a:t>7</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场），目前进度</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8</a:t>
            </a:r>
            <a:r>
              <a:rPr lang="en-US" altLang="zh-CN">
                <a:solidFill>
                  <a:srgbClr val="00338D"/>
                </a:solidFill>
              </a:rPr>
              <a:t>7</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pSp>
        <p:nvGrpSpPr>
          <p:cNvPr id="146" name="Group 145"/>
          <p:cNvGrpSpPr/>
          <p:nvPr/>
        </p:nvGrpSpPr>
        <p:grpSpPr>
          <a:xfrm>
            <a:off x="9740102" y="526474"/>
            <a:ext cx="821200" cy="240256"/>
            <a:chOff x="8786351" y="6406425"/>
            <a:chExt cx="821200" cy="240256"/>
          </a:xfrm>
        </p:grpSpPr>
        <p:sp>
          <p:nvSpPr>
            <p:cNvPr id="34" name="object 35"/>
            <p:cNvSpPr/>
            <p:nvPr/>
          </p:nvSpPr>
          <p:spPr>
            <a:xfrm>
              <a:off x="8858351" y="6478425"/>
              <a:ext cx="280015" cy="127008"/>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050" b="0" i="0" u="none" strike="noStrike" kern="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endParaRPr>
            </a:p>
          </p:txBody>
        </p:sp>
        <p:sp>
          <p:nvSpPr>
            <p:cNvPr id="35" name="object 35"/>
            <p:cNvSpPr/>
            <p:nvPr/>
          </p:nvSpPr>
          <p:spPr>
            <a:xfrm>
              <a:off x="9189795" y="6437178"/>
              <a:ext cx="417756" cy="209503"/>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noFill/>
            <a:ln w="12700" cap="flat" cmpd="sng" algn="ctr">
              <a:noFill/>
              <a:prstDash val="solid"/>
              <a:miter lim="800000"/>
            </a:ln>
            <a:effectLst/>
          </p:spPr>
          <p:txBody>
            <a:bodyPr lIns="0" tIns="54000" rIns="0" bIns="54000" rtlCol="0" anchor="ct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已访谈</a:t>
              </a:r>
              <a:endParaRPr kumimoji="0" sz="900" b="0"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36" name="Oval 35"/>
            <p:cNvSpPr/>
            <p:nvPr/>
          </p:nvSpPr>
          <p:spPr>
            <a:xfrm>
              <a:off x="8786351" y="6406425"/>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47" name="Group 146"/>
          <p:cNvGrpSpPr/>
          <p:nvPr/>
        </p:nvGrpSpPr>
        <p:grpSpPr>
          <a:xfrm>
            <a:off x="10631219" y="526474"/>
            <a:ext cx="821200" cy="240256"/>
            <a:chOff x="9677468" y="6406425"/>
            <a:chExt cx="821200" cy="240256"/>
          </a:xfrm>
        </p:grpSpPr>
        <p:sp>
          <p:nvSpPr>
            <p:cNvPr id="37" name="object 35"/>
            <p:cNvSpPr/>
            <p:nvPr/>
          </p:nvSpPr>
          <p:spPr>
            <a:xfrm>
              <a:off x="9749468" y="6478425"/>
              <a:ext cx="280015" cy="127008"/>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sz="1050" b="0" i="0" u="none" strike="noStrike" kern="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endParaRPr>
            </a:p>
          </p:txBody>
        </p:sp>
        <p:sp>
          <p:nvSpPr>
            <p:cNvPr id="38" name="object 35"/>
            <p:cNvSpPr/>
            <p:nvPr/>
          </p:nvSpPr>
          <p:spPr>
            <a:xfrm>
              <a:off x="10080912" y="6437178"/>
              <a:ext cx="417756" cy="209503"/>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noFill/>
            <a:ln w="12700" cap="flat" cmpd="sng" algn="ctr">
              <a:noFill/>
              <a:prstDash val="solid"/>
              <a:miter lim="800000"/>
            </a:ln>
            <a:effectLst/>
          </p:spPr>
          <p:txBody>
            <a:bodyPr lIns="0" tIns="54000" rIns="0" bIns="54000" rtlCol="0" anchor="ctr"/>
            <a:lstStyle/>
            <a:p>
              <a:pPr marL="0" marR="0" lvl="0" indent="0" defTabSz="914400" eaLnBrk="1" fontAlgn="auto" latinLnBrk="0" hangingPunct="1">
                <a:lnSpc>
                  <a:spcPct val="100000"/>
                </a:lnSpc>
                <a:spcBef>
                  <a:spcPts val="0"/>
                </a:spcBef>
                <a:spcAft>
                  <a:spcPts val="0"/>
                </a:spcAft>
                <a:buClrTx/>
                <a:buSzTx/>
                <a:buFontTx/>
                <a:buNone/>
                <a:defRPr/>
              </a:pPr>
              <a:r>
                <a:rPr kumimoji="0" lang="zh-CN" altLang="en-US" sz="900" b="0" i="0" u="none" strike="noStrike" kern="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待访谈</a:t>
              </a:r>
              <a:endParaRPr kumimoji="0" sz="900" b="0" i="0" u="none" strike="noStrike" kern="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39" name="Oval 38"/>
            <p:cNvSpPr/>
            <p:nvPr/>
          </p:nvSpPr>
          <p:spPr>
            <a:xfrm>
              <a:off x="9677468" y="6406425"/>
              <a:ext cx="144000" cy="144000"/>
            </a:xfrm>
            <a:prstGeom prst="ellipse">
              <a:avLst/>
            </a:prstGeom>
            <a:solidFill>
              <a:schemeClr val="tx1">
                <a:lumMod val="50000"/>
                <a:lumOff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sp>
        <p:nvSpPr>
          <p:cNvPr id="15" name="Rectangle 50"/>
          <p:cNvSpPr/>
          <p:nvPr/>
        </p:nvSpPr>
        <p:spPr>
          <a:xfrm>
            <a:off x="1218475" y="1217146"/>
            <a:ext cx="1935761"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lang="zh-CN" altLang="en-US" sz="1050" b="1">
                <a:solidFill>
                  <a:prstClr val="white"/>
                </a:solidFill>
                <a:latin typeface="微软雅黑" panose="020B0503020204020204" pitchFamily="34" charset="-122"/>
                <a:ea typeface="微软雅黑" panose="020B0503020204020204" pitchFamily="34" charset="-122"/>
              </a:rPr>
              <a:t>住房服务中心</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0" name="object 35"/>
          <p:cNvSpPr/>
          <p:nvPr/>
        </p:nvSpPr>
        <p:spPr>
          <a:xfrm>
            <a:off x="1218475" y="2011399"/>
            <a:ext cx="1935761"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CN" altLang="en-US" sz="1050" kern="0">
                <a:latin typeface="微软雅黑" panose="020B0503020204020204" pitchFamily="34" charset="-122"/>
                <a:ea typeface="微软雅黑" panose="020B0503020204020204" pitchFamily="34" charset="-122"/>
              </a:rPr>
              <a:t>王福星、刘威、</a:t>
            </a:r>
            <a:r>
              <a:rPr lang="en-US" sz="1050" kern="0">
                <a:latin typeface="微软雅黑" panose="020B0503020204020204" pitchFamily="34" charset="-122"/>
                <a:ea typeface="微软雅黑" panose="020B0503020204020204" pitchFamily="34" charset="-122"/>
              </a:rPr>
              <a:t> 林蓉、旷达</a:t>
            </a:r>
            <a:endParaRPr sz="1050" kern="0" dirty="0">
              <a:latin typeface="微软雅黑" panose="020B0503020204020204" pitchFamily="34" charset="-122"/>
              <a:ea typeface="微软雅黑" panose="020B0503020204020204" pitchFamily="34" charset="-122"/>
            </a:endParaRPr>
          </a:p>
        </p:txBody>
      </p:sp>
      <p:sp>
        <p:nvSpPr>
          <p:cNvPr id="40" name="Oval 39"/>
          <p:cNvSpPr/>
          <p:nvPr/>
        </p:nvSpPr>
        <p:spPr>
          <a:xfrm>
            <a:off x="1150102" y="1934409"/>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nvGrpSpPr>
          <p:cNvPr id="151" name="Group 150"/>
          <p:cNvGrpSpPr/>
          <p:nvPr/>
        </p:nvGrpSpPr>
        <p:grpSpPr>
          <a:xfrm>
            <a:off x="4022631" y="1216710"/>
            <a:ext cx="2000031" cy="1108428"/>
            <a:chOff x="4028593" y="1216731"/>
            <a:chExt cx="2000031" cy="1108428"/>
          </a:xfrm>
        </p:grpSpPr>
        <p:sp>
          <p:nvSpPr>
            <p:cNvPr id="16" name="Rectangle 50"/>
            <p:cNvSpPr/>
            <p:nvPr/>
          </p:nvSpPr>
          <p:spPr>
            <a:xfrm>
              <a:off x="4092863" y="1216731"/>
              <a:ext cx="1935761"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lang="zh-CN" altLang="en-US" sz="1050" b="1">
                  <a:solidFill>
                    <a:prstClr val="white"/>
                  </a:solidFill>
                  <a:latin typeface="微软雅黑" panose="020B0503020204020204" pitchFamily="34" charset="-122"/>
                  <a:ea typeface="微软雅黑" panose="020B0503020204020204" pitchFamily="34" charset="-122"/>
                </a:rPr>
                <a:t>财务部</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56" name="Group 55"/>
            <p:cNvGrpSpPr/>
            <p:nvPr/>
          </p:nvGrpSpPr>
          <p:grpSpPr>
            <a:xfrm>
              <a:off x="4028593" y="1933994"/>
              <a:ext cx="2000031" cy="391165"/>
              <a:chOff x="4260089" y="2130769"/>
              <a:chExt cx="2000031" cy="391165"/>
            </a:xfrm>
          </p:grpSpPr>
          <p:sp>
            <p:nvSpPr>
              <p:cNvPr id="31" name="object 35"/>
              <p:cNvSpPr/>
              <p:nvPr/>
            </p:nvSpPr>
            <p:spPr>
              <a:xfrm>
                <a:off x="4324359" y="2208630"/>
                <a:ext cx="1935761"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CN" altLang="en-US" sz="1050" kern="0">
                    <a:latin typeface="微软雅黑" panose="020B0503020204020204" pitchFamily="34" charset="-122"/>
                    <a:ea typeface="微软雅黑" panose="020B0503020204020204" pitchFamily="34" charset="-122"/>
                  </a:rPr>
                  <a:t>沙里剑</a:t>
                </a:r>
                <a:endParaRPr sz="1050" kern="0" dirty="0">
                  <a:latin typeface="微软雅黑" panose="020B0503020204020204" pitchFamily="34" charset="-122"/>
                  <a:ea typeface="微软雅黑" panose="020B0503020204020204" pitchFamily="34" charset="-122"/>
                </a:endParaRPr>
              </a:p>
            </p:txBody>
          </p:sp>
          <p:sp>
            <p:nvSpPr>
              <p:cNvPr id="41" name="Oval 40"/>
              <p:cNvSpPr/>
              <p:nvPr/>
            </p:nvSpPr>
            <p:spPr>
              <a:xfrm>
                <a:off x="4260089" y="2130769"/>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grpSp>
        <p:nvGrpSpPr>
          <p:cNvPr id="150" name="Group 149"/>
          <p:cNvGrpSpPr/>
          <p:nvPr/>
        </p:nvGrpSpPr>
        <p:grpSpPr>
          <a:xfrm>
            <a:off x="6891057" y="1221468"/>
            <a:ext cx="2007761" cy="1098913"/>
            <a:chOff x="6301967" y="1216731"/>
            <a:chExt cx="2007761" cy="1098913"/>
          </a:xfrm>
        </p:grpSpPr>
        <p:sp>
          <p:nvSpPr>
            <p:cNvPr id="17" name="Rectangle 50"/>
            <p:cNvSpPr/>
            <p:nvPr/>
          </p:nvSpPr>
          <p:spPr>
            <a:xfrm>
              <a:off x="6373967" y="1216731"/>
              <a:ext cx="1935761"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kumimoji="0" lang="zh-CN" altLang="en-US" sz="105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信息管理部</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2" name="object 35"/>
            <p:cNvSpPr/>
            <p:nvPr/>
          </p:nvSpPr>
          <p:spPr>
            <a:xfrm>
              <a:off x="6373967" y="2002340"/>
              <a:ext cx="1935761"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en-US" sz="1050" kern="0">
                  <a:latin typeface="微软雅黑" panose="020B0503020204020204" pitchFamily="34" charset="-122"/>
                  <a:ea typeface="微软雅黑" panose="020B0503020204020204" pitchFamily="34" charset="-122"/>
                </a:rPr>
                <a:t>业务骨干</a:t>
              </a:r>
              <a:endParaRPr sz="1050" kern="0" dirty="0">
                <a:latin typeface="微软雅黑" panose="020B0503020204020204" pitchFamily="34" charset="-122"/>
                <a:ea typeface="微软雅黑" panose="020B0503020204020204" pitchFamily="34" charset="-122"/>
              </a:endParaRPr>
            </a:p>
          </p:txBody>
        </p:sp>
        <p:sp>
          <p:nvSpPr>
            <p:cNvPr id="42" name="Oval 41"/>
            <p:cNvSpPr/>
            <p:nvPr/>
          </p:nvSpPr>
          <p:spPr>
            <a:xfrm>
              <a:off x="6301967" y="1933994"/>
              <a:ext cx="144000" cy="144000"/>
            </a:xfrm>
            <a:prstGeom prst="ellipse">
              <a:avLst/>
            </a:prstGeom>
            <a:solidFill>
              <a:schemeClr val="tx1">
                <a:lumMod val="50000"/>
                <a:lumOff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49" name="Group 148"/>
          <p:cNvGrpSpPr/>
          <p:nvPr/>
        </p:nvGrpSpPr>
        <p:grpSpPr>
          <a:xfrm>
            <a:off x="9767214" y="1217146"/>
            <a:ext cx="2015491" cy="1107557"/>
            <a:chOff x="8575341" y="1216731"/>
            <a:chExt cx="2015491" cy="1107557"/>
          </a:xfrm>
        </p:grpSpPr>
        <p:sp>
          <p:nvSpPr>
            <p:cNvPr id="18" name="Rectangle 50"/>
            <p:cNvSpPr/>
            <p:nvPr/>
          </p:nvSpPr>
          <p:spPr>
            <a:xfrm>
              <a:off x="8655071" y="1216731"/>
              <a:ext cx="1935761"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kumimoji="0" lang="zh-CN" altLang="en-US" sz="105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数智（深圳）共享</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9" name="object 35"/>
            <p:cNvSpPr/>
            <p:nvPr/>
          </p:nvSpPr>
          <p:spPr>
            <a:xfrm>
              <a:off x="9037765" y="1660458"/>
              <a:ext cx="1170373" cy="247221"/>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营销管理中心</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cxnSp>
          <p:nvCxnSpPr>
            <p:cNvPr id="29" name="Straight Connector 28"/>
            <p:cNvCxnSpPr>
              <a:stCxn id="18" idx="2"/>
            </p:cNvCxnSpPr>
            <p:nvPr/>
          </p:nvCxnSpPr>
          <p:spPr>
            <a:xfrm flipH="1">
              <a:off x="9622951" y="1491051"/>
              <a:ext cx="1" cy="169407"/>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3" name="object 35"/>
            <p:cNvSpPr/>
            <p:nvPr/>
          </p:nvSpPr>
          <p:spPr>
            <a:xfrm>
              <a:off x="8655071" y="2010984"/>
              <a:ext cx="1935761"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罗酉艺</a:t>
              </a:r>
              <a:endParaRPr sz="1050" kern="0" dirty="0">
                <a:latin typeface="微软雅黑" panose="020B0503020204020204" pitchFamily="34" charset="-122"/>
                <a:ea typeface="微软雅黑" panose="020B0503020204020204" pitchFamily="34" charset="-122"/>
              </a:endParaRPr>
            </a:p>
          </p:txBody>
        </p:sp>
        <p:sp>
          <p:nvSpPr>
            <p:cNvPr id="43" name="Oval 42"/>
            <p:cNvSpPr/>
            <p:nvPr/>
          </p:nvSpPr>
          <p:spPr>
            <a:xfrm>
              <a:off x="8575341" y="1933994"/>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sp>
        <p:nvSpPr>
          <p:cNvPr id="45" name="Rectangle 50"/>
          <p:cNvSpPr/>
          <p:nvPr/>
        </p:nvSpPr>
        <p:spPr>
          <a:xfrm>
            <a:off x="1222804" y="2482914"/>
            <a:ext cx="7558707"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lang="zh-CN" altLang="en-US" sz="1050" b="1">
                <a:solidFill>
                  <a:prstClr val="white"/>
                </a:solidFill>
                <a:latin typeface="微软雅黑" panose="020B0503020204020204" pitchFamily="34" charset="-122"/>
                <a:ea typeface="微软雅黑" panose="020B0503020204020204" pitchFamily="34" charset="-122"/>
              </a:rPr>
              <a:t>房屋租赁公司</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7" name="Rectangle 50"/>
          <p:cNvSpPr/>
          <p:nvPr/>
        </p:nvSpPr>
        <p:spPr>
          <a:xfrm>
            <a:off x="9269836" y="2482914"/>
            <a:ext cx="2512869"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lang="zh-CN" altLang="en-US" sz="1050" b="1">
                <a:solidFill>
                  <a:prstClr val="white"/>
                </a:solidFill>
                <a:latin typeface="微软雅黑" panose="020B0503020204020204" pitchFamily="34" charset="-122"/>
                <a:ea typeface="微软雅黑" panose="020B0503020204020204" pitchFamily="34" charset="-122"/>
              </a:rPr>
              <a:t>乐寓公司</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48" name="Rectangle 47"/>
          <p:cNvSpPr/>
          <p:nvPr/>
        </p:nvSpPr>
        <p:spPr>
          <a:xfrm>
            <a:off x="1138176" y="2667591"/>
            <a:ext cx="9806205" cy="1890551"/>
          </a:xfrm>
          <a:prstGeom prst="rect">
            <a:avLst/>
          </a:prstGeom>
          <a:no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t" anchorCtr="0"/>
          <a:lstStyle/>
          <a:p>
            <a:pPr marL="0" marR="0" lvl="0" indent="0" algn="ctr" defTabSz="914400" rtl="0" eaLnBrk="1" fontAlgn="auto" latinLnBrk="0" hangingPunct="1">
              <a:lnSpc>
                <a:spcPts val="1400"/>
              </a:lnSpc>
              <a:spcBef>
                <a:spcPts val="0"/>
              </a:spcBef>
              <a:spcAft>
                <a:spcPts val="0"/>
              </a:spcAft>
              <a:buClrTx/>
              <a:buSzTx/>
              <a:buFontTx/>
              <a:buNone/>
              <a:defRPr/>
            </a:pPr>
            <a:endParaRPr kumimoji="0" lang="en-US" altLang="zh-CN" sz="11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endParaRPr>
          </a:p>
        </p:txBody>
      </p:sp>
      <p:grpSp>
        <p:nvGrpSpPr>
          <p:cNvPr id="105" name="Group 104"/>
          <p:cNvGrpSpPr/>
          <p:nvPr/>
        </p:nvGrpSpPr>
        <p:grpSpPr>
          <a:xfrm>
            <a:off x="9197836" y="3771940"/>
            <a:ext cx="1020288" cy="756289"/>
            <a:chOff x="9429332" y="4142340"/>
            <a:chExt cx="1020288" cy="756289"/>
          </a:xfrm>
        </p:grpSpPr>
        <p:sp>
          <p:nvSpPr>
            <p:cNvPr id="70" name="object 35"/>
            <p:cNvSpPr/>
            <p:nvPr/>
          </p:nvSpPr>
          <p:spPr>
            <a:xfrm>
              <a:off x="9501332" y="4142340"/>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50">
                  <a:latin typeface="微软雅黑" panose="020B0503020204020204" pitchFamily="34" charset="-122"/>
                  <a:ea typeface="微软雅黑" panose="020B0503020204020204" pitchFamily="34" charset="-122"/>
                </a:rPr>
                <a:t>市场</a:t>
              </a:r>
              <a:r>
                <a:rPr kumimoji="0" lang="zh-CN" altLang="en-US" sz="1050" b="0"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部</a:t>
              </a:r>
              <a:endParaRPr kumimoji="0" sz="1050" b="0"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71" name="object 35"/>
            <p:cNvSpPr/>
            <p:nvPr/>
          </p:nvSpPr>
          <p:spPr>
            <a:xfrm>
              <a:off x="9501332" y="4585325"/>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en-US" sz="1050" kern="0">
                  <a:latin typeface="微软雅黑" panose="020B0503020204020204" pitchFamily="34" charset="-122"/>
                  <a:ea typeface="微软雅黑" panose="020B0503020204020204" pitchFamily="34" charset="-122"/>
                </a:rPr>
                <a:t>舒锐、黄聪</a:t>
              </a:r>
              <a:endParaRPr sz="1050" kern="0" dirty="0">
                <a:latin typeface="微软雅黑" panose="020B0503020204020204" pitchFamily="34" charset="-122"/>
                <a:ea typeface="微软雅黑" panose="020B0503020204020204" pitchFamily="34" charset="-122"/>
              </a:endParaRPr>
            </a:p>
          </p:txBody>
        </p:sp>
        <p:sp>
          <p:nvSpPr>
            <p:cNvPr id="72" name="Oval 71"/>
            <p:cNvSpPr/>
            <p:nvPr/>
          </p:nvSpPr>
          <p:spPr>
            <a:xfrm>
              <a:off x="9429332" y="4510394"/>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sp>
        <p:nvSpPr>
          <p:cNvPr id="51" name="object 35"/>
          <p:cNvSpPr/>
          <p:nvPr/>
        </p:nvSpPr>
        <p:spPr>
          <a:xfrm>
            <a:off x="2367262" y="3771940"/>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50">
                <a:solidFill>
                  <a:srgbClr val="000000">
                    <a:lumMod val="75000"/>
                    <a:lumOff val="25000"/>
                  </a:srgbClr>
                </a:solidFill>
                <a:latin typeface="微软雅黑" panose="020B0503020204020204" pitchFamily="34" charset="-122"/>
                <a:ea typeface="微软雅黑" panose="020B0503020204020204" pitchFamily="34" charset="-122"/>
              </a:rPr>
              <a:t>综合</a:t>
            </a: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部</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58" name="object 35"/>
          <p:cNvSpPr/>
          <p:nvPr/>
        </p:nvSpPr>
        <p:spPr>
          <a:xfrm>
            <a:off x="2367262" y="4214925"/>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李振、梁柳</a:t>
            </a:r>
            <a:endParaRPr sz="1050" kern="0" dirty="0">
              <a:latin typeface="微软雅黑" panose="020B0503020204020204" pitchFamily="34" charset="-122"/>
              <a:ea typeface="微软雅黑" panose="020B0503020204020204" pitchFamily="34" charset="-122"/>
            </a:endParaRPr>
          </a:p>
        </p:txBody>
      </p:sp>
      <p:sp>
        <p:nvSpPr>
          <p:cNvPr id="59" name="Oval 58"/>
          <p:cNvSpPr/>
          <p:nvPr/>
        </p:nvSpPr>
        <p:spPr>
          <a:xfrm>
            <a:off x="2287619" y="4139994"/>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53" name="object 35"/>
          <p:cNvSpPr/>
          <p:nvPr/>
        </p:nvSpPr>
        <p:spPr>
          <a:xfrm>
            <a:off x="1217819" y="3771940"/>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住房部</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66" name="object 35"/>
          <p:cNvSpPr/>
          <p:nvPr/>
        </p:nvSpPr>
        <p:spPr>
          <a:xfrm>
            <a:off x="1217819" y="4214925"/>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尹湘海、陈俊盛</a:t>
            </a:r>
            <a:endParaRPr sz="1050" kern="0" dirty="0">
              <a:latin typeface="微软雅黑" panose="020B0503020204020204" pitchFamily="34" charset="-122"/>
              <a:ea typeface="微软雅黑" panose="020B0503020204020204" pitchFamily="34" charset="-122"/>
            </a:endParaRPr>
          </a:p>
        </p:txBody>
      </p:sp>
      <p:sp>
        <p:nvSpPr>
          <p:cNvPr id="67" name="Oval 66"/>
          <p:cNvSpPr/>
          <p:nvPr/>
        </p:nvSpPr>
        <p:spPr>
          <a:xfrm>
            <a:off x="1138176" y="4139994"/>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nvGrpSpPr>
          <p:cNvPr id="115" name="Group 114"/>
          <p:cNvGrpSpPr/>
          <p:nvPr/>
        </p:nvGrpSpPr>
        <p:grpSpPr>
          <a:xfrm>
            <a:off x="1807743" y="3218090"/>
            <a:ext cx="1027931" cy="388235"/>
            <a:chOff x="1807743" y="3218090"/>
            <a:chExt cx="1027931" cy="388235"/>
          </a:xfrm>
        </p:grpSpPr>
        <p:sp>
          <p:nvSpPr>
            <p:cNvPr id="80"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庄立川</a:t>
              </a:r>
              <a:endParaRPr sz="1050" kern="0" dirty="0">
                <a:latin typeface="微软雅黑" panose="020B0503020204020204" pitchFamily="34" charset="-122"/>
                <a:ea typeface="微软雅黑" panose="020B0503020204020204" pitchFamily="34" charset="-122"/>
              </a:endParaRPr>
            </a:p>
          </p:txBody>
        </p:sp>
        <p:sp>
          <p:nvSpPr>
            <p:cNvPr id="81" name="Oval 80"/>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sp>
        <p:nvSpPr>
          <p:cNvPr id="52" name="object 35"/>
          <p:cNvSpPr/>
          <p:nvPr/>
        </p:nvSpPr>
        <p:spPr>
          <a:xfrm>
            <a:off x="4944713" y="3771940"/>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财务部</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60" name="object 35"/>
          <p:cNvSpPr/>
          <p:nvPr/>
        </p:nvSpPr>
        <p:spPr>
          <a:xfrm>
            <a:off x="4944713" y="4214925"/>
            <a:ext cx="473644"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en-US" sz="1050" kern="0">
                <a:latin typeface="微软雅黑" panose="020B0503020204020204" pitchFamily="34" charset="-122"/>
                <a:ea typeface="微软雅黑" panose="020B0503020204020204" pitchFamily="34" charset="-122"/>
              </a:rPr>
              <a:t>吴伟光</a:t>
            </a:r>
            <a:endParaRPr sz="1050" kern="0" dirty="0">
              <a:latin typeface="微软雅黑" panose="020B0503020204020204" pitchFamily="34" charset="-122"/>
              <a:ea typeface="微软雅黑" panose="020B0503020204020204" pitchFamily="34" charset="-122"/>
            </a:endParaRPr>
          </a:p>
        </p:txBody>
      </p:sp>
      <p:sp>
        <p:nvSpPr>
          <p:cNvPr id="61" name="Oval 60"/>
          <p:cNvSpPr/>
          <p:nvPr/>
        </p:nvSpPr>
        <p:spPr>
          <a:xfrm>
            <a:off x="4865070" y="4139994"/>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49" name="object 35"/>
          <p:cNvSpPr/>
          <p:nvPr/>
        </p:nvSpPr>
        <p:spPr>
          <a:xfrm>
            <a:off x="3811517" y="3771940"/>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数营部</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62" name="object 35"/>
          <p:cNvSpPr/>
          <p:nvPr/>
        </p:nvSpPr>
        <p:spPr>
          <a:xfrm>
            <a:off x="3811517" y="4214925"/>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en-US" sz="800" kern="0">
                <a:latin typeface="微软雅黑" panose="020B0503020204020204" pitchFamily="34" charset="-122"/>
                <a:ea typeface="微软雅黑" panose="020B0503020204020204" pitchFamily="34" charset="-122"/>
              </a:rPr>
              <a:t>郭小博、李亚彬、胡英俊、刘薇、周波</a:t>
            </a:r>
            <a:endParaRPr sz="800" kern="0" dirty="0">
              <a:latin typeface="微软雅黑" panose="020B0503020204020204" pitchFamily="34" charset="-122"/>
              <a:ea typeface="微软雅黑" panose="020B0503020204020204" pitchFamily="34" charset="-122"/>
            </a:endParaRPr>
          </a:p>
        </p:txBody>
      </p:sp>
      <p:sp>
        <p:nvSpPr>
          <p:cNvPr id="63" name="Oval 62"/>
          <p:cNvSpPr/>
          <p:nvPr/>
        </p:nvSpPr>
        <p:spPr>
          <a:xfrm>
            <a:off x="3731874" y="4139994"/>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82" name="object 35"/>
          <p:cNvSpPr/>
          <p:nvPr/>
        </p:nvSpPr>
        <p:spPr>
          <a:xfrm>
            <a:off x="4470069"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en-US" sz="1050" kern="0">
                <a:latin typeface="微软雅黑" panose="020B0503020204020204" pitchFamily="34" charset="-122"/>
                <a:ea typeface="微软雅黑" panose="020B0503020204020204" pitchFamily="34" charset="-122"/>
              </a:rPr>
              <a:t>孙璐</a:t>
            </a:r>
            <a:endParaRPr sz="1050" kern="0" dirty="0">
              <a:latin typeface="微软雅黑" panose="020B0503020204020204" pitchFamily="34" charset="-122"/>
              <a:ea typeface="微软雅黑" panose="020B0503020204020204" pitchFamily="34" charset="-122"/>
            </a:endParaRPr>
          </a:p>
        </p:txBody>
      </p:sp>
      <p:sp>
        <p:nvSpPr>
          <p:cNvPr id="83" name="Oval 82"/>
          <p:cNvSpPr/>
          <p:nvPr/>
        </p:nvSpPr>
        <p:spPr>
          <a:xfrm>
            <a:off x="4390426" y="3218090"/>
            <a:ext cx="144000" cy="144000"/>
          </a:xfrm>
          <a:prstGeom prst="ellipse">
            <a:avLst/>
          </a:prstGeom>
          <a:solidFill>
            <a:schemeClr val="tx1">
              <a:lumMod val="50000"/>
              <a:lumOff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nvGrpSpPr>
          <p:cNvPr id="95" name="Group 94"/>
          <p:cNvGrpSpPr/>
          <p:nvPr/>
        </p:nvGrpSpPr>
        <p:grpSpPr>
          <a:xfrm>
            <a:off x="6309325" y="3218090"/>
            <a:ext cx="1027931" cy="1310139"/>
            <a:chOff x="6571884" y="3322271"/>
            <a:chExt cx="1027931" cy="1310139"/>
          </a:xfrm>
        </p:grpSpPr>
        <p:sp>
          <p:nvSpPr>
            <p:cNvPr id="54" name="object 35"/>
            <p:cNvSpPr/>
            <p:nvPr/>
          </p:nvSpPr>
          <p:spPr>
            <a:xfrm>
              <a:off x="6651527" y="3876121"/>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商业部</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68" name="object 35"/>
            <p:cNvSpPr/>
            <p:nvPr/>
          </p:nvSpPr>
          <p:spPr>
            <a:xfrm>
              <a:off x="6651527" y="4319106"/>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洪晓彬、欧永超、张培连</a:t>
              </a:r>
              <a:endParaRPr sz="1050" kern="0" dirty="0">
                <a:latin typeface="微软雅黑" panose="020B0503020204020204" pitchFamily="34" charset="-122"/>
                <a:ea typeface="微软雅黑" panose="020B0503020204020204" pitchFamily="34" charset="-122"/>
              </a:endParaRPr>
            </a:p>
          </p:txBody>
        </p:sp>
        <p:sp>
          <p:nvSpPr>
            <p:cNvPr id="69" name="Oval 68"/>
            <p:cNvSpPr/>
            <p:nvPr/>
          </p:nvSpPr>
          <p:spPr>
            <a:xfrm>
              <a:off x="6571884" y="4244175"/>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87" name="object 35"/>
            <p:cNvSpPr/>
            <p:nvPr/>
          </p:nvSpPr>
          <p:spPr>
            <a:xfrm>
              <a:off x="6651527" y="3397202"/>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熊玮艺</a:t>
              </a:r>
              <a:endParaRPr sz="1050" kern="0" dirty="0">
                <a:latin typeface="微软雅黑" panose="020B0503020204020204" pitchFamily="34" charset="-122"/>
                <a:ea typeface="微软雅黑" panose="020B0503020204020204" pitchFamily="34" charset="-122"/>
              </a:endParaRPr>
            </a:p>
          </p:txBody>
        </p:sp>
        <p:sp>
          <p:nvSpPr>
            <p:cNvPr id="88" name="Oval 87"/>
            <p:cNvSpPr/>
            <p:nvPr/>
          </p:nvSpPr>
          <p:spPr>
            <a:xfrm>
              <a:off x="6571884" y="3322271"/>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sp>
        <p:nvSpPr>
          <p:cNvPr id="50" name="object 35"/>
          <p:cNvSpPr/>
          <p:nvPr/>
        </p:nvSpPr>
        <p:spPr>
          <a:xfrm>
            <a:off x="7833223" y="3771940"/>
            <a:ext cx="948288" cy="275916"/>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chemeClr val="bg1">
              <a:lumMod val="95000"/>
            </a:schemeClr>
          </a:solidFill>
          <a:ln w="12700">
            <a:solidFill>
              <a:srgbClr val="00338D"/>
            </a:solidFill>
            <a:prstDash val="dash"/>
          </a:ln>
        </p:spPr>
        <p:txBody>
          <a:bodyPr wrap="square" lIns="14859" tIns="14859" rIns="14859" bIns="14859"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050">
                <a:solidFill>
                  <a:srgbClr val="000000">
                    <a:lumMod val="75000"/>
                    <a:lumOff val="25000"/>
                  </a:srgbClr>
                </a:solidFill>
                <a:latin typeface="微软雅黑" panose="020B0503020204020204" pitchFamily="34" charset="-122"/>
                <a:ea typeface="微软雅黑" panose="020B0503020204020204" pitchFamily="34" charset="-122"/>
              </a:rPr>
              <a:t>安技</a:t>
            </a:r>
            <a:r>
              <a:rPr kumimoji="0" lang="zh-CN" alt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部</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64" name="object 35"/>
          <p:cNvSpPr/>
          <p:nvPr/>
        </p:nvSpPr>
        <p:spPr>
          <a:xfrm>
            <a:off x="7833223" y="4214925"/>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en-US" sz="1050" kern="0">
                <a:latin typeface="微软雅黑" panose="020B0503020204020204" pitchFamily="34" charset="-122"/>
                <a:ea typeface="微软雅黑" panose="020B0503020204020204" pitchFamily="34" charset="-122"/>
              </a:rPr>
              <a:t>冯萍、</a:t>
            </a:r>
            <a:r>
              <a:rPr lang="zh-CN" altLang="en-US" sz="1050" kern="0">
                <a:latin typeface="微软雅黑" panose="020B0503020204020204" pitchFamily="34" charset="-122"/>
                <a:ea typeface="微软雅黑" panose="020B0503020204020204" pitchFamily="34" charset="-122"/>
              </a:rPr>
              <a:t>陈修华、王恪然</a:t>
            </a:r>
            <a:endParaRPr sz="1050" kern="0" dirty="0">
              <a:latin typeface="微软雅黑" panose="020B0503020204020204" pitchFamily="34" charset="-122"/>
              <a:ea typeface="微软雅黑" panose="020B0503020204020204" pitchFamily="34" charset="-122"/>
            </a:endParaRPr>
          </a:p>
        </p:txBody>
      </p:sp>
      <p:sp>
        <p:nvSpPr>
          <p:cNvPr id="65" name="Oval 64"/>
          <p:cNvSpPr/>
          <p:nvPr/>
        </p:nvSpPr>
        <p:spPr>
          <a:xfrm>
            <a:off x="7753580" y="4139994"/>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nvGrpSpPr>
          <p:cNvPr id="4" name="Group 3"/>
          <p:cNvGrpSpPr/>
          <p:nvPr/>
        </p:nvGrpSpPr>
        <p:grpSpPr>
          <a:xfrm>
            <a:off x="7753580" y="3218090"/>
            <a:ext cx="1027931" cy="388235"/>
            <a:chOff x="7753580" y="3218090"/>
            <a:chExt cx="1027931" cy="388235"/>
          </a:xfrm>
        </p:grpSpPr>
        <p:sp>
          <p:nvSpPr>
            <p:cNvPr id="90" name="object 35"/>
            <p:cNvSpPr/>
            <p:nvPr/>
          </p:nvSpPr>
          <p:spPr>
            <a:xfrm>
              <a:off x="7833223"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林武胜</a:t>
              </a:r>
              <a:endParaRPr sz="1050" kern="0" dirty="0">
                <a:latin typeface="微软雅黑" panose="020B0503020204020204" pitchFamily="34" charset="-122"/>
                <a:ea typeface="微软雅黑" panose="020B0503020204020204" pitchFamily="34" charset="-122"/>
              </a:endParaRPr>
            </a:p>
          </p:txBody>
        </p:sp>
        <p:sp>
          <p:nvSpPr>
            <p:cNvPr id="91" name="Oval 90"/>
            <p:cNvSpPr/>
            <p:nvPr/>
          </p:nvSpPr>
          <p:spPr>
            <a:xfrm>
              <a:off x="7753580"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cxnSp>
        <p:nvCxnSpPr>
          <p:cNvPr id="98" name="Straight Connector 97"/>
          <p:cNvCxnSpPr/>
          <p:nvPr/>
        </p:nvCxnSpPr>
        <p:spPr>
          <a:xfrm>
            <a:off x="3523712" y="3250875"/>
            <a:ext cx="0" cy="1331244"/>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00" name="object 35"/>
          <p:cNvSpPr/>
          <p:nvPr/>
        </p:nvSpPr>
        <p:spPr>
          <a:xfrm>
            <a:off x="10623043" y="4214925"/>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CN" altLang="en-US" sz="1050" kern="0">
                <a:latin typeface="微软雅黑" panose="020B0503020204020204" pitchFamily="34" charset="-122"/>
                <a:ea typeface="微软雅黑" panose="020B0503020204020204" pitchFamily="34" charset="-122"/>
              </a:rPr>
              <a:t>连正一、易飞虎</a:t>
            </a:r>
            <a:endParaRPr sz="1050" kern="0" dirty="0">
              <a:latin typeface="微软雅黑" panose="020B0503020204020204" pitchFamily="34" charset="-122"/>
              <a:ea typeface="微软雅黑" panose="020B0503020204020204" pitchFamily="34" charset="-122"/>
            </a:endParaRPr>
          </a:p>
        </p:txBody>
      </p:sp>
      <p:sp>
        <p:nvSpPr>
          <p:cNvPr id="101" name="Oval 100"/>
          <p:cNvSpPr/>
          <p:nvPr/>
        </p:nvSpPr>
        <p:spPr>
          <a:xfrm>
            <a:off x="10551043" y="4139994"/>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cxnSp>
        <p:nvCxnSpPr>
          <p:cNvPr id="102" name="Straight Connector 101"/>
          <p:cNvCxnSpPr/>
          <p:nvPr/>
        </p:nvCxnSpPr>
        <p:spPr>
          <a:xfrm>
            <a:off x="6101163" y="3250875"/>
            <a:ext cx="0" cy="1331244"/>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a:off x="7545418" y="3244548"/>
            <a:ext cx="0" cy="1331244"/>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p:nvPr/>
        </p:nvCxnSpPr>
        <p:spPr>
          <a:xfrm>
            <a:off x="8989673" y="3293021"/>
            <a:ext cx="0" cy="1331244"/>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69" name="Group 168"/>
          <p:cNvGrpSpPr/>
          <p:nvPr/>
        </p:nvGrpSpPr>
        <p:grpSpPr>
          <a:xfrm>
            <a:off x="7661588" y="5236021"/>
            <a:ext cx="2221455" cy="1359104"/>
            <a:chOff x="2641344" y="5236021"/>
            <a:chExt cx="2221455" cy="1359104"/>
          </a:xfrm>
        </p:grpSpPr>
        <p:grpSp>
          <p:nvGrpSpPr>
            <p:cNvPr id="116" name="Group 115"/>
            <p:cNvGrpSpPr/>
            <p:nvPr/>
          </p:nvGrpSpPr>
          <p:grpSpPr>
            <a:xfrm>
              <a:off x="3238106" y="5236021"/>
              <a:ext cx="1027931" cy="388235"/>
              <a:chOff x="1807743" y="3218090"/>
              <a:chExt cx="1027931" cy="388235"/>
            </a:xfrm>
          </p:grpSpPr>
          <p:sp>
            <p:nvSpPr>
              <p:cNvPr id="117"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谢绍杨</a:t>
                </a:r>
                <a:endParaRPr sz="1050" kern="0" dirty="0">
                  <a:latin typeface="微软雅黑" panose="020B0503020204020204" pitchFamily="34" charset="-122"/>
                  <a:ea typeface="微软雅黑" panose="020B0503020204020204" pitchFamily="34" charset="-122"/>
                </a:endParaRPr>
              </a:p>
            </p:txBody>
          </p:sp>
          <p:sp>
            <p:nvSpPr>
              <p:cNvPr id="118" name="Oval 117"/>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37" name="Group 136"/>
            <p:cNvGrpSpPr/>
            <p:nvPr/>
          </p:nvGrpSpPr>
          <p:grpSpPr>
            <a:xfrm>
              <a:off x="3834868" y="6206890"/>
              <a:ext cx="1027931" cy="388235"/>
              <a:chOff x="1807743" y="3218090"/>
              <a:chExt cx="1027931" cy="388235"/>
            </a:xfrm>
          </p:grpSpPr>
          <p:sp>
            <p:nvSpPr>
              <p:cNvPr id="138"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彭勃、彭尘</a:t>
                </a:r>
                <a:endParaRPr sz="1050" kern="0" dirty="0">
                  <a:latin typeface="微软雅黑" panose="020B0503020204020204" pitchFamily="34" charset="-122"/>
                  <a:ea typeface="微软雅黑" panose="020B0503020204020204" pitchFamily="34" charset="-122"/>
                </a:endParaRPr>
              </a:p>
            </p:txBody>
          </p:sp>
          <p:sp>
            <p:nvSpPr>
              <p:cNvPr id="139" name="Oval 138"/>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40" name="Group 139"/>
            <p:cNvGrpSpPr/>
            <p:nvPr/>
          </p:nvGrpSpPr>
          <p:grpSpPr>
            <a:xfrm>
              <a:off x="2641344" y="6206890"/>
              <a:ext cx="1027931" cy="388235"/>
              <a:chOff x="1807743" y="3218090"/>
              <a:chExt cx="1027931" cy="388235"/>
            </a:xfrm>
          </p:grpSpPr>
          <p:sp>
            <p:nvSpPr>
              <p:cNvPr id="141"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韩钟锐、雷奇平</a:t>
                </a:r>
                <a:endParaRPr sz="1050" kern="0" dirty="0">
                  <a:latin typeface="微软雅黑" panose="020B0503020204020204" pitchFamily="34" charset="-122"/>
                  <a:ea typeface="微软雅黑" panose="020B0503020204020204" pitchFamily="34" charset="-122"/>
                </a:endParaRPr>
              </a:p>
            </p:txBody>
          </p:sp>
          <p:sp>
            <p:nvSpPr>
              <p:cNvPr id="142" name="Oval 141"/>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grpSp>
        <p:nvGrpSpPr>
          <p:cNvPr id="170" name="Group 169"/>
          <p:cNvGrpSpPr/>
          <p:nvPr/>
        </p:nvGrpSpPr>
        <p:grpSpPr>
          <a:xfrm>
            <a:off x="1573503" y="5236021"/>
            <a:ext cx="5777846" cy="1359104"/>
            <a:chOff x="5718712" y="5236021"/>
            <a:chExt cx="5777846" cy="1359104"/>
          </a:xfrm>
        </p:grpSpPr>
        <p:grpSp>
          <p:nvGrpSpPr>
            <p:cNvPr id="134" name="Group 133"/>
            <p:cNvGrpSpPr/>
            <p:nvPr/>
          </p:nvGrpSpPr>
          <p:grpSpPr>
            <a:xfrm>
              <a:off x="5718712" y="6206890"/>
              <a:ext cx="1027931" cy="388235"/>
              <a:chOff x="1807743" y="3218090"/>
              <a:chExt cx="1027931" cy="388235"/>
            </a:xfrm>
          </p:grpSpPr>
          <p:sp>
            <p:nvSpPr>
              <p:cNvPr id="135"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温雨龙</a:t>
                </a:r>
                <a:endParaRPr sz="1050" kern="0" dirty="0">
                  <a:latin typeface="微软雅黑" panose="020B0503020204020204" pitchFamily="34" charset="-122"/>
                  <a:ea typeface="微软雅黑" panose="020B0503020204020204" pitchFamily="34" charset="-122"/>
                </a:endParaRPr>
              </a:p>
            </p:txBody>
          </p:sp>
          <p:sp>
            <p:nvSpPr>
              <p:cNvPr id="136" name="Oval 135"/>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68" name="Group 167"/>
            <p:cNvGrpSpPr/>
            <p:nvPr/>
          </p:nvGrpSpPr>
          <p:grpSpPr>
            <a:xfrm>
              <a:off x="6906191" y="5236021"/>
              <a:ext cx="4590367" cy="1359104"/>
              <a:chOff x="6906191" y="5236021"/>
              <a:chExt cx="4590367" cy="1359104"/>
            </a:xfrm>
          </p:grpSpPr>
          <p:grpSp>
            <p:nvGrpSpPr>
              <p:cNvPr id="119" name="Group 118"/>
              <p:cNvGrpSpPr/>
              <p:nvPr/>
            </p:nvGrpSpPr>
            <p:grpSpPr>
              <a:xfrm>
                <a:off x="8205375" y="5236021"/>
                <a:ext cx="1027931" cy="388235"/>
                <a:chOff x="1807743" y="3218090"/>
                <a:chExt cx="1027931" cy="388235"/>
              </a:xfrm>
            </p:grpSpPr>
            <p:sp>
              <p:nvSpPr>
                <p:cNvPr id="120"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王影</a:t>
                  </a:r>
                  <a:endParaRPr sz="1050" kern="0" dirty="0">
                    <a:latin typeface="微软雅黑" panose="020B0503020204020204" pitchFamily="34" charset="-122"/>
                    <a:ea typeface="微软雅黑" panose="020B0503020204020204" pitchFamily="34" charset="-122"/>
                  </a:endParaRPr>
                </a:p>
              </p:txBody>
            </p:sp>
            <p:sp>
              <p:nvSpPr>
                <p:cNvPr id="121" name="Oval 120"/>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22" name="Group 121"/>
              <p:cNvGrpSpPr/>
              <p:nvPr/>
            </p:nvGrpSpPr>
            <p:grpSpPr>
              <a:xfrm>
                <a:off x="8205375" y="5686434"/>
                <a:ext cx="1027931" cy="388235"/>
                <a:chOff x="1807743" y="3218090"/>
                <a:chExt cx="1027931" cy="388235"/>
              </a:xfrm>
            </p:grpSpPr>
            <p:sp>
              <p:nvSpPr>
                <p:cNvPr id="123"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翟冲飞</a:t>
                  </a:r>
                  <a:endParaRPr sz="1050" kern="0" dirty="0">
                    <a:latin typeface="微软雅黑" panose="020B0503020204020204" pitchFamily="34" charset="-122"/>
                    <a:ea typeface="微软雅黑" panose="020B0503020204020204" pitchFamily="34" charset="-122"/>
                  </a:endParaRPr>
                </a:p>
              </p:txBody>
            </p:sp>
            <p:sp>
              <p:nvSpPr>
                <p:cNvPr id="124" name="Oval 123"/>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25" name="Group 124"/>
              <p:cNvGrpSpPr/>
              <p:nvPr/>
            </p:nvGrpSpPr>
            <p:grpSpPr>
              <a:xfrm>
                <a:off x="6906191" y="6206890"/>
                <a:ext cx="1027931" cy="388235"/>
                <a:chOff x="1807743" y="3218090"/>
                <a:chExt cx="1027931" cy="388235"/>
              </a:xfrm>
            </p:grpSpPr>
            <p:sp>
              <p:nvSpPr>
                <p:cNvPr id="126"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沈芾、何佳霓</a:t>
                  </a:r>
                  <a:endParaRPr sz="1050" kern="0" dirty="0">
                    <a:latin typeface="微软雅黑" panose="020B0503020204020204" pitchFamily="34" charset="-122"/>
                    <a:ea typeface="微软雅黑" panose="020B0503020204020204" pitchFamily="34" charset="-122"/>
                  </a:endParaRPr>
                </a:p>
              </p:txBody>
            </p:sp>
            <p:sp>
              <p:nvSpPr>
                <p:cNvPr id="127" name="Oval 126"/>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28" name="Group 127"/>
              <p:cNvGrpSpPr/>
              <p:nvPr/>
            </p:nvGrpSpPr>
            <p:grpSpPr>
              <a:xfrm>
                <a:off x="8093670" y="6206890"/>
                <a:ext cx="1027931" cy="388235"/>
                <a:chOff x="1807743" y="3218090"/>
                <a:chExt cx="1027931" cy="388235"/>
              </a:xfrm>
            </p:grpSpPr>
            <p:sp>
              <p:nvSpPr>
                <p:cNvPr id="129"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申华伟、罗成伟</a:t>
                  </a:r>
                  <a:endParaRPr sz="1050" kern="0" dirty="0">
                    <a:latin typeface="微软雅黑" panose="020B0503020204020204" pitchFamily="34" charset="-122"/>
                    <a:ea typeface="微软雅黑" panose="020B0503020204020204" pitchFamily="34" charset="-122"/>
                  </a:endParaRPr>
                </a:p>
              </p:txBody>
            </p:sp>
            <p:sp>
              <p:nvSpPr>
                <p:cNvPr id="130" name="Oval 129"/>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31" name="Group 130"/>
              <p:cNvGrpSpPr/>
              <p:nvPr/>
            </p:nvGrpSpPr>
            <p:grpSpPr>
              <a:xfrm>
                <a:off x="9281149" y="6206890"/>
                <a:ext cx="1027931" cy="388235"/>
                <a:chOff x="1807743" y="3218090"/>
                <a:chExt cx="1027931" cy="388235"/>
              </a:xfrm>
            </p:grpSpPr>
            <p:sp>
              <p:nvSpPr>
                <p:cNvPr id="132"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史文凯、梁嫚珊</a:t>
                  </a:r>
                  <a:endParaRPr sz="1050" kern="0" dirty="0">
                    <a:latin typeface="微软雅黑" panose="020B0503020204020204" pitchFamily="34" charset="-122"/>
                    <a:ea typeface="微软雅黑" panose="020B0503020204020204" pitchFamily="34" charset="-122"/>
                  </a:endParaRPr>
                </a:p>
              </p:txBody>
            </p:sp>
            <p:sp>
              <p:nvSpPr>
                <p:cNvPr id="133" name="Oval 132"/>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nvGrpSpPr>
              <p:cNvPr id="143" name="Group 142"/>
              <p:cNvGrpSpPr/>
              <p:nvPr/>
            </p:nvGrpSpPr>
            <p:grpSpPr>
              <a:xfrm>
                <a:off x="10468627" y="6206890"/>
                <a:ext cx="1027931" cy="388235"/>
                <a:chOff x="1807743" y="3218090"/>
                <a:chExt cx="1027931" cy="388235"/>
              </a:xfrm>
            </p:grpSpPr>
            <p:sp>
              <p:nvSpPr>
                <p:cNvPr id="144"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黄礼萍</a:t>
                  </a:r>
                  <a:endParaRPr sz="1050" kern="0" dirty="0">
                    <a:latin typeface="微软雅黑" panose="020B0503020204020204" pitchFamily="34" charset="-122"/>
                    <a:ea typeface="微软雅黑" panose="020B0503020204020204" pitchFamily="34" charset="-122"/>
                  </a:endParaRPr>
                </a:p>
              </p:txBody>
            </p:sp>
            <p:sp>
              <p:nvSpPr>
                <p:cNvPr id="145" name="Oval 144"/>
                <p:cNvSpPr/>
                <p:nvPr/>
              </p:nvSpPr>
              <p:spPr>
                <a:xfrm>
                  <a:off x="1807743" y="3218090"/>
                  <a:ext cx="144000" cy="144000"/>
                </a:xfrm>
                <a:prstGeom prst="ellipse">
                  <a:avLst/>
                </a:prstGeom>
                <a:solidFill>
                  <a:srgbClr val="00A3A1"/>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grpSp>
      </p:grpSp>
      <p:sp>
        <p:nvSpPr>
          <p:cNvPr id="152" name="Rectangle 50"/>
          <p:cNvSpPr/>
          <p:nvPr/>
        </p:nvSpPr>
        <p:spPr>
          <a:xfrm>
            <a:off x="1210176" y="4844547"/>
            <a:ext cx="8412775" cy="274320"/>
          </a:xfrm>
          <a:prstGeom prst="rect">
            <a:avLst/>
          </a:prstGeom>
          <a:solidFill>
            <a:srgbClr val="0091DA"/>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p>
            <a:pPr marL="0" marR="0" lvl="0" indent="0" algn="ctr" defTabSz="914400" rtl="0" eaLnBrk="1" fontAlgn="auto" latinLnBrk="0" hangingPunct="1">
              <a:lnSpc>
                <a:spcPts val="1400"/>
              </a:lnSpc>
              <a:spcBef>
                <a:spcPts val="0"/>
              </a:spcBef>
              <a:spcAft>
                <a:spcPts val="0"/>
              </a:spcAft>
              <a:buClrTx/>
              <a:buSzTx/>
              <a:buFontTx/>
              <a:buNone/>
              <a:defRPr/>
            </a:pPr>
            <a:r>
              <a:rPr kumimoji="0" lang="zh-CN" altLang="en-US" sz="105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城服公司</a:t>
            </a:r>
            <a:endParaRPr kumimoji="0" lang="en-US" altLang="zh-CN" sz="105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grpSp>
        <p:nvGrpSpPr>
          <p:cNvPr id="155" name="Group 154"/>
          <p:cNvGrpSpPr/>
          <p:nvPr/>
        </p:nvGrpSpPr>
        <p:grpSpPr>
          <a:xfrm>
            <a:off x="5068069" y="2778008"/>
            <a:ext cx="1027931" cy="388235"/>
            <a:chOff x="1807743" y="3218090"/>
            <a:chExt cx="1027931" cy="388235"/>
          </a:xfrm>
        </p:grpSpPr>
        <p:sp>
          <p:nvSpPr>
            <p:cNvPr id="156" name="object 35"/>
            <p:cNvSpPr/>
            <p:nvPr/>
          </p:nvSpPr>
          <p:spPr>
            <a:xfrm>
              <a:off x="1887386" y="3293021"/>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袁虎林</a:t>
              </a:r>
              <a:endParaRPr sz="1050" kern="0" dirty="0">
                <a:latin typeface="微软雅黑" panose="020B0503020204020204" pitchFamily="34" charset="-122"/>
                <a:ea typeface="微软雅黑" panose="020B0503020204020204" pitchFamily="34" charset="-122"/>
              </a:endParaRPr>
            </a:p>
          </p:txBody>
        </p:sp>
        <p:sp>
          <p:nvSpPr>
            <p:cNvPr id="157" name="Oval 156"/>
            <p:cNvSpPr/>
            <p:nvPr/>
          </p:nvSpPr>
          <p:spPr>
            <a:xfrm>
              <a:off x="1807743" y="3218090"/>
              <a:ext cx="144000" cy="144000"/>
            </a:xfrm>
            <a:prstGeom prst="ellipse">
              <a:avLst/>
            </a:prstGeom>
            <a:solidFill>
              <a:schemeClr val="tx1">
                <a:lumMod val="50000"/>
                <a:lumOff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grpSp>
      <p:sp>
        <p:nvSpPr>
          <p:cNvPr id="159" name="object 26"/>
          <p:cNvSpPr txBox="1"/>
          <p:nvPr/>
        </p:nvSpPr>
        <p:spPr>
          <a:xfrm>
            <a:off x="410330" y="1225098"/>
            <a:ext cx="604759" cy="1113841"/>
          </a:xfrm>
          <a:prstGeom prst="rect">
            <a:avLst/>
          </a:prstGeom>
          <a:solidFill>
            <a:schemeClr val="bg1">
              <a:lumMod val="85000"/>
            </a:schemeClr>
          </a:solid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defPPr>
              <a:defRPr lang="en-US"/>
            </a:defPPr>
            <a:lvl1pPr algn="ctr">
              <a:defRPr sz="1050">
                <a:solidFill>
                  <a:schemeClr val="tx1">
                    <a:lumMod val="75000"/>
                    <a:lumOff val="2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lang="en-US">
                <a:solidFill>
                  <a:srgbClr val="000000">
                    <a:lumMod val="75000"/>
                    <a:lumOff val="25000"/>
                  </a:srgbClr>
                </a:solidFill>
              </a:rPr>
              <a:t>集团</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60" name="object 26"/>
          <p:cNvSpPr txBox="1"/>
          <p:nvPr/>
        </p:nvSpPr>
        <p:spPr>
          <a:xfrm>
            <a:off x="410330" y="2562185"/>
            <a:ext cx="604759" cy="2059117"/>
          </a:xfrm>
          <a:prstGeom prst="rect">
            <a:avLst/>
          </a:prstGeom>
          <a:solidFill>
            <a:schemeClr val="bg1">
              <a:lumMod val="85000"/>
            </a:schemeClr>
          </a:solid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defPPr>
              <a:defRPr lang="en-US"/>
            </a:defPPr>
            <a:lvl1pPr algn="ctr">
              <a:defRPr sz="1050">
                <a:solidFill>
                  <a:schemeClr val="tx1">
                    <a:lumMod val="75000"/>
                    <a:lumOff val="2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租赁公司/乐寓公司</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61" name="object 26"/>
          <p:cNvSpPr txBox="1"/>
          <p:nvPr/>
        </p:nvSpPr>
        <p:spPr>
          <a:xfrm>
            <a:off x="410330" y="4844547"/>
            <a:ext cx="604759" cy="1750577"/>
          </a:xfrm>
          <a:prstGeom prst="rect">
            <a:avLst/>
          </a:prstGeom>
          <a:solidFill>
            <a:schemeClr val="bg1">
              <a:lumMod val="85000"/>
            </a:schemeClr>
          </a:solidFill>
          <a:ln>
            <a:solidFill>
              <a:schemeClr val="tx1">
                <a:lumMod val="75000"/>
                <a:lumOff val="2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54000" rIns="0" bIns="54000" rtlCol="0" anchor="ctr"/>
          <a:lstStyle>
            <a:defPPr>
              <a:defRPr lang="en-US"/>
            </a:defPPr>
            <a:lvl1pPr algn="ctr">
              <a:defRPr sz="1050">
                <a:solidFill>
                  <a:schemeClr val="tx1">
                    <a:lumMod val="75000"/>
                    <a:lumOff val="25000"/>
                  </a:schemeClr>
                </a:solidFill>
                <a:latin typeface="微软雅黑" panose="020B0503020204020204" pitchFamily="34" charset="-122"/>
                <a:ea typeface="微软雅黑" panose="020B0503020204020204" pitchFamily="34" charset="-122"/>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050" b="0" i="0" u="none" strike="noStrike" kern="1200" cap="none" spc="0" normalizeH="0" baseline="0" noProof="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rPr>
              <a:t>城服公司</a:t>
            </a:r>
            <a:endParaRPr kumimoji="0" sz="1050" b="0" i="0" u="none" strike="noStrike" kern="1200" cap="none" spc="0" normalizeH="0" baseline="0" noProof="0" dirty="0">
              <a:ln>
                <a:noFill/>
              </a:ln>
              <a:solidFill>
                <a:srgbClr val="000000">
                  <a:lumMod val="75000"/>
                  <a:lumOff val="25000"/>
                </a:srgbClr>
              </a:solidFill>
              <a:effectLst/>
              <a:uLnTx/>
              <a:uFillTx/>
              <a:latin typeface="微软雅黑" panose="020B0503020204020204" pitchFamily="34" charset="-122"/>
              <a:ea typeface="微软雅黑" panose="020B0503020204020204" pitchFamily="34" charset="-122"/>
              <a:cs typeface="+mn-cs"/>
            </a:endParaRPr>
          </a:p>
        </p:txBody>
      </p:sp>
      <p:sp>
        <p:nvSpPr>
          <p:cNvPr id="162" name="object 35"/>
          <p:cNvSpPr/>
          <p:nvPr/>
        </p:nvSpPr>
        <p:spPr>
          <a:xfrm>
            <a:off x="5469611" y="4214925"/>
            <a:ext cx="473644"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en-US" sz="1050" kern="0">
                <a:latin typeface="微软雅黑" panose="020B0503020204020204" pitchFamily="34" charset="-122"/>
                <a:ea typeface="微软雅黑" panose="020B0503020204020204" pitchFamily="34" charset="-122"/>
              </a:rPr>
              <a:t>高盼</a:t>
            </a:r>
            <a:endParaRPr sz="1050" kern="0" dirty="0">
              <a:latin typeface="微软雅黑" panose="020B0503020204020204" pitchFamily="34" charset="-122"/>
              <a:ea typeface="微软雅黑" panose="020B0503020204020204" pitchFamily="34" charset="-122"/>
            </a:endParaRPr>
          </a:p>
        </p:txBody>
      </p:sp>
      <p:sp>
        <p:nvSpPr>
          <p:cNvPr id="163" name="Oval 162"/>
          <p:cNvSpPr/>
          <p:nvPr/>
        </p:nvSpPr>
        <p:spPr>
          <a:xfrm>
            <a:off x="5389968" y="4139994"/>
            <a:ext cx="144000" cy="144000"/>
          </a:xfrm>
          <a:prstGeom prst="ellipse">
            <a:avLst/>
          </a:prstGeom>
          <a:solidFill>
            <a:schemeClr val="tx1">
              <a:lumMod val="50000"/>
              <a:lumOff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cxnSp>
        <p:nvCxnSpPr>
          <p:cNvPr id="172" name="Connector: Elbow 171"/>
          <p:cNvCxnSpPr>
            <a:endCxn id="152" idx="0"/>
          </p:cNvCxnSpPr>
          <p:nvPr/>
        </p:nvCxnSpPr>
        <p:spPr>
          <a:xfrm rot="16200000" flipH="1">
            <a:off x="4521706" y="3949689"/>
            <a:ext cx="1238222" cy="551494"/>
          </a:xfrm>
          <a:prstGeom prst="bentConnector3">
            <a:avLst>
              <a:gd name="adj1" fmla="val 85694"/>
            </a:avLst>
          </a:prstGeom>
          <a:ln w="63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 name="Straight Connector 2"/>
          <p:cNvCxnSpPr/>
          <p:nvPr/>
        </p:nvCxnSpPr>
        <p:spPr>
          <a:xfrm>
            <a:off x="7545418" y="5310952"/>
            <a:ext cx="0" cy="1331244"/>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7" name="object 35"/>
          <p:cNvSpPr/>
          <p:nvPr/>
        </p:nvSpPr>
        <p:spPr>
          <a:xfrm>
            <a:off x="1731784" y="1607492"/>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周其明</a:t>
            </a:r>
            <a:endParaRPr sz="1050" kern="0" dirty="0">
              <a:latin typeface="微软雅黑" panose="020B0503020204020204" pitchFamily="34" charset="-122"/>
              <a:ea typeface="微软雅黑" panose="020B0503020204020204" pitchFamily="34" charset="-122"/>
            </a:endParaRPr>
          </a:p>
        </p:txBody>
      </p:sp>
      <p:sp>
        <p:nvSpPr>
          <p:cNvPr id="8" name="Oval 7"/>
          <p:cNvSpPr/>
          <p:nvPr/>
        </p:nvSpPr>
        <p:spPr>
          <a:xfrm>
            <a:off x="1652141" y="1532561"/>
            <a:ext cx="144000" cy="144000"/>
          </a:xfrm>
          <a:prstGeom prst="ellipse">
            <a:avLst/>
          </a:prstGeom>
          <a:solidFill>
            <a:schemeClr val="bg1">
              <a:lumMod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9" name="object 35"/>
          <p:cNvSpPr/>
          <p:nvPr/>
        </p:nvSpPr>
        <p:spPr>
          <a:xfrm>
            <a:off x="4614069" y="1606515"/>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en-US" sz="1050" kern="0">
                <a:latin typeface="微软雅黑" panose="020B0503020204020204" pitchFamily="34" charset="-122"/>
                <a:ea typeface="微软雅黑" panose="020B0503020204020204" pitchFamily="34" charset="-122"/>
              </a:rPr>
              <a:t>杨惠岚</a:t>
            </a:r>
            <a:endParaRPr sz="1050" kern="0" dirty="0">
              <a:latin typeface="微软雅黑" panose="020B0503020204020204" pitchFamily="34" charset="-122"/>
              <a:ea typeface="微软雅黑" panose="020B0503020204020204" pitchFamily="34" charset="-122"/>
            </a:endParaRPr>
          </a:p>
        </p:txBody>
      </p:sp>
      <p:sp>
        <p:nvSpPr>
          <p:cNvPr id="10" name="Oval 9"/>
          <p:cNvSpPr/>
          <p:nvPr/>
        </p:nvSpPr>
        <p:spPr>
          <a:xfrm>
            <a:off x="4534426" y="1531584"/>
            <a:ext cx="144000" cy="144000"/>
          </a:xfrm>
          <a:prstGeom prst="ellipse">
            <a:avLst/>
          </a:prstGeom>
          <a:solidFill>
            <a:schemeClr val="bg1">
              <a:lumMod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
        <p:nvSpPr>
          <p:cNvPr id="11" name="object 35"/>
          <p:cNvSpPr/>
          <p:nvPr/>
        </p:nvSpPr>
        <p:spPr>
          <a:xfrm>
            <a:off x="7472234" y="1606343"/>
            <a:ext cx="948288" cy="313304"/>
          </a:xfrm>
          <a:custGeom>
            <a:avLst/>
            <a:gdLst/>
            <a:ahLst/>
            <a:cxnLst/>
            <a:rect l="l" t="t" r="r" b="b"/>
            <a:pathLst>
              <a:path w="955040" h="215900">
                <a:moveTo>
                  <a:pt x="0" y="17110"/>
                </a:moveTo>
                <a:lnTo>
                  <a:pt x="0" y="7660"/>
                </a:lnTo>
                <a:lnTo>
                  <a:pt x="7660" y="0"/>
                </a:lnTo>
                <a:lnTo>
                  <a:pt x="17110" y="0"/>
                </a:lnTo>
                <a:lnTo>
                  <a:pt x="937929" y="0"/>
                </a:lnTo>
                <a:lnTo>
                  <a:pt x="947379" y="0"/>
                </a:lnTo>
                <a:lnTo>
                  <a:pt x="955040" y="7660"/>
                </a:lnTo>
                <a:lnTo>
                  <a:pt x="955040" y="17110"/>
                </a:lnTo>
                <a:lnTo>
                  <a:pt x="955040" y="198789"/>
                </a:lnTo>
                <a:lnTo>
                  <a:pt x="955040" y="208239"/>
                </a:lnTo>
                <a:lnTo>
                  <a:pt x="947379" y="215900"/>
                </a:lnTo>
                <a:lnTo>
                  <a:pt x="937929" y="215900"/>
                </a:lnTo>
                <a:lnTo>
                  <a:pt x="17110" y="215900"/>
                </a:lnTo>
                <a:lnTo>
                  <a:pt x="7660" y="215900"/>
                </a:lnTo>
                <a:lnTo>
                  <a:pt x="0" y="208239"/>
                </a:lnTo>
                <a:lnTo>
                  <a:pt x="0" y="198789"/>
                </a:lnTo>
                <a:lnTo>
                  <a:pt x="0" y="17110"/>
                </a:lnTo>
                <a:close/>
              </a:path>
            </a:pathLst>
          </a:custGeom>
          <a:solidFill>
            <a:sysClr val="window" lastClr="FFFFFF"/>
          </a:solidFill>
          <a:ln w="12700" cap="flat" cmpd="sng" algn="ctr">
            <a:solidFill>
              <a:srgbClr val="005EB8"/>
            </a:solidFill>
            <a:prstDash val="solid"/>
            <a:miter lim="800000"/>
          </a:ln>
          <a:effectLst/>
        </p:spPr>
        <p:txBody>
          <a:bodyPr lIns="0" tIns="54000" rIns="0" bIns="54000" rtlCol="0" anchor="ctr"/>
          <a:lstStyle/>
          <a:p>
            <a:pPr algn="ctr"/>
            <a:r>
              <a:rPr lang="zh-TW" altLang="en-US" sz="1050" kern="0">
                <a:latin typeface="微软雅黑" panose="020B0503020204020204" pitchFamily="34" charset="-122"/>
                <a:ea typeface="微软雅黑" panose="020B0503020204020204" pitchFamily="34" charset="-122"/>
              </a:rPr>
              <a:t>周星明</a:t>
            </a:r>
            <a:endParaRPr sz="1050" kern="0" dirty="0">
              <a:latin typeface="微软雅黑" panose="020B0503020204020204" pitchFamily="34" charset="-122"/>
              <a:ea typeface="微软雅黑" panose="020B0503020204020204" pitchFamily="34" charset="-122"/>
            </a:endParaRPr>
          </a:p>
        </p:txBody>
      </p:sp>
      <p:sp>
        <p:nvSpPr>
          <p:cNvPr id="12" name="Oval 11"/>
          <p:cNvSpPr/>
          <p:nvPr/>
        </p:nvSpPr>
        <p:spPr>
          <a:xfrm>
            <a:off x="7392591" y="1531412"/>
            <a:ext cx="144000" cy="144000"/>
          </a:xfrm>
          <a:prstGeom prst="ellipse">
            <a:avLst/>
          </a:prstGeom>
          <a:solidFill>
            <a:schemeClr val="bg1">
              <a:lumMod val="50000"/>
            </a:schemeClr>
          </a:solidFill>
          <a:ln w="12700" cap="flat" cmpd="sng" algn="ctr">
            <a:solidFill>
              <a:sysClr val="window" lastClr="FFFFFF"/>
            </a:solidFill>
            <a:prstDash val="solid"/>
            <a:miter lim="800000"/>
          </a:ln>
          <a:effectLst/>
        </p:spPr>
        <p:txBody>
          <a:bodyPr lIns="54610" tIns="54610" rIns="54610" bIns="5461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050" b="1" i="1" u="none" strike="noStrike" kern="0" cap="none" spc="0" normalizeH="0" baseline="0" noProof="0" dirty="0">
              <a:ln>
                <a:noFill/>
              </a:ln>
              <a:solidFill>
                <a:prstClr val="white"/>
              </a:solidFill>
              <a:effectLst/>
              <a:uLnTx/>
              <a:uFillTx/>
              <a:latin typeface="Arial" panose="020B0604020202090204"/>
              <a:ea typeface="+mn-ea"/>
              <a:cs typeface="+mn-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r>
              <a:rPr lang="zh-CN" altLang="en-US">
                <a:solidFill>
                  <a:srgbClr val="00338D"/>
                </a:solidFill>
              </a:rPr>
              <a:t>本周重点汇报四大专题内容</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sp>
        <p:nvSpPr>
          <p:cNvPr id="3" name="Rectangle 2"/>
          <p:cNvSpPr/>
          <p:nvPr/>
        </p:nvSpPr>
        <p:spPr>
          <a:xfrm>
            <a:off x="1016123" y="1481559"/>
            <a:ext cx="4915932" cy="2024500"/>
          </a:xfrm>
          <a:prstGeom prst="rect">
            <a:avLst/>
          </a:prstGeom>
          <a:solidFill>
            <a:schemeClr val="bg1">
              <a:lumMod val="95000"/>
            </a:schemeClr>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spcAft>
                <a:spcPts val="600"/>
              </a:spcAft>
            </a:pPr>
            <a:r>
              <a:rPr lang="en-US" sz="1600" b="1">
                <a:solidFill>
                  <a:srgbClr val="00338D"/>
                </a:solidFill>
                <a:latin typeface="微软雅黑" panose="020B0503020204020204" pitchFamily="34" charset="-122"/>
                <a:ea typeface="微软雅黑" panose="020B0503020204020204" pitchFamily="34" charset="-122"/>
              </a:rPr>
              <a:t>专题一：400平台接入成本评估和对比</a:t>
            </a:r>
            <a:endParaRPr lang="en-US" sz="150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lang="zh-CN" altLang="en-US" sz="1500">
                <a:solidFill>
                  <a:schemeClr val="tx1"/>
                </a:solidFill>
                <a:latin typeface="微软雅黑" panose="020B0503020204020204" pitchFamily="34" charset="-122"/>
                <a:ea typeface="微软雅黑" panose="020B0503020204020204" pitchFamily="34" charset="-122"/>
              </a:rPr>
              <a:t>评估现在现场座机电话费用（含录音功能）</a:t>
            </a:r>
            <a:r>
              <a:rPr lang="en-US" altLang="zh-CN" sz="1500">
                <a:solidFill>
                  <a:schemeClr val="tx1"/>
                </a:solidFill>
                <a:latin typeface="微软雅黑" panose="020B0503020204020204" pitchFamily="34" charset="-122"/>
                <a:ea typeface="微软雅黑" panose="020B0503020204020204" pitchFamily="34" charset="-122"/>
              </a:rPr>
              <a:t>v.s. </a:t>
            </a:r>
            <a:r>
              <a:rPr lang="zh-CN" altLang="en-US" sz="1500">
                <a:solidFill>
                  <a:schemeClr val="tx1"/>
                </a:solidFill>
                <a:latin typeface="微软雅黑" panose="020B0503020204020204" pitchFamily="34" charset="-122"/>
                <a:ea typeface="微软雅黑" panose="020B0503020204020204" pitchFamily="34" charset="-122"/>
              </a:rPr>
              <a:t>以后所有座机接入到</a:t>
            </a:r>
            <a:r>
              <a:rPr lang="en-US" altLang="zh-CN" sz="1500">
                <a:solidFill>
                  <a:schemeClr val="tx1"/>
                </a:solidFill>
                <a:latin typeface="微软雅黑" panose="020B0503020204020204" pitchFamily="34" charset="-122"/>
                <a:ea typeface="微软雅黑" panose="020B0503020204020204" pitchFamily="34" charset="-122"/>
              </a:rPr>
              <a:t>400</a:t>
            </a:r>
            <a:r>
              <a:rPr lang="zh-CN" altLang="en-US" sz="1500">
                <a:solidFill>
                  <a:schemeClr val="tx1"/>
                </a:solidFill>
                <a:latin typeface="微软雅黑" panose="020B0503020204020204" pitchFamily="34" charset="-122"/>
                <a:ea typeface="微软雅黑" panose="020B0503020204020204" pitchFamily="34" charset="-122"/>
              </a:rPr>
              <a:t>花费，探讨成本对冲可行性</a:t>
            </a:r>
            <a:endParaRPr lang="en-US" altLang="zh-CN" sz="150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lang="zh-CN" altLang="en-US" sz="1500">
                <a:solidFill>
                  <a:schemeClr val="tx1"/>
                </a:solidFill>
                <a:latin typeface="微软雅黑" panose="020B0503020204020204" pitchFamily="34" charset="-122"/>
                <a:ea typeface="微软雅黑" panose="020B0503020204020204" pitchFamily="34" charset="-122"/>
              </a:rPr>
              <a:t>评估项目电话接入中控室，每天电话接入量，后续成本是否可以集中管理</a:t>
            </a:r>
            <a:endParaRPr lang="en-GB" sz="1500" dirty="0" err="1">
              <a:solidFill>
                <a:schemeClr val="tx1"/>
              </a:solidFill>
              <a:latin typeface="微软雅黑" panose="020B0503020204020204" pitchFamily="34" charset="-122"/>
              <a:ea typeface="微软雅黑" panose="020B0503020204020204" pitchFamily="34" charset="-122"/>
            </a:endParaRPr>
          </a:p>
        </p:txBody>
      </p:sp>
      <p:sp>
        <p:nvSpPr>
          <p:cNvPr id="4" name="Rectangle 3"/>
          <p:cNvSpPr/>
          <p:nvPr/>
        </p:nvSpPr>
        <p:spPr>
          <a:xfrm>
            <a:off x="6415683" y="1481559"/>
            <a:ext cx="4915932" cy="2024500"/>
          </a:xfrm>
          <a:prstGeom prst="rect">
            <a:avLst/>
          </a:prstGeom>
          <a:solidFill>
            <a:schemeClr val="bg1">
              <a:lumMod val="95000"/>
            </a:schemeClr>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spcAft>
                <a:spcPts val="600"/>
              </a:spcAft>
            </a:pPr>
            <a:r>
              <a:rPr lang="en-US" sz="1600" b="1">
                <a:solidFill>
                  <a:srgbClr val="00338D"/>
                </a:solidFill>
                <a:latin typeface="微软雅黑" panose="020B0503020204020204" pitchFamily="34" charset="-122"/>
                <a:ea typeface="微软雅黑" panose="020B0503020204020204" pitchFamily="34" charset="-122"/>
              </a:rPr>
              <a:t>专题二：停车联动400</a:t>
            </a:r>
            <a:endParaRPr lang="en-US" sz="150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lang="zh-CN" altLang="en-US" sz="1500">
                <a:solidFill>
                  <a:schemeClr val="tx1"/>
                </a:solidFill>
                <a:latin typeface="微软雅黑" panose="020B0503020204020204" pitchFamily="34" charset="-122"/>
                <a:ea typeface="微软雅黑" panose="020B0503020204020204" pitchFamily="34" charset="-122"/>
              </a:rPr>
              <a:t>评估将停车场开闸等接入到</a:t>
            </a:r>
            <a:r>
              <a:rPr lang="en-US" altLang="zh-CN" sz="1500">
                <a:solidFill>
                  <a:schemeClr val="tx1"/>
                </a:solidFill>
                <a:latin typeface="微软雅黑" panose="020B0503020204020204" pitchFamily="34" charset="-122"/>
                <a:ea typeface="微软雅黑" panose="020B0503020204020204" pitchFamily="34" charset="-122"/>
              </a:rPr>
              <a:t>400</a:t>
            </a:r>
            <a:r>
              <a:rPr lang="zh-CN" altLang="en-US" sz="1500">
                <a:solidFill>
                  <a:schemeClr val="tx1"/>
                </a:solidFill>
                <a:latin typeface="微软雅黑" panose="020B0503020204020204" pitchFamily="34" charset="-122"/>
                <a:ea typeface="微软雅黑" panose="020B0503020204020204" pitchFamily="34" charset="-122"/>
              </a:rPr>
              <a:t>这个方案的可行性（如：讨论将所有停车来的电话优先级排最高）</a:t>
            </a:r>
            <a:endParaRPr lang="zh-CN" altLang="en-US" sz="150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lang="zh-CN" altLang="en-US" sz="1500">
                <a:solidFill>
                  <a:schemeClr val="tx1"/>
                </a:solidFill>
                <a:latin typeface="微软雅黑" panose="020B0503020204020204" pitchFamily="34" charset="-122"/>
                <a:ea typeface="微软雅黑" panose="020B0503020204020204" pitchFamily="34" charset="-122"/>
              </a:rPr>
              <a:t>停车开闸的电话接入智能客服系统，顺序：现场先接电话</a:t>
            </a:r>
            <a:r>
              <a:rPr lang="en-US" altLang="zh-CN" sz="1500">
                <a:solidFill>
                  <a:schemeClr val="tx1"/>
                </a:solidFill>
                <a:latin typeface="微软雅黑" panose="020B0503020204020204" pitchFamily="34" charset="-122"/>
                <a:ea typeface="微软雅黑" panose="020B0503020204020204" pitchFamily="34" charset="-122"/>
              </a:rPr>
              <a:t>-&gt;</a:t>
            </a:r>
            <a:r>
              <a:rPr lang="zh-CN" altLang="en-US" sz="1500">
                <a:solidFill>
                  <a:schemeClr val="tx1"/>
                </a:solidFill>
                <a:latin typeface="微软雅黑" panose="020B0503020204020204" pitchFamily="34" charset="-122"/>
                <a:ea typeface="微软雅黑" panose="020B0503020204020204" pitchFamily="34" charset="-122"/>
              </a:rPr>
              <a:t>未处理接入</a:t>
            </a:r>
            <a:r>
              <a:rPr lang="en-US" altLang="zh-CN" sz="1500">
                <a:solidFill>
                  <a:schemeClr val="tx1"/>
                </a:solidFill>
                <a:latin typeface="微软雅黑" panose="020B0503020204020204" pitchFamily="34" charset="-122"/>
                <a:ea typeface="微软雅黑" panose="020B0503020204020204" pitchFamily="34" charset="-122"/>
              </a:rPr>
              <a:t>OCC</a:t>
            </a:r>
            <a:r>
              <a:rPr lang="zh-CN" altLang="en-US" sz="1500">
                <a:solidFill>
                  <a:schemeClr val="tx1"/>
                </a:solidFill>
                <a:latin typeface="微软雅黑" panose="020B0503020204020204" pitchFamily="34" charset="-122"/>
                <a:ea typeface="微软雅黑" panose="020B0503020204020204" pitchFamily="34" charset="-122"/>
              </a:rPr>
              <a:t>（</a:t>
            </a:r>
            <a:r>
              <a:rPr lang="en-US" altLang="zh-CN" sz="1500">
                <a:solidFill>
                  <a:schemeClr val="tx1"/>
                </a:solidFill>
                <a:latin typeface="微软雅黑" panose="020B0503020204020204" pitchFamily="34" charset="-122"/>
                <a:ea typeface="微软雅黑" panose="020B0503020204020204" pitchFamily="34" charset="-122"/>
              </a:rPr>
              <a:t>OCC</a:t>
            </a:r>
            <a:r>
              <a:rPr lang="zh-CN" altLang="en-US" sz="1500">
                <a:solidFill>
                  <a:schemeClr val="tx1"/>
                </a:solidFill>
                <a:latin typeface="微软雅黑" panose="020B0503020204020204" pitchFamily="34" charset="-122"/>
                <a:ea typeface="微软雅黑" panose="020B0503020204020204" pitchFamily="34" charset="-122"/>
              </a:rPr>
              <a:t>监控整个停车开闸过程的电话录音）</a:t>
            </a:r>
            <a:endParaRPr lang="en-GB" sz="1500" dirty="0" err="1">
              <a:solidFill>
                <a:schemeClr val="tx1"/>
              </a:solidFill>
              <a:latin typeface="微软雅黑" panose="020B0503020204020204" pitchFamily="34" charset="-122"/>
              <a:ea typeface="微软雅黑" panose="020B0503020204020204" pitchFamily="34" charset="-122"/>
            </a:endParaRPr>
          </a:p>
        </p:txBody>
      </p:sp>
      <p:sp>
        <p:nvSpPr>
          <p:cNvPr id="6" name="Rectangle 5"/>
          <p:cNvSpPr/>
          <p:nvPr/>
        </p:nvSpPr>
        <p:spPr>
          <a:xfrm>
            <a:off x="1016123" y="3797566"/>
            <a:ext cx="4915932" cy="2024500"/>
          </a:xfrm>
          <a:prstGeom prst="rect">
            <a:avLst/>
          </a:prstGeom>
          <a:solidFill>
            <a:schemeClr val="bg1">
              <a:lumMod val="95000"/>
            </a:schemeClr>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spcAft>
                <a:spcPts val="600"/>
              </a:spcAft>
            </a:pPr>
            <a:r>
              <a:rPr lang="en-US" sz="1600" b="1">
                <a:solidFill>
                  <a:srgbClr val="00338D"/>
                </a:solidFill>
                <a:latin typeface="微软雅黑" panose="020B0503020204020204" pitchFamily="34" charset="-122"/>
                <a:ea typeface="微软雅黑" panose="020B0503020204020204" pitchFamily="34" charset="-122"/>
              </a:rPr>
              <a:t>专题三：碳积分</a:t>
            </a:r>
            <a:endParaRPr lang="en-US" sz="150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lang="en-US" sz="1500">
                <a:solidFill>
                  <a:schemeClr val="tx1"/>
                </a:solidFill>
                <a:latin typeface="微软雅黑" panose="020B0503020204020204" pitchFamily="34" charset="-122"/>
                <a:ea typeface="微软雅黑" panose="020B0503020204020204" pitchFamily="34" charset="-122"/>
              </a:rPr>
              <a:t>与业务（充电桩：罗成伟；项目实施：彭尘），探讨碳积分落地</a:t>
            </a:r>
            <a:endParaRPr lang="en-GB" sz="1500" dirty="0" err="1">
              <a:solidFill>
                <a:schemeClr val="tx1"/>
              </a:solidFill>
              <a:latin typeface="微软雅黑" panose="020B0503020204020204" pitchFamily="34" charset="-122"/>
              <a:ea typeface="微软雅黑" panose="020B0503020204020204" pitchFamily="34" charset="-122"/>
            </a:endParaRPr>
          </a:p>
        </p:txBody>
      </p:sp>
      <p:sp>
        <p:nvSpPr>
          <p:cNvPr id="7" name="Rectangle 6"/>
          <p:cNvSpPr/>
          <p:nvPr/>
        </p:nvSpPr>
        <p:spPr>
          <a:xfrm>
            <a:off x="6415683" y="3797566"/>
            <a:ext cx="4915932" cy="2024500"/>
          </a:xfrm>
          <a:prstGeom prst="rect">
            <a:avLst/>
          </a:prstGeom>
          <a:solidFill>
            <a:schemeClr val="bg1">
              <a:lumMod val="95000"/>
            </a:schemeClr>
          </a:solidFill>
          <a:ln>
            <a:solidFill>
              <a:srgbClr val="00B8F5"/>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spcAft>
                <a:spcPts val="600"/>
              </a:spcAft>
            </a:pPr>
            <a:r>
              <a:rPr lang="en-US" sz="1600" b="1">
                <a:solidFill>
                  <a:srgbClr val="00338D"/>
                </a:solidFill>
                <a:latin typeface="微软雅黑" panose="020B0503020204020204" pitchFamily="34" charset="-122"/>
                <a:ea typeface="微软雅黑" panose="020B0503020204020204" pitchFamily="34" charset="-122"/>
              </a:rPr>
              <a:t>专题四：</a:t>
            </a:r>
            <a:r>
              <a:rPr lang="zh-CN" altLang="en-US" sz="1600" b="1">
                <a:solidFill>
                  <a:srgbClr val="00338D"/>
                </a:solidFill>
                <a:latin typeface="微软雅黑" panose="020B0503020204020204" pitchFamily="34" charset="-122"/>
                <a:ea typeface="微软雅黑" panose="020B0503020204020204" pitchFamily="34" charset="-122"/>
              </a:rPr>
              <a:t>多经服务和</a:t>
            </a:r>
            <a:r>
              <a:rPr lang="en-US" altLang="zh-CN" sz="1600" b="1">
                <a:solidFill>
                  <a:srgbClr val="00338D"/>
                </a:solidFill>
                <a:latin typeface="微软雅黑" panose="020B0503020204020204" pitchFamily="34" charset="-122"/>
                <a:ea typeface="微软雅黑" panose="020B0503020204020204" pitchFamily="34" charset="-122"/>
              </a:rPr>
              <a:t>AI</a:t>
            </a:r>
            <a:r>
              <a:rPr lang="zh-CN" altLang="en-US" sz="1600" b="1">
                <a:solidFill>
                  <a:srgbClr val="00338D"/>
                </a:solidFill>
                <a:latin typeface="微软雅黑" panose="020B0503020204020204" pitchFamily="34" charset="-122"/>
                <a:ea typeface="微软雅黑" panose="020B0503020204020204" pitchFamily="34" charset="-122"/>
              </a:rPr>
              <a:t>智能推荐在智能客服在线聊天的可行性及实现方式</a:t>
            </a:r>
            <a:endParaRPr lang="en-US" sz="150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lang="en-US" sz="1500">
                <a:solidFill>
                  <a:schemeClr val="tx1"/>
                </a:solidFill>
                <a:latin typeface="微软雅黑" panose="020B0503020204020204" pitchFamily="34" charset="-122"/>
                <a:ea typeface="微软雅黑" panose="020B0503020204020204" pitchFamily="34" charset="-122"/>
              </a:rPr>
              <a:t>内容一：聚合聊天可行性及费用 v.s. 关键词触发+上下文分析</a:t>
            </a:r>
            <a:endParaRPr lang="en-US" sz="1500">
              <a:solidFill>
                <a:schemeClr val="tx1"/>
              </a:solidFill>
              <a:latin typeface="微软雅黑" panose="020B0503020204020204" pitchFamily="34" charset="-122"/>
              <a:ea typeface="微软雅黑" panose="020B0503020204020204" pitchFamily="34" charset="-122"/>
            </a:endParaRPr>
          </a:p>
          <a:p>
            <a:pPr marL="285750" indent="-285750">
              <a:buFont typeface="Arial" panose="020B0604020202090204" pitchFamily="34" charset="0"/>
              <a:buChar char="•"/>
            </a:pPr>
            <a:r>
              <a:rPr lang="en-US" sz="1500">
                <a:solidFill>
                  <a:schemeClr val="tx1"/>
                </a:solidFill>
                <a:latin typeface="微软雅黑" panose="020B0503020204020204" pitchFamily="34" charset="-122"/>
                <a:ea typeface="微软雅黑" panose="020B0503020204020204" pitchFamily="34" charset="-122"/>
              </a:rPr>
              <a:t>内容二：具体细节内容，探讨报表功能：</a:t>
            </a:r>
            <a:endParaRPr lang="en-US" sz="1500">
              <a:solidFill>
                <a:schemeClr val="tx1"/>
              </a:solidFill>
              <a:latin typeface="微软雅黑" panose="020B0503020204020204" pitchFamily="34" charset="-122"/>
              <a:ea typeface="微软雅黑" panose="020B0503020204020204" pitchFamily="34" charset="-122"/>
            </a:endParaRPr>
          </a:p>
          <a:p>
            <a:pPr marL="285750" indent="-285750">
              <a:buFont typeface="Courier New" panose="02070409020205090404" pitchFamily="49" charset="0"/>
              <a:buChar char="o"/>
            </a:pPr>
            <a:r>
              <a:rPr lang="en-US" sz="1500">
                <a:solidFill>
                  <a:schemeClr val="tx1"/>
                </a:solidFill>
                <a:latin typeface="微软雅黑" panose="020B0503020204020204" pitchFamily="34" charset="-122"/>
                <a:ea typeface="微软雅黑" panose="020B0503020204020204" pitchFamily="34" charset="-122"/>
              </a:rPr>
              <a:t>报表1：未加管家住户清单，区分未加原因（1-未收到入伙通知书，2-仅停留在营销端）</a:t>
            </a:r>
            <a:endParaRPr lang="en-US" sz="150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待办回顾：</a:t>
            </a:r>
            <a:r>
              <a:rPr lang="zh-CN" altLang="en-US">
                <a:solidFill>
                  <a:srgbClr val="00338D"/>
                </a:solidFill>
                <a:ea typeface="微软雅黑" panose="020B0503020204020204" pitchFamily="34" charset="-122"/>
                <a:sym typeface="+mn-ea"/>
              </a:rPr>
              <a:t>企业微信智能化营销</a:t>
            </a:r>
            <a:r>
              <a:rPr lang="zh-CN" altLang="en-US">
                <a:solidFill>
                  <a:srgbClr val="00338D"/>
                </a:solidFill>
                <a:ea typeface="微软雅黑" panose="020B0503020204020204" pitchFamily="34" charset="-122"/>
                <a:sym typeface="+mn-ea"/>
              </a:rPr>
              <a:t>架构图</a:t>
            </a:r>
            <a:endParaRPr lang="zh-CN" altLang="en-US">
              <a:solidFill>
                <a:srgbClr val="00338D"/>
              </a:solidFill>
              <a:ea typeface="微软雅黑" panose="020B0503020204020204" pitchFamily="34" charset="-122"/>
              <a:sym typeface="+mn-ea"/>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pic>
        <p:nvPicPr>
          <p:cNvPr id="3" name="图片 2" descr="25d5bb79-7537-4b84-b3c1-d600b563f033"/>
          <p:cNvPicPr>
            <a:picLocks noChangeAspect="1"/>
          </p:cNvPicPr>
          <p:nvPr/>
        </p:nvPicPr>
        <p:blipFill>
          <a:blip r:embed="rId1"/>
          <a:srcRect t="11185"/>
          <a:stretch>
            <a:fillRect/>
          </a:stretch>
        </p:blipFill>
        <p:spPr>
          <a:xfrm>
            <a:off x="589915" y="983615"/>
            <a:ext cx="11168380" cy="55829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651158"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待跟进事项：</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5</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月</a:t>
            </a:r>
            <a:r>
              <a:rPr kumimoji="0" lang="en-US" altLang="zh-CN"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12</a:t>
            </a:r>
            <a:r>
              <a:rPr kumimoji="0" lang="zh-CN" alt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日与数营部郭部沟通待跟进事项</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1016123" y="911163"/>
          <a:ext cx="10292343" cy="5864911"/>
        </p:xfrm>
        <a:graphic>
          <a:graphicData uri="http://schemas.openxmlformats.org/drawingml/2006/table">
            <a:tbl>
              <a:tblPr/>
              <a:tblGrid>
                <a:gridCol w="383030"/>
                <a:gridCol w="1358900"/>
                <a:gridCol w="1322070"/>
                <a:gridCol w="4548972"/>
                <a:gridCol w="1620456"/>
              </a:tblGrid>
              <a:tr h="362565">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zh-CN" altLang="en-US" sz="1400" b="1" kern="1200">
                          <a:solidFill>
                            <a:schemeClr val="lt1"/>
                          </a:solidFill>
                          <a:latin typeface="Arial" panose="020B0604020202090204"/>
                          <a:ea typeface="微软雅黑"/>
                          <a:cs typeface="+mn-cs"/>
                        </a:rPr>
                        <a:t>序号</a:t>
                      </a:r>
                      <a:endParaRPr lang="zh-CN" altLang="en-US" sz="1400" b="1" kern="1200" dirty="0">
                        <a:solidFill>
                          <a:schemeClr val="lt1"/>
                        </a:solidFill>
                        <a:latin typeface="Arial" panose="020B0604020202090204"/>
                        <a:ea typeface="微软雅黑"/>
                        <a:cs typeface="+mn-cs"/>
                      </a:endParaRPr>
                    </a:p>
                  </a:txBody>
                  <a:tcPr anchor="ctr">
                    <a:lnL>
                      <a:noFill/>
                    </a:lnL>
                    <a:lnR>
                      <a:noFill/>
                    </a:lnR>
                    <a:lnT>
                      <a:noFill/>
                    </a:lnT>
                    <a:lnB>
                      <a:noFill/>
                    </a:lnB>
                    <a:solidFill>
                      <a:srgbClr val="005EB8"/>
                    </a:solidFill>
                  </a:tcPr>
                </a:tc>
                <a:tc>
                  <a:txBody>
                    <a:bodyPr/>
                    <a:lstStyle/>
                    <a:p>
                      <a:pPr algn="ctr"/>
                      <a:r>
                        <a:rPr lang="zh-CN" altLang="en-US" sz="1400" b="1" kern="1200">
                          <a:solidFill>
                            <a:schemeClr val="lt1"/>
                          </a:solidFill>
                          <a:latin typeface="Arial" panose="020B0604020202090204"/>
                          <a:ea typeface="微软雅黑"/>
                          <a:cs typeface="+mn-cs"/>
                        </a:rPr>
                        <a:t>板块</a:t>
                      </a:r>
                      <a:endParaRPr lang="zh-CN" altLang="en-US" sz="1400" b="1" kern="1200" dirty="0">
                        <a:solidFill>
                          <a:schemeClr val="lt1"/>
                        </a:solidFill>
                        <a:latin typeface="Arial" panose="020B0604020202090204"/>
                        <a:ea typeface="微软雅黑"/>
                        <a:cs typeface="+mn-cs"/>
                      </a:endParaRPr>
                    </a:p>
                  </a:txBody>
                  <a:tcPr anchor="ctr">
                    <a:lnL>
                      <a:noFill/>
                    </a:lnL>
                    <a:lnR>
                      <a:noFill/>
                    </a:lnR>
                    <a:lnT>
                      <a:noFill/>
                    </a:lnT>
                    <a:lnB>
                      <a:noFill/>
                    </a:lnB>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zh-CN" altLang="en-US" sz="1400"/>
                        <a:t>分类</a:t>
                      </a:r>
                      <a:endParaRPr lang="zh-CN" altLang="en-US" sz="1400" dirty="0"/>
                    </a:p>
                  </a:txBody>
                  <a:tcPr anchor="ctr">
                    <a:lnL>
                      <a:noFill/>
                    </a:lnL>
                    <a:lnR>
                      <a:noFill/>
                    </a:lnR>
                    <a:lnT>
                      <a:noFill/>
                    </a:lnT>
                    <a:lnB>
                      <a:noFill/>
                    </a:lnB>
                    <a:solidFill>
                      <a:srgbClr val="005EB8"/>
                    </a:solidFill>
                  </a:tcPr>
                </a:tc>
                <a:tc>
                  <a:txBody>
                    <a:bodyPr/>
                    <a:lstStyle>
                      <a:lvl1pPr marL="0" algn="l" defTabSz="914400" rtl="0" eaLnBrk="1" latinLnBrk="0" hangingPunct="1">
                        <a:defRPr sz="1800" kern="1200">
                          <a:solidFill>
                            <a:schemeClr val="tx1"/>
                          </a:solidFill>
                          <a:latin typeface="Arial" panose="020B0604020202090204"/>
                          <a:ea typeface="宋体"/>
                        </a:defRPr>
                      </a:lvl1pPr>
                      <a:lvl2pPr marL="457200" algn="l" defTabSz="914400" rtl="0" eaLnBrk="1" latinLnBrk="0" hangingPunct="1">
                        <a:defRPr sz="1800" kern="1200">
                          <a:solidFill>
                            <a:schemeClr val="tx1"/>
                          </a:solidFill>
                          <a:latin typeface="Arial" panose="020B0604020202090204"/>
                          <a:ea typeface="宋体"/>
                        </a:defRPr>
                      </a:lvl2pPr>
                      <a:lvl3pPr marL="914400" algn="l" defTabSz="914400" rtl="0" eaLnBrk="1" latinLnBrk="0" hangingPunct="1">
                        <a:defRPr sz="1800" kern="1200">
                          <a:solidFill>
                            <a:schemeClr val="tx1"/>
                          </a:solidFill>
                          <a:latin typeface="Arial" panose="020B0604020202090204"/>
                          <a:ea typeface="宋体"/>
                        </a:defRPr>
                      </a:lvl3pPr>
                      <a:lvl4pPr marL="1371600" algn="l" defTabSz="914400" rtl="0" eaLnBrk="1" latinLnBrk="0" hangingPunct="1">
                        <a:defRPr sz="1800" kern="1200">
                          <a:solidFill>
                            <a:schemeClr val="tx1"/>
                          </a:solidFill>
                          <a:latin typeface="Arial" panose="020B0604020202090204"/>
                          <a:ea typeface="宋体"/>
                        </a:defRPr>
                      </a:lvl4pPr>
                      <a:lvl5pPr marL="1828800" algn="l" defTabSz="914400" rtl="0" eaLnBrk="1" latinLnBrk="0" hangingPunct="1">
                        <a:defRPr sz="1800" kern="1200">
                          <a:solidFill>
                            <a:schemeClr val="tx1"/>
                          </a:solidFill>
                          <a:latin typeface="Arial" panose="020B0604020202090204"/>
                          <a:ea typeface="宋体"/>
                        </a:defRPr>
                      </a:lvl5pPr>
                      <a:lvl6pPr marL="2286000" algn="l" defTabSz="914400" rtl="0" eaLnBrk="1" latinLnBrk="0" hangingPunct="1">
                        <a:defRPr sz="1800" kern="1200">
                          <a:solidFill>
                            <a:schemeClr val="tx1"/>
                          </a:solidFill>
                          <a:latin typeface="Arial" panose="020B0604020202090204"/>
                          <a:ea typeface="宋体"/>
                        </a:defRPr>
                      </a:lvl6pPr>
                      <a:lvl7pPr marL="2743200" algn="l" defTabSz="914400" rtl="0" eaLnBrk="1" latinLnBrk="0" hangingPunct="1">
                        <a:defRPr sz="1800" kern="1200">
                          <a:solidFill>
                            <a:schemeClr val="tx1"/>
                          </a:solidFill>
                          <a:latin typeface="Arial" panose="020B0604020202090204"/>
                          <a:ea typeface="宋体"/>
                        </a:defRPr>
                      </a:lvl7pPr>
                      <a:lvl8pPr marL="3200400" algn="l" defTabSz="914400" rtl="0" eaLnBrk="1" latinLnBrk="0" hangingPunct="1">
                        <a:defRPr sz="1800" kern="1200">
                          <a:solidFill>
                            <a:schemeClr val="tx1"/>
                          </a:solidFill>
                          <a:latin typeface="Arial" panose="020B0604020202090204"/>
                          <a:ea typeface="宋体"/>
                        </a:defRPr>
                      </a:lvl8pPr>
                      <a:lvl9pPr marL="3657600" algn="l" defTabSz="914400" rtl="0" eaLnBrk="1" latinLnBrk="0" hangingPunct="1">
                        <a:defRPr sz="1800" kern="1200">
                          <a:solidFill>
                            <a:schemeClr val="tx1"/>
                          </a:solidFill>
                          <a:latin typeface="Arial" panose="020B0604020202090204"/>
                          <a:ea typeface="宋体"/>
                        </a:defRPr>
                      </a:lvl9pPr>
                    </a:lstStyle>
                    <a:p>
                      <a:pPr algn="ctr" fontAlgn="b"/>
                      <a:r>
                        <a:rPr lang="zh-CN" altLang="en-US" sz="1400" b="1" i="0" u="none" strike="noStrike">
                          <a:solidFill>
                            <a:srgbClr val="FFFFFF"/>
                          </a:solidFill>
                          <a:effectLst/>
                          <a:latin typeface="微软雅黑" panose="020B0503020204020204" pitchFamily="34" charset="-122"/>
                          <a:ea typeface="微软雅黑" panose="020B0503020204020204" pitchFamily="34" charset="-122"/>
                        </a:rPr>
                        <a:t>待办事项</a:t>
                      </a:r>
                      <a:endParaRPr lang="zh-CN" altLang="zh-TW" sz="14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solidFill>
                      <a:srgbClr val="005EB8"/>
                    </a:solidFill>
                  </a:tcPr>
                </a:tc>
                <a:tc>
                  <a:txBody>
                    <a:bodyPr/>
                    <a:lstStyle/>
                    <a:p>
                      <a:pPr algn="ctr" fontAlgn="b"/>
                      <a:r>
                        <a:rPr lang="zh-CN" altLang="en-US" sz="1400" b="1" i="0" u="none" strike="noStrike">
                          <a:solidFill>
                            <a:srgbClr val="FFFFFF"/>
                          </a:solidFill>
                          <a:effectLst/>
                          <a:latin typeface="微软雅黑" panose="020B0503020204020204" pitchFamily="34" charset="-122"/>
                          <a:ea typeface="微软雅黑" panose="020B0503020204020204" pitchFamily="34" charset="-122"/>
                        </a:rPr>
                        <a:t>完成情况</a:t>
                      </a:r>
                      <a:endParaRPr lang="zh-CN" altLang="zh-TW" sz="14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solidFill>
                      <a:srgbClr val="00B050"/>
                    </a:solidFill>
                  </a:tcPr>
                </a:tc>
              </a:tr>
              <a:tr h="515145">
                <a:tc rowSpan="2">
                  <a:txBody>
                    <a:bodyPr/>
                    <a:lstStyle/>
                    <a:p>
                      <a:pPr algn="ctr" fontAlgn="t">
                        <a:buNone/>
                      </a:pPr>
                      <a:r>
                        <a:rPr lang="en-US" altLang="zh-TW" sz="1400" b="1" i="0" u="none" strike="noStrike">
                          <a:solidFill>
                            <a:schemeClr val="tx1"/>
                          </a:solidFill>
                          <a:effectLst/>
                          <a:latin typeface="微软雅黑" panose="020B0503020204020204" pitchFamily="34" charset="-122"/>
                          <a:ea typeface="微软雅黑" panose="020B0503020204020204" pitchFamily="34" charset="-122"/>
                        </a:rPr>
                        <a:t>1</a:t>
                      </a:r>
                      <a:endParaRPr lang="zh-TW" altLang="en-US" sz="14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solidFill>
                      <a:srgbClr val="DEEBF7"/>
                    </a:solidFill>
                  </a:tcPr>
                </a:tc>
                <a:tc rowSpan="2">
                  <a:txBody>
                    <a:bodyPr/>
                    <a:lstStyle/>
                    <a:p>
                      <a:pPr algn="l" fontAlgn="ctr">
                        <a:buNone/>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领导决策事宜</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l" fontAlgn="t">
                        <a:buNone/>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发分</a:t>
                      </a:r>
                      <a:r>
                        <a:rPr lang="en-US" altLang="zh-CN" sz="1400" b="0" i="0" u="none" strike="noStrike">
                          <a:solidFill>
                            <a:schemeClr val="tx1"/>
                          </a:solidFill>
                          <a:effectLst/>
                          <a:latin typeface="微软雅黑" panose="020B0503020204020204" pitchFamily="34" charset="-122"/>
                          <a:ea typeface="微软雅黑" panose="020B0503020204020204" pitchFamily="34" charset="-122"/>
                        </a:rPr>
                        <a:t>/</a:t>
                      </a: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兑分结算分析</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a:noFill/>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结算优劣势分析；</a:t>
                      </a:r>
                      <a:endParaRPr lang="en-US" altLang="zh-CN" sz="1400" b="0" i="0" u="none" strike="noStrike">
                        <a:solidFill>
                          <a:schemeClr val="tx1"/>
                        </a:solidFill>
                        <a:effectLst/>
                        <a:latin typeface="微软雅黑" panose="020B0503020204020204" pitchFamily="34" charset="-122"/>
                        <a:ea typeface="微软雅黑" panose="020B0503020204020204" pitchFamily="34" charset="-122"/>
                      </a:endParaRPr>
                    </a:p>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优惠券配置</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a:noFill/>
                    </a:lnT>
                    <a:lnB w="9525" cap="flat" cmpd="sng" algn="ctr">
                      <a:solidFill>
                        <a:schemeClr val="bg2">
                          <a:lumMod val="90000"/>
                        </a:schemeClr>
                      </a:solidFill>
                      <a:prstDash val="solid"/>
                      <a:round/>
                      <a:headEnd type="none" w="med" len="med"/>
                      <a:tailEnd type="none" w="med" len="med"/>
                    </a:lnB>
                    <a:noFill/>
                  </a:tcPr>
                </a:tc>
                <a:tc>
                  <a:txBody>
                    <a:bodyPr/>
                    <a:lstStyle/>
                    <a:p>
                      <a:pPr marL="171450" indent="0" algn="l" fontAlgn="t">
                        <a:buFont typeface="Arial" panose="020B0604020202090204" pitchFamily="34" charset="0"/>
                        <a:buNone/>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已完成</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a:noFill/>
                    </a:lnT>
                    <a:lnB w="9525" cap="flat" cmpd="sng" algn="ctr">
                      <a:solidFill>
                        <a:schemeClr val="bg2">
                          <a:lumMod val="90000"/>
                        </a:schemeClr>
                      </a:solidFill>
                      <a:prstDash val="solid"/>
                      <a:round/>
                      <a:headEnd type="none" w="med" len="med"/>
                      <a:tailEnd type="none" w="med" len="med"/>
                    </a:lnB>
                    <a:noFill/>
                  </a:tcPr>
                </a:tc>
              </a:tr>
              <a:tr h="280735">
                <a:tc vMerge="1">
                  <a:tcPr marL="6350" marR="6350" marT="6350" marB="0">
                    <a:lnL>
                      <a:noFill/>
                    </a:lnL>
                    <a:lnR>
                      <a:noFill/>
                    </a:lnR>
                    <a:lnT>
                      <a:noFill/>
                    </a:lnT>
                    <a:lnB>
                      <a:noFill/>
                    </a:lnB>
                    <a:noFill/>
                  </a:tcPr>
                </a:tc>
                <a:tc vMerge="1">
                  <a:tcPr/>
                </a:tc>
                <a:tc>
                  <a:txBody>
                    <a:bodyPr/>
                    <a:lstStyle/>
                    <a:p>
                      <a:pPr algn="l" fontAlgn="t">
                        <a:buNone/>
                      </a:pP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碳积分</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业务部陈修华已收集业务需求</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marL="171450" indent="0" algn="l" fontAlgn="t">
                        <a:buFont typeface="Arial" panose="020B0604020202090204" pitchFamily="34" charset="0"/>
                        <a:buNone/>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进行中</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r>
              <a:tr h="280735">
                <a:tc rowSpan="2">
                  <a:txBody>
                    <a:bodyPr/>
                    <a:lstStyle/>
                    <a:p>
                      <a:pPr algn="ctr" fontAlgn="t">
                        <a:buNone/>
                      </a:pPr>
                      <a:r>
                        <a:rPr lang="en-US" altLang="zh-TW" sz="1400" b="1" i="0" u="none" strike="noStrike">
                          <a:solidFill>
                            <a:schemeClr val="tx1"/>
                          </a:solidFill>
                          <a:effectLst/>
                          <a:latin typeface="微软雅黑" panose="020B0503020204020204" pitchFamily="34" charset="-122"/>
                          <a:ea typeface="微软雅黑" panose="020B0503020204020204" pitchFamily="34" charset="-122"/>
                        </a:rPr>
                        <a:t>2</a:t>
                      </a:r>
                      <a:endParaRPr lang="zh-TW" altLang="en-US" sz="14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solidFill>
                      <a:srgbClr val="DEEBF7"/>
                    </a:solidFill>
                  </a:tcPr>
                </a:tc>
                <a:tc rowSpan="2">
                  <a:txBody>
                    <a:bodyPr/>
                    <a:lstStyle/>
                    <a:p>
                      <a:pPr algn="l" fontAlgn="ctr">
                        <a:buNone/>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业务部门待确认</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l" fontAlgn="t">
                        <a:buNone/>
                      </a:pP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会员等级</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与停车、商业等业务部门确认规则</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marL="171450" indent="0" algn="l" fontAlgn="t">
                        <a:buFont typeface="Arial" panose="020B0604020202090204" pitchFamily="34" charset="0"/>
                        <a:buNone/>
                      </a:pPr>
                      <a:r>
                        <a:rPr lang="en-US" altLang="zh-CN" sz="1400" b="0" i="0" u="none" strike="noStrike">
                          <a:solidFill>
                            <a:schemeClr val="tx1"/>
                          </a:solidFill>
                          <a:effectLst/>
                          <a:latin typeface="微软雅黑" panose="020B0503020204020204" pitchFamily="34" charset="-122"/>
                          <a:ea typeface="微软雅黑" panose="020B0503020204020204" pitchFamily="34" charset="-122"/>
                        </a:rPr>
                        <a:t>6</a:t>
                      </a: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月产品</a:t>
                      </a: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方案完成</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r>
              <a:tr h="561473">
                <a:tc vMerge="1">
                  <a:tcPr marL="6350" marR="6350" marT="6350" marB="0" anchor="ctr">
                    <a:lnL>
                      <a:noFill/>
                    </a:lnL>
                    <a:lnR>
                      <a:noFill/>
                    </a:lnR>
                    <a:lnT>
                      <a:noFill/>
                    </a:lnT>
                    <a:lnB>
                      <a:noFill/>
                    </a:lnB>
                    <a:noFill/>
                  </a:tcPr>
                </a:tc>
                <a:tc vMerge="1">
                  <a:tcPr/>
                </a:tc>
                <a:tc>
                  <a:txBody>
                    <a:bodyPr/>
                    <a:lstStyle/>
                    <a:p>
                      <a:pPr algn="l" fontAlgn="t">
                        <a:buNone/>
                      </a:pP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审批流程</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涉及管理层审批：与</a:t>
                      </a:r>
                      <a:r>
                        <a:rPr lang="en-US" altLang="zh-CN" sz="1400" b="0" i="0" u="none" strike="noStrike">
                          <a:solidFill>
                            <a:schemeClr val="tx1"/>
                          </a:solidFill>
                          <a:effectLst/>
                          <a:latin typeface="微软雅黑" panose="020B0503020204020204" pitchFamily="34" charset="-122"/>
                          <a:ea typeface="微软雅黑" panose="020B0503020204020204" pitchFamily="34" charset="-122"/>
                        </a:rPr>
                        <a:t>OA</a:t>
                      </a: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集成</a:t>
                      </a:r>
                      <a:endParaRPr lang="en-US" altLang="zh-CN" sz="1400" b="0" i="0" u="none" strike="noStrike">
                        <a:solidFill>
                          <a:schemeClr val="tx1"/>
                        </a:solidFill>
                        <a:effectLst/>
                        <a:latin typeface="微软雅黑" panose="020B0503020204020204" pitchFamily="34" charset="-122"/>
                        <a:ea typeface="微软雅黑" panose="020B0503020204020204" pitchFamily="34" charset="-122"/>
                      </a:endParaRPr>
                    </a:p>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自闭环：例保安</a:t>
                      </a:r>
                      <a:r>
                        <a:rPr lang="en-US" altLang="zh-CN" sz="1400" b="0" i="0" u="none" strike="noStrike">
                          <a:solidFill>
                            <a:schemeClr val="tx1"/>
                          </a:solidFill>
                          <a:effectLst/>
                          <a:latin typeface="微软雅黑" panose="020B0503020204020204" pitchFamily="34" charset="-122"/>
                          <a:ea typeface="微软雅黑" panose="020B0503020204020204" pitchFamily="34" charset="-122"/>
                        </a:rPr>
                        <a:t>/</a:t>
                      </a: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保洁，不要在多个系统跳转</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marL="171450" indent="0" algn="l" fontAlgn="t">
                        <a:buFont typeface="Arial" panose="020B0604020202090204" pitchFamily="34" charset="0"/>
                        <a:buNone/>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待开始</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r>
              <a:tr h="280735">
                <a:tc rowSpan="4">
                  <a:txBody>
                    <a:bodyPr/>
                    <a:lstStyle/>
                    <a:p>
                      <a:pPr algn="ctr" fontAlgn="t">
                        <a:buNone/>
                      </a:pPr>
                      <a:r>
                        <a:rPr lang="en-US" altLang="zh-TW" sz="1400" b="1" i="0" u="none" strike="noStrike">
                          <a:solidFill>
                            <a:schemeClr val="tx1"/>
                          </a:solidFill>
                          <a:effectLst/>
                          <a:latin typeface="微软雅黑" panose="020B0503020204020204" pitchFamily="34" charset="-122"/>
                          <a:ea typeface="微软雅黑" panose="020B0503020204020204" pitchFamily="34" charset="-122"/>
                        </a:rPr>
                        <a:t>3</a:t>
                      </a:r>
                      <a:endParaRPr lang="zh-TW" altLang="en-US" sz="14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solidFill>
                      <a:srgbClr val="DEEBF7"/>
                    </a:solidFill>
                  </a:tcPr>
                </a:tc>
                <a:tc>
                  <a:txBody>
                    <a:bodyPr/>
                    <a:lstStyle/>
                    <a:p>
                      <a:pPr algn="l" fontAlgn="t">
                        <a:buNone/>
                      </a:pP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数营部</a:t>
                      </a:r>
                      <a:r>
                        <a:rPr lang="en-US" altLang="zh-TW" sz="1400" b="0" i="0" u="none" strike="noStrike">
                          <a:solidFill>
                            <a:schemeClr val="tx1"/>
                          </a:solidFill>
                          <a:effectLst/>
                          <a:latin typeface="微软雅黑" panose="020B0503020204020204" pitchFamily="34" charset="-122"/>
                          <a:ea typeface="微软雅黑" panose="020B0503020204020204" pitchFamily="34" charset="-122"/>
                        </a:rPr>
                        <a:t>/</a:t>
                      </a:r>
                      <a:r>
                        <a:rPr lang="en-GB" sz="1400" b="0" i="0" u="none" strike="noStrike">
                          <a:solidFill>
                            <a:schemeClr val="tx1"/>
                          </a:solidFill>
                          <a:effectLst/>
                          <a:latin typeface="微软雅黑" panose="020B0503020204020204" pitchFamily="34" charset="-122"/>
                          <a:ea typeface="微软雅黑" panose="020B0503020204020204" pitchFamily="34" charset="-122"/>
                        </a:rPr>
                        <a:t>PMO</a:t>
                      </a: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沟通</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l" fontAlgn="t">
                        <a:buNone/>
                      </a:pP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满意度</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需结合需求说明书及合同签订内容，进一步展开讨论</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marL="171450" indent="0" algn="l" fontAlgn="t">
                        <a:buFont typeface="Arial" panose="020B0604020202090204" pitchFamily="34" charset="0"/>
                        <a:buNone/>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需求范围内</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r>
              <a:tr h="280735">
                <a:tc vMerge="1">
                  <a:tcPr marL="6350" marR="6350" marT="6350" marB="0">
                    <a:lnL>
                      <a:noFill/>
                    </a:lnL>
                    <a:lnR>
                      <a:noFill/>
                    </a:lnR>
                    <a:lnT>
                      <a:noFill/>
                    </a:lnT>
                    <a:lnB>
                      <a:noFill/>
                    </a:lnB>
                    <a:noFill/>
                  </a:tcPr>
                </a:tc>
                <a:tc rowSpan="6">
                  <a:txBody>
                    <a:bodyPr/>
                    <a:lstStyle/>
                    <a:p>
                      <a:pPr algn="l" fontAlgn="ctr">
                        <a:buNone/>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项目组内部待跟进</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w="9525" cap="flat" cmpd="sng" algn="ctr">
                      <a:solidFill>
                        <a:schemeClr val="bg2">
                          <a:lumMod val="90000"/>
                        </a:schemeClr>
                      </a:solidFill>
                      <a:prstDash val="solid"/>
                      <a:round/>
                      <a:headEnd type="none" w="med" len="med"/>
                      <a:tailEnd type="none" w="med" len="med"/>
                    </a:lnT>
                    <a:lnB>
                      <a:noFill/>
                    </a:lnB>
                    <a:solidFill>
                      <a:schemeClr val="bg1">
                        <a:lumMod val="95000"/>
                      </a:schemeClr>
                    </a:solidFill>
                  </a:tcPr>
                </a:tc>
                <a:tc>
                  <a:txBody>
                    <a:bodyPr/>
                    <a:lstStyle/>
                    <a:p>
                      <a:pPr algn="l" fontAlgn="t">
                        <a:buNone/>
                      </a:pP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大屏</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457200" indent="-285750" algn="l" fontAlgn="t">
                        <a:buFont typeface="Arial" panose="020B0604020202090204" pitchFamily="34" charset="0"/>
                        <a:buChar char="•"/>
                      </a:pPr>
                      <a:r>
                        <a:rPr lang="en-US" altLang="zh-CN" sz="1400" b="0" i="0" u="none" strike="noStrike">
                          <a:solidFill>
                            <a:schemeClr val="tx1"/>
                          </a:solidFill>
                          <a:effectLst/>
                          <a:latin typeface="微软雅黑" panose="020B0503020204020204" pitchFamily="34" charset="-122"/>
                          <a:ea typeface="微软雅黑" panose="020B0503020204020204" pitchFamily="34" charset="-122"/>
                        </a:rPr>
                        <a:t>4</a:t>
                      </a: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个维度的技术考量</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marL="171450" indent="0" algn="l" fontAlgn="t">
                        <a:buFont typeface="Arial" panose="020B0604020202090204" pitchFamily="34" charset="0"/>
                        <a:buNone/>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二阶段开始</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r>
              <a:tr h="768940">
                <a:tc vMerge="1">
                  <a:tcPr marL="6350" marR="6350" marT="6350" marB="0">
                    <a:lnL>
                      <a:noFill/>
                    </a:lnL>
                    <a:lnR>
                      <a:noFill/>
                    </a:lnR>
                    <a:lnT>
                      <a:noFill/>
                    </a:lnT>
                    <a:lnB>
                      <a:noFill/>
                    </a:lnB>
                    <a:noFill/>
                  </a:tcPr>
                </a:tc>
                <a:tc vMerge="1">
                  <a:tcPr/>
                </a:tc>
                <a:tc>
                  <a:txBody>
                    <a:bodyPr/>
                    <a:lstStyle/>
                    <a:p>
                      <a:pPr algn="l" fontAlgn="t">
                        <a:buNone/>
                      </a:pP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架构图</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应用架构、技术架构、数据架构，包括</a:t>
                      </a:r>
                      <a:r>
                        <a:rPr lang="en-US" altLang="zh-CN" sz="1400" b="0" i="0" u="none" strike="noStrike">
                          <a:solidFill>
                            <a:schemeClr val="tx1"/>
                          </a:solidFill>
                          <a:effectLst/>
                          <a:latin typeface="微软雅黑" panose="020B0503020204020204" pitchFamily="34" charset="-122"/>
                          <a:ea typeface="微软雅黑" panose="020B0503020204020204" pitchFamily="34" charset="-122"/>
                        </a:rPr>
                        <a:t>AI</a:t>
                      </a: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智能客服：自有模型</a:t>
                      </a:r>
                      <a:r>
                        <a:rPr lang="en-US" altLang="zh-CN" sz="1400" b="0" i="0" u="none" strike="noStrike">
                          <a:solidFill>
                            <a:schemeClr val="tx1"/>
                          </a:solidFill>
                          <a:effectLst/>
                          <a:latin typeface="微软雅黑" panose="020B0503020204020204" pitchFamily="34" charset="-122"/>
                          <a:ea typeface="微软雅黑" panose="020B0503020204020204" pitchFamily="34" charset="-122"/>
                        </a:rPr>
                        <a:t>/</a:t>
                      </a: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其他大模型；数字人</a:t>
                      </a:r>
                      <a:r>
                        <a:rPr lang="en-US" altLang="zh-CN" sz="1400" b="0" i="0" u="none" strike="noStrike">
                          <a:solidFill>
                            <a:schemeClr val="tx1"/>
                          </a:solidFill>
                          <a:effectLst/>
                          <a:latin typeface="微软雅黑" panose="020B0503020204020204" pitchFamily="34" charset="-122"/>
                          <a:ea typeface="微软雅黑" panose="020B0503020204020204" pitchFamily="34" charset="-122"/>
                        </a:rPr>
                        <a:t>/</a:t>
                      </a: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知识库</a:t>
                      </a:r>
                      <a:endParaRPr lang="en-US" altLang="zh-CN" sz="1400" b="0" i="0" u="none" strike="noStrike">
                        <a:solidFill>
                          <a:schemeClr val="tx1"/>
                        </a:solidFill>
                        <a:effectLst/>
                        <a:latin typeface="微软雅黑" panose="020B0503020204020204" pitchFamily="34" charset="-122"/>
                        <a:ea typeface="微软雅黑" panose="020B0503020204020204" pitchFamily="34" charset="-122"/>
                      </a:endParaRPr>
                    </a:p>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架构图调整，需要颜色区分哪些属智能客服</a:t>
                      </a:r>
                      <a:r>
                        <a:rPr lang="en-US" altLang="zh-CN" sz="1400" b="0" i="0" u="none" strike="noStrike">
                          <a:solidFill>
                            <a:schemeClr val="tx1"/>
                          </a:solidFill>
                          <a:effectLst/>
                          <a:latin typeface="微软雅黑" panose="020B0503020204020204" pitchFamily="34" charset="-122"/>
                          <a:ea typeface="微软雅黑" panose="020B0503020204020204" pitchFamily="34" charset="-122"/>
                        </a:rPr>
                        <a:t>/</a:t>
                      </a: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其他系统、接口关系</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marL="171450" indent="0" algn="l" fontAlgn="t">
                        <a:buFont typeface="Arial" panose="020B0604020202090204" pitchFamily="34" charset="0"/>
                        <a:buNone/>
                      </a:pPr>
                      <a:r>
                        <a:rPr lang="en-US" altLang="zh-CN" sz="1400" b="0" i="0" u="none" strike="noStrike">
                          <a:solidFill>
                            <a:schemeClr val="tx1"/>
                          </a:solidFill>
                          <a:effectLst/>
                          <a:latin typeface="微软雅黑" panose="020B0503020204020204" pitchFamily="34" charset="-122"/>
                          <a:ea typeface="微软雅黑" panose="020B0503020204020204" pitchFamily="34" charset="-122"/>
                        </a:rPr>
                        <a:t>80%</a:t>
                      </a:r>
                      <a:endParaRPr lang="en-US" altLang="zh-CN"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r>
              <a:tr h="280735">
                <a:tc vMerge="1">
                  <a:tcPr marL="6350" marR="6350" marT="6350" marB="0">
                    <a:lnL>
                      <a:noFill/>
                    </a:lnL>
                    <a:lnR>
                      <a:noFill/>
                    </a:lnR>
                    <a:lnT>
                      <a:noFill/>
                    </a:lnT>
                    <a:lnB>
                      <a:noFill/>
                    </a:lnB>
                    <a:noFill/>
                  </a:tcPr>
                </a:tc>
                <a:tc vMerge="1">
                  <a:tcPr/>
                </a:tc>
                <a:tc>
                  <a:txBody>
                    <a:bodyPr/>
                    <a:lstStyle/>
                    <a:p>
                      <a:pPr algn="l" fontAlgn="t">
                        <a:buNone/>
                      </a:pP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客户通</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三个企业主体（租赁公司、乐寓、城服），需注意费用</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marL="171450" indent="0" algn="l" fontAlgn="t">
                        <a:buFont typeface="Arial" panose="020B0604020202090204" pitchFamily="34" charset="0"/>
                        <a:buNone/>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待评估费用</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r>
              <a:tr h="280735">
                <a:tc rowSpan="3">
                  <a:txBody>
                    <a:bodyPr/>
                    <a:lstStyle/>
                    <a:p>
                      <a:pPr algn="ctr" fontAlgn="t">
                        <a:buNone/>
                      </a:pPr>
                      <a:r>
                        <a:rPr lang="en-US" altLang="zh-TW" sz="1400" b="1" i="0" u="none" strike="noStrike">
                          <a:solidFill>
                            <a:schemeClr val="tx1"/>
                          </a:solidFill>
                          <a:effectLst/>
                          <a:latin typeface="微软雅黑" panose="020B0503020204020204" pitchFamily="34" charset="-122"/>
                          <a:ea typeface="微软雅黑" panose="020B0503020204020204" pitchFamily="34" charset="-122"/>
                        </a:rPr>
                        <a:t>4</a:t>
                      </a:r>
                      <a:endParaRPr lang="zh-TW" altLang="en-US" sz="14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solidFill>
                      <a:srgbClr val="DEEBF7"/>
                    </a:solidFill>
                  </a:tcPr>
                </a:tc>
                <a:tc vMerge="1">
                  <a:tcPr/>
                </a:tc>
                <a:tc>
                  <a:txBody>
                    <a:bodyPr/>
                    <a:lstStyle/>
                    <a:p>
                      <a:pPr algn="l" fontAlgn="t">
                        <a:buNone/>
                      </a:pP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接口事宜</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集团</a:t>
                      </a:r>
                      <a:r>
                        <a:rPr lang="en-US" altLang="zh-CN" sz="1400" b="0" i="0" u="none" strike="noStrike">
                          <a:solidFill>
                            <a:schemeClr val="tx1"/>
                          </a:solidFill>
                          <a:effectLst/>
                          <a:latin typeface="微软雅黑" panose="020B0503020204020204" pitchFamily="34" charset="-122"/>
                          <a:ea typeface="微软雅黑" panose="020B0503020204020204" pitchFamily="34" charset="-122"/>
                        </a:rPr>
                        <a:t>OA</a:t>
                      </a: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、集团财务系统</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marL="171450" indent="0" algn="l" fontAlgn="t">
                        <a:buFont typeface="Arial" panose="020B0604020202090204" pitchFamily="34" charset="0"/>
                        <a:buNone/>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二阶段开始</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r>
              <a:tr h="561473">
                <a:tc vMerge="1">
                  <a:tcPr marL="6350" marR="6350" marT="6350" marB="0">
                    <a:lnL>
                      <a:noFill/>
                    </a:lnL>
                    <a:lnR>
                      <a:noFill/>
                    </a:lnR>
                    <a:lnT>
                      <a:noFill/>
                    </a:lnT>
                    <a:lnB>
                      <a:noFill/>
                    </a:lnB>
                    <a:noFill/>
                  </a:tcPr>
                </a:tc>
                <a:tc vMerge="1">
                  <a:tcPr/>
                </a:tc>
                <a:tc>
                  <a:txBody>
                    <a:bodyPr/>
                    <a:lstStyle/>
                    <a:p>
                      <a:pPr algn="l" fontAlgn="t">
                        <a:buNone/>
                      </a:pPr>
                      <a:r>
                        <a:rPr lang="en-GB" sz="1400" b="0" i="0" u="none" strike="noStrike">
                          <a:solidFill>
                            <a:schemeClr val="tx1"/>
                          </a:solidFill>
                          <a:effectLst/>
                          <a:latin typeface="微软雅黑" panose="020B0503020204020204" pitchFamily="34" charset="-122"/>
                          <a:ea typeface="微软雅黑" panose="020B0503020204020204" pitchFamily="34" charset="-122"/>
                        </a:rPr>
                        <a:t>CDP</a:t>
                      </a:r>
                      <a:endParaRPr lang="en-GB"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接入计划：优先接入商业、停车已实现打通的系统；一体化系统待开发情况</a:t>
                      </a:r>
                      <a:endParaRPr lang="en-US" altLang="zh-CN" sz="1400" b="0" i="0" u="none" strike="noStrike">
                        <a:solidFill>
                          <a:schemeClr val="tx1"/>
                        </a:solidFill>
                        <a:effectLst/>
                        <a:latin typeface="微软雅黑" panose="020B0503020204020204" pitchFamily="34" charset="-122"/>
                        <a:ea typeface="微软雅黑" panose="020B0503020204020204" pitchFamily="34" charset="-122"/>
                      </a:endParaRPr>
                    </a:p>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第三方系统自动营销：取两个系统的合集，不要泄露客户数据</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c>
                  <a:txBody>
                    <a:bodyPr/>
                    <a:lstStyle/>
                    <a:p>
                      <a:pPr marL="171450" indent="0" algn="l" fontAlgn="t">
                        <a:buFont typeface="Arial" panose="020B0604020202090204" pitchFamily="34" charset="0"/>
                        <a:buNone/>
                      </a:pP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r>
              <a:tr h="561473">
                <a:tc vMerge="1">
                  <a:tcPr marL="6350" marR="6350" marT="6350" marB="0">
                    <a:lnL>
                      <a:noFill/>
                    </a:lnL>
                    <a:lnR>
                      <a:noFill/>
                    </a:lnR>
                    <a:lnT>
                      <a:noFill/>
                    </a:lnT>
                    <a:lnB>
                      <a:noFill/>
                    </a:lnB>
                    <a:noFill/>
                  </a:tcPr>
                </a:tc>
                <a:tc vMerge="1">
                  <a:tcPr/>
                </a:tc>
                <a:tc>
                  <a:txBody>
                    <a:bodyPr/>
                    <a:lstStyle/>
                    <a:p>
                      <a:pPr algn="l" fontAlgn="t">
                        <a:buNone/>
                      </a:pP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埋点计划</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a:noFill/>
                    </a:lnB>
                    <a:solidFill>
                      <a:schemeClr val="bg1">
                        <a:lumMod val="95000"/>
                      </a:schemeClr>
                    </a:solidFill>
                  </a:tcPr>
                </a:tc>
                <a:tc>
                  <a:txBody>
                    <a:bodyPr/>
                    <a:lstStyle/>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智能客服系统本身埋点计划</a:t>
                      </a:r>
                      <a:endParaRPr lang="en-US" altLang="zh-CN" sz="1400" b="0" i="0" u="none" strike="noStrike">
                        <a:solidFill>
                          <a:schemeClr val="tx1"/>
                        </a:solidFill>
                        <a:effectLst/>
                        <a:latin typeface="微软雅黑" panose="020B0503020204020204" pitchFamily="34" charset="-122"/>
                        <a:ea typeface="微软雅黑" panose="020B0503020204020204" pitchFamily="34" charset="-122"/>
                      </a:endParaRPr>
                    </a:p>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从其他系统的埋点接数据，智能客服可提相关需求</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a:noFill/>
                    </a:lnB>
                    <a:noFill/>
                  </a:tcPr>
                </a:tc>
                <a:tc>
                  <a:txBody>
                    <a:bodyPr/>
                    <a:lstStyle/>
                    <a:p>
                      <a:pPr marL="171450" indent="0" algn="l" fontAlgn="t">
                        <a:buFont typeface="Arial" panose="020B0604020202090204" pitchFamily="34" charset="0"/>
                        <a:buNone/>
                      </a:pPr>
                      <a:r>
                        <a:rPr lang="zh-CN" altLang="en-US" sz="1400">
                          <a:effectLst/>
                          <a:latin typeface="微软雅黑" panose="020B0503020204020204" pitchFamily="34" charset="-122"/>
                          <a:ea typeface="微软雅黑" panose="020B0503020204020204" pitchFamily="34" charset="-122"/>
                          <a:sym typeface="+mn-ea"/>
                        </a:rPr>
                        <a:t>产品方案</a:t>
                      </a:r>
                      <a:r>
                        <a:rPr lang="zh-CN" altLang="en-US" sz="1400">
                          <a:effectLst/>
                          <a:latin typeface="微软雅黑" panose="020B0503020204020204" pitchFamily="34" charset="-122"/>
                          <a:ea typeface="微软雅黑" panose="020B0503020204020204" pitchFamily="34" charset="-122"/>
                          <a:sym typeface="+mn-ea"/>
                        </a:rPr>
                        <a:t>阶段</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w="9525" cap="flat" cmpd="sng" algn="ctr">
                      <a:solidFill>
                        <a:schemeClr val="bg2">
                          <a:lumMod val="90000"/>
                        </a:schemeClr>
                      </a:solidFill>
                      <a:prstDash val="solid"/>
                      <a:round/>
                      <a:headEnd type="none" w="med" len="med"/>
                      <a:tailEnd type="none" w="med" len="med"/>
                    </a:lnT>
                    <a:lnB>
                      <a:noFill/>
                    </a:lnB>
                    <a:no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457200" y="288925"/>
            <a:ext cx="7549515" cy="520065"/>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00338D"/>
                </a:solidFill>
                <a:effectLst/>
                <a:uLnTx/>
                <a:uFillTx/>
                <a:latin typeface="微软雅黑" charset="0"/>
                <a:ea typeface="微软雅黑" charset="0"/>
                <a:cs typeface="+mj-cs"/>
              </a:rPr>
              <a:t>会员积分清结算方式对比分析</a:t>
            </a:r>
            <a:endParaRPr kumimoji="0" lang="zh-CN" altLang="en-US" sz="2400" b="1" i="0" u="none" strike="noStrike" kern="1200" cap="none" spc="0" normalizeH="0" baseline="0" noProof="0" dirty="0">
              <a:ln>
                <a:noFill/>
              </a:ln>
              <a:solidFill>
                <a:srgbClr val="00338D"/>
              </a:solidFill>
              <a:effectLst/>
              <a:uLnTx/>
              <a:uFillTx/>
              <a:latin typeface="微软雅黑" charset="0"/>
              <a:ea typeface="微软雅黑" charset="0"/>
              <a:cs typeface="+mj-cs"/>
            </a:endParaRPr>
          </a:p>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2400" b="1" i="0" u="none" strike="noStrike" kern="1200" cap="none" spc="0" normalizeH="0" baseline="0" noProof="0" dirty="0">
              <a:ln>
                <a:noFill/>
              </a:ln>
              <a:solidFill>
                <a:srgbClr val="00338D"/>
              </a:solidFill>
              <a:effectLst/>
              <a:uLnTx/>
              <a:uFillTx/>
              <a:latin typeface="微软雅黑" charset="0"/>
              <a:ea typeface="微软雅黑" charset="0"/>
              <a:cs typeface="+mj-cs"/>
            </a:endParaRPr>
          </a:p>
        </p:txBody>
      </p:sp>
      <p:sp>
        <p:nvSpPr>
          <p:cNvPr id="2" name="Rectangle 43"/>
          <p:cNvSpPr/>
          <p:nvPr/>
        </p:nvSpPr>
        <p:spPr>
          <a:xfrm>
            <a:off x="553334" y="955040"/>
            <a:ext cx="513080" cy="2618105"/>
          </a:xfrm>
          <a:prstGeom prst="rect">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rgbClr val="FFFFFF"/>
                </a:solidFill>
                <a:effectLst/>
                <a:uLnTx/>
                <a:uFillTx/>
                <a:latin typeface="微软雅黑" charset="0"/>
                <a:ea typeface="微软雅黑" charset="0"/>
                <a:cs typeface="+mn-cs"/>
                <a:sym typeface="+mn-lt"/>
              </a:rPr>
              <a:t>发分结算</a:t>
            </a:r>
            <a:endParaRPr kumimoji="0" lang="zh-CN" altLang="en-US" sz="1400" b="1" i="0" u="none" strike="noStrike" kern="0" cap="none" spc="0" normalizeH="0" baseline="0" noProof="0" dirty="0">
              <a:ln>
                <a:noFill/>
              </a:ln>
              <a:solidFill>
                <a:srgbClr val="FFFFFF"/>
              </a:solidFill>
              <a:effectLst/>
              <a:uLnTx/>
              <a:uFillTx/>
              <a:latin typeface="微软雅黑" charset="0"/>
              <a:ea typeface="微软雅黑" charset="0"/>
              <a:cs typeface="+mn-cs"/>
              <a:sym typeface="+mn-lt"/>
            </a:endParaRPr>
          </a:p>
        </p:txBody>
      </p:sp>
      <p:sp>
        <p:nvSpPr>
          <p:cNvPr id="20" name="Rectangle 43"/>
          <p:cNvSpPr/>
          <p:nvPr/>
        </p:nvSpPr>
        <p:spPr>
          <a:xfrm>
            <a:off x="553334" y="3869690"/>
            <a:ext cx="513080" cy="2618105"/>
          </a:xfrm>
          <a:prstGeom prst="rect">
            <a:avLst/>
          </a:prstGeom>
          <a:solidFill>
            <a:srgbClr val="00338D"/>
          </a:solidFill>
          <a:ln w="12700" cap="flat" cmpd="sng" algn="ctr">
            <a:noFill/>
            <a:prstDash val="solid"/>
            <a:miter lim="800000"/>
          </a:ln>
          <a:effectLst/>
        </p:spPr>
        <p:txBody>
          <a:bodyPr lIns="54000" tIns="54000" rIns="5400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0" cap="none" spc="0" normalizeH="0" baseline="0" noProof="0">
                <a:ln>
                  <a:noFill/>
                </a:ln>
                <a:solidFill>
                  <a:srgbClr val="FFFFFF"/>
                </a:solidFill>
                <a:effectLst/>
                <a:uLnTx/>
                <a:uFillTx/>
                <a:latin typeface="微软雅黑" charset="0"/>
                <a:ea typeface="微软雅黑" charset="0"/>
                <a:cs typeface="+mn-cs"/>
                <a:sym typeface="+mn-lt"/>
              </a:rPr>
              <a:t>兑分结算</a:t>
            </a:r>
            <a:endParaRPr kumimoji="0" lang="zh-CN" altLang="en-US" sz="1400" b="1" i="0" u="none" strike="noStrike" kern="0" cap="none" spc="0" normalizeH="0" baseline="0" noProof="0" dirty="0">
              <a:ln>
                <a:noFill/>
              </a:ln>
              <a:solidFill>
                <a:srgbClr val="FFFFFF"/>
              </a:solidFill>
              <a:effectLst/>
              <a:uLnTx/>
              <a:uFillTx/>
              <a:latin typeface="微软雅黑" charset="0"/>
              <a:ea typeface="微软雅黑" charset="0"/>
              <a:cs typeface="+mn-cs"/>
              <a:sym typeface="+mn-lt"/>
            </a:endParaRPr>
          </a:p>
        </p:txBody>
      </p:sp>
      <p:sp>
        <p:nvSpPr>
          <p:cNvPr id="24" name="圆角矩形 23"/>
          <p:cNvSpPr/>
          <p:nvPr/>
        </p:nvSpPr>
        <p:spPr>
          <a:xfrm rot="20460000">
            <a:off x="185739" y="1085398"/>
            <a:ext cx="838278" cy="400726"/>
          </a:xfrm>
          <a:prstGeom prst="roundRect">
            <a:avLst/>
          </a:prstGeom>
          <a:solidFill>
            <a:srgbClr val="00B050"/>
          </a:solidFill>
          <a:ln w="25400">
            <a:no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zh-CN" altLang="en-US" sz="1400" b="1">
                <a:solidFill>
                  <a:schemeClr val="bg1"/>
                </a:solidFill>
                <a:latin typeface="微软雅黑" charset="0"/>
                <a:ea typeface="微软雅黑" charset="0"/>
              </a:rPr>
              <a:t>推荐</a:t>
            </a:r>
            <a:endParaRPr lang="zh-CN" altLang="en-US" sz="1400" b="1" dirty="0" err="1">
              <a:solidFill>
                <a:schemeClr val="bg1"/>
              </a:solidFill>
              <a:latin typeface="微软雅黑" charset="0"/>
              <a:ea typeface="微软雅黑" charset="0"/>
            </a:endParaRPr>
          </a:p>
        </p:txBody>
      </p:sp>
      <p:sp>
        <p:nvSpPr>
          <p:cNvPr id="102" name="文本框 22"/>
          <p:cNvSpPr txBox="1"/>
          <p:nvPr>
            <p:custDataLst>
              <p:tags r:id="rId1"/>
            </p:custDataLst>
          </p:nvPr>
        </p:nvSpPr>
        <p:spPr>
          <a:xfrm>
            <a:off x="1288911" y="1357287"/>
            <a:ext cx="4183380" cy="521179"/>
          </a:xfrm>
          <a:prstGeom prst="rect">
            <a:avLst/>
          </a:prstGeom>
          <a:solidFill>
            <a:srgbClr val="1E49E2"/>
          </a:solidFill>
          <a:ln>
            <a:noFill/>
            <a:prstDash val="solid"/>
          </a:ln>
        </p:spPr>
        <p:txBody>
          <a:bodyPr wrap="square" rtlCol="0" anchor="ctr" anchorCtr="0">
            <a:noAutofit/>
          </a:bodyPr>
          <a:lstStyle/>
          <a:p>
            <a:pPr algn="ctr"/>
            <a:r>
              <a:rPr lang="zh-CN" altLang="en-US" sz="1600" b="1">
                <a:solidFill>
                  <a:schemeClr val="bg1"/>
                </a:solidFill>
                <a:latin typeface="微软雅黑" charset="0"/>
                <a:ea typeface="微软雅黑" charset="0"/>
              </a:rPr>
              <a:t>会员积分中台</a:t>
            </a:r>
            <a:endParaRPr lang="zh-CN" altLang="en-US" sz="1600" b="1">
              <a:solidFill>
                <a:schemeClr val="bg1"/>
              </a:solidFill>
              <a:latin typeface="微软雅黑" charset="0"/>
              <a:ea typeface="微软雅黑" charset="0"/>
            </a:endParaRPr>
          </a:p>
        </p:txBody>
      </p:sp>
      <p:cxnSp>
        <p:nvCxnSpPr>
          <p:cNvPr id="104" name="Connector: Elbow 103"/>
          <p:cNvCxnSpPr>
            <a:stCxn id="102" idx="2"/>
            <a:endCxn id="91" idx="0"/>
          </p:cNvCxnSpPr>
          <p:nvPr/>
        </p:nvCxnSpPr>
        <p:spPr>
          <a:xfrm rot="5400000">
            <a:off x="2322165" y="1620492"/>
            <a:ext cx="800463" cy="1316411"/>
          </a:xfrm>
          <a:prstGeom prst="bentConnector3">
            <a:avLst>
              <a:gd name="adj1" fmla="val 50000"/>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7" name="Connector: Elbow 106"/>
          <p:cNvCxnSpPr/>
          <p:nvPr/>
        </p:nvCxnSpPr>
        <p:spPr>
          <a:xfrm rot="5400000" flipV="1">
            <a:off x="3167977" y="2457065"/>
            <a:ext cx="430032" cy="2699"/>
          </a:xfrm>
          <a:prstGeom prst="bentConnector3">
            <a:avLst>
              <a:gd name="adj1" fmla="val 50179"/>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11" name="Connector: Elbow 110"/>
          <p:cNvCxnSpPr>
            <a:stCxn id="102" idx="2"/>
          </p:cNvCxnSpPr>
          <p:nvPr/>
        </p:nvCxnSpPr>
        <p:spPr>
          <a:xfrm rot="5400000" flipV="1">
            <a:off x="3645271" y="1614306"/>
            <a:ext cx="793815" cy="1322691"/>
          </a:xfrm>
          <a:prstGeom prst="bentConnector3">
            <a:avLst>
              <a:gd name="adj1" fmla="val 50024"/>
            </a:avLst>
          </a:prstGeom>
          <a:ln w="63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文本框 112"/>
          <p:cNvSpPr txBox="1"/>
          <p:nvPr>
            <p:custDataLst>
              <p:tags r:id="rId2"/>
            </p:custDataLst>
          </p:nvPr>
        </p:nvSpPr>
        <p:spPr>
          <a:xfrm>
            <a:off x="1502292" y="1140135"/>
            <a:ext cx="1081909" cy="366736"/>
          </a:xfrm>
          <a:prstGeom prst="roundRect">
            <a:avLst/>
          </a:prstGeom>
          <a:solidFill>
            <a:srgbClr val="EAAA00"/>
          </a:solidFill>
          <a:ln>
            <a:noFill/>
            <a:prstDash val="dash"/>
          </a:ln>
        </p:spPr>
        <p:txBody>
          <a:bodyPr wrap="square" rtlCol="0" anchor="ctr" anchorCtr="0">
            <a:noAutofit/>
          </a:bodyPr>
          <a:lstStyle/>
          <a:p>
            <a:pPr algn="ctr"/>
            <a:r>
              <a:rPr lang="zh-CN" altLang="en-US" sz="1400" b="1">
                <a:solidFill>
                  <a:schemeClr val="bg1"/>
                </a:solidFill>
                <a:latin typeface="微软雅黑" charset="0"/>
                <a:ea typeface="微软雅黑" charset="0"/>
                <a:sym typeface="+mn-ea"/>
              </a:rPr>
              <a:t>统一</a:t>
            </a:r>
            <a:r>
              <a:rPr lang="zh-CN" altLang="en-US" sz="1400" b="1" dirty="0">
                <a:solidFill>
                  <a:schemeClr val="bg1"/>
                </a:solidFill>
                <a:latin typeface="微软雅黑" charset="0"/>
                <a:ea typeface="微软雅黑" charset="0"/>
                <a:sym typeface="+mn-ea"/>
              </a:rPr>
              <a:t>规则</a:t>
            </a:r>
            <a:endParaRPr lang="zh-CN" altLang="en-US" sz="1400" b="1" dirty="0">
              <a:solidFill>
                <a:schemeClr val="bg1"/>
              </a:solidFill>
              <a:latin typeface="微软雅黑" charset="0"/>
              <a:ea typeface="微软雅黑" charset="0"/>
              <a:sym typeface="+mn-ea"/>
            </a:endParaRPr>
          </a:p>
        </p:txBody>
      </p:sp>
      <p:sp>
        <p:nvSpPr>
          <p:cNvPr id="10" name="Rectangle 90"/>
          <p:cNvSpPr/>
          <p:nvPr/>
        </p:nvSpPr>
        <p:spPr>
          <a:xfrm>
            <a:off x="1482472" y="5637321"/>
            <a:ext cx="1163375" cy="477300"/>
          </a:xfrm>
          <a:prstGeom prst="rect">
            <a:avLst/>
          </a:prstGeom>
          <a:solidFill>
            <a:schemeClr val="accent1"/>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r>
              <a:rPr lang="zh-CN" altLang="en-US" sz="1400">
                <a:solidFill>
                  <a:schemeClr val="bg1"/>
                </a:solidFill>
                <a:latin typeface="微软雅黑" charset="0"/>
                <a:ea typeface="微软雅黑" charset="0"/>
                <a:cs typeface="微软雅黑" charset="0"/>
              </a:rPr>
              <a:t>业务系统</a:t>
            </a:r>
            <a:endParaRPr lang="zh-CN" altLang="en-US" sz="1400">
              <a:solidFill>
                <a:schemeClr val="bg1"/>
              </a:solidFill>
              <a:latin typeface="微软雅黑" charset="0"/>
              <a:ea typeface="微软雅黑" charset="0"/>
              <a:cs typeface="微软雅黑" charset="0"/>
            </a:endParaRPr>
          </a:p>
        </p:txBody>
      </p:sp>
      <p:sp>
        <p:nvSpPr>
          <p:cNvPr id="11" name="Rectangle 91"/>
          <p:cNvSpPr/>
          <p:nvPr/>
        </p:nvSpPr>
        <p:spPr>
          <a:xfrm>
            <a:off x="2801722" y="5637321"/>
            <a:ext cx="1163375" cy="477300"/>
          </a:xfrm>
          <a:prstGeom prst="rect">
            <a:avLst/>
          </a:prstGeom>
          <a:solidFill>
            <a:schemeClr val="accent1"/>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r>
              <a:rPr lang="zh-CN" altLang="en-US" sz="1400">
                <a:solidFill>
                  <a:schemeClr val="bg1"/>
                </a:solidFill>
                <a:latin typeface="微软雅黑" charset="0"/>
                <a:ea typeface="微软雅黑" charset="0"/>
                <a:cs typeface="微软雅黑" charset="0"/>
                <a:sym typeface="+mn-ea"/>
              </a:rPr>
              <a:t>业务系统</a:t>
            </a:r>
            <a:endParaRPr lang="zh-CN" altLang="en-US" sz="1400">
              <a:solidFill>
                <a:schemeClr val="bg1"/>
              </a:solidFill>
              <a:latin typeface="微软雅黑" charset="0"/>
              <a:ea typeface="微软雅黑" charset="0"/>
              <a:cs typeface="微软雅黑" charset="0"/>
              <a:sym typeface="+mn-ea"/>
            </a:endParaRPr>
          </a:p>
        </p:txBody>
      </p:sp>
      <p:sp>
        <p:nvSpPr>
          <p:cNvPr id="12" name="Rectangle 92"/>
          <p:cNvSpPr/>
          <p:nvPr/>
        </p:nvSpPr>
        <p:spPr>
          <a:xfrm>
            <a:off x="4120971" y="5637321"/>
            <a:ext cx="1163375" cy="477300"/>
          </a:xfrm>
          <a:prstGeom prst="rect">
            <a:avLst/>
          </a:prstGeom>
          <a:solidFill>
            <a:schemeClr val="accent1"/>
          </a:solidFill>
          <a:ln w="9525">
            <a:no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r>
              <a:rPr lang="zh-CN" altLang="en-US" sz="1400">
                <a:solidFill>
                  <a:schemeClr val="bg1"/>
                </a:solidFill>
                <a:latin typeface="微软雅黑" charset="0"/>
                <a:ea typeface="微软雅黑" charset="0"/>
                <a:cs typeface="微软雅黑" charset="0"/>
                <a:sym typeface="+mn-ea"/>
              </a:rPr>
              <a:t>业务系统</a:t>
            </a:r>
            <a:endParaRPr lang="zh-CN" altLang="en-US" sz="1400">
              <a:solidFill>
                <a:schemeClr val="bg1"/>
              </a:solidFill>
              <a:latin typeface="微软雅黑" charset="0"/>
              <a:ea typeface="微软雅黑" charset="0"/>
              <a:cs typeface="微软雅黑" charset="0"/>
              <a:sym typeface="+mn-ea"/>
            </a:endParaRPr>
          </a:p>
        </p:txBody>
      </p:sp>
      <p:cxnSp>
        <p:nvCxnSpPr>
          <p:cNvPr id="14" name="Connector: Elbow 103"/>
          <p:cNvCxnSpPr>
            <a:endCxn id="10" idx="0"/>
          </p:cNvCxnSpPr>
          <p:nvPr/>
        </p:nvCxnSpPr>
        <p:spPr>
          <a:xfrm rot="5400000">
            <a:off x="2359105" y="4615621"/>
            <a:ext cx="726982" cy="1316010"/>
          </a:xfrm>
          <a:prstGeom prst="bentConnector3">
            <a:avLst>
              <a:gd name="adj1" fmla="val 50024"/>
            </a:avLst>
          </a:prstGeom>
          <a:ln w="3175">
            <a:solidFill>
              <a:schemeClr val="accent3"/>
            </a:solidFill>
            <a:tailEnd type="none"/>
          </a:ln>
        </p:spPr>
        <p:style>
          <a:lnRef idx="1">
            <a:schemeClr val="accent1"/>
          </a:lnRef>
          <a:fillRef idx="0">
            <a:schemeClr val="accent1"/>
          </a:fillRef>
          <a:effectRef idx="0">
            <a:schemeClr val="accent1"/>
          </a:effectRef>
          <a:fontRef idx="minor">
            <a:schemeClr val="tx1"/>
          </a:fontRef>
        </p:style>
      </p:cxnSp>
      <p:cxnSp>
        <p:nvCxnSpPr>
          <p:cNvPr id="15" name="Connector: Elbow 106"/>
          <p:cNvCxnSpPr>
            <a:endCxn id="11" idx="0"/>
          </p:cNvCxnSpPr>
          <p:nvPr/>
        </p:nvCxnSpPr>
        <p:spPr>
          <a:xfrm rot="5400000" flipV="1">
            <a:off x="3201809" y="5455087"/>
            <a:ext cx="361362" cy="2699"/>
          </a:xfrm>
          <a:prstGeom prst="bentConnector3">
            <a:avLst>
              <a:gd name="adj1" fmla="val 50074"/>
            </a:avLst>
          </a:prstGeom>
          <a:ln w="6350">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16" name="Connector: Elbow 110"/>
          <p:cNvCxnSpPr>
            <a:endCxn id="12" idx="0"/>
          </p:cNvCxnSpPr>
          <p:nvPr/>
        </p:nvCxnSpPr>
        <p:spPr>
          <a:xfrm rot="5400000" flipV="1">
            <a:off x="3678354" y="4612383"/>
            <a:ext cx="726982" cy="1322488"/>
          </a:xfrm>
          <a:prstGeom prst="bentConnector3">
            <a:avLst>
              <a:gd name="adj1" fmla="val 50024"/>
            </a:avLst>
          </a:prstGeom>
          <a:ln w="3175">
            <a:solidFill>
              <a:schemeClr val="accent3"/>
            </a:solidFill>
            <a:tailEnd type="none"/>
          </a:ln>
        </p:spPr>
        <p:style>
          <a:lnRef idx="1">
            <a:schemeClr val="accent1"/>
          </a:lnRef>
          <a:fillRef idx="0">
            <a:schemeClr val="accent1"/>
          </a:fillRef>
          <a:effectRef idx="0">
            <a:schemeClr val="accent1"/>
          </a:effectRef>
          <a:fontRef idx="minor">
            <a:schemeClr val="tx1"/>
          </a:fontRef>
        </p:style>
      </p:cxnSp>
      <p:sp>
        <p:nvSpPr>
          <p:cNvPr id="21" name="Rectangle 92"/>
          <p:cNvSpPr/>
          <p:nvPr/>
        </p:nvSpPr>
        <p:spPr>
          <a:xfrm>
            <a:off x="1288911" y="4413596"/>
            <a:ext cx="4183380" cy="477381"/>
          </a:xfrm>
          <a:prstGeom prst="rect">
            <a:avLst/>
          </a:prstGeom>
          <a:solidFill>
            <a:schemeClr val="bg1">
              <a:lumMod val="95000"/>
            </a:schemeClr>
          </a:solidFill>
          <a:ln w="9525">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endParaRPr lang="zh-CN" altLang="en-US" sz="1400">
              <a:solidFill>
                <a:schemeClr val="bg1">
                  <a:lumMod val="50000"/>
                </a:schemeClr>
              </a:solidFill>
              <a:latin typeface="微软雅黑" charset="0"/>
              <a:ea typeface="微软雅黑" charset="0"/>
              <a:cs typeface="微软雅黑" charset="0"/>
            </a:endParaRPr>
          </a:p>
        </p:txBody>
      </p:sp>
      <p:cxnSp>
        <p:nvCxnSpPr>
          <p:cNvPr id="22" name="Connector: Elbow 106"/>
          <p:cNvCxnSpPr/>
          <p:nvPr/>
        </p:nvCxnSpPr>
        <p:spPr>
          <a:xfrm rot="5400000" flipV="1">
            <a:off x="4527536" y="5452426"/>
            <a:ext cx="361362" cy="2699"/>
          </a:xfrm>
          <a:prstGeom prst="bentConnector3">
            <a:avLst>
              <a:gd name="adj1" fmla="val 50074"/>
            </a:avLst>
          </a:prstGeom>
          <a:ln w="6350">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cxnSp>
        <p:nvCxnSpPr>
          <p:cNvPr id="23" name="Connector: Elbow 106"/>
          <p:cNvCxnSpPr/>
          <p:nvPr/>
        </p:nvCxnSpPr>
        <p:spPr>
          <a:xfrm rot="5400000" flipV="1">
            <a:off x="1889038" y="5449765"/>
            <a:ext cx="361362" cy="2699"/>
          </a:xfrm>
          <a:prstGeom prst="bentConnector3">
            <a:avLst>
              <a:gd name="adj1" fmla="val 50074"/>
            </a:avLst>
          </a:prstGeom>
          <a:ln w="6350">
            <a:solidFill>
              <a:schemeClr val="tx1"/>
            </a:solidFill>
            <a:headEnd type="arrow"/>
            <a:tailEnd type="none"/>
          </a:ln>
        </p:spPr>
        <p:style>
          <a:lnRef idx="1">
            <a:schemeClr val="accent1"/>
          </a:lnRef>
          <a:fillRef idx="0">
            <a:schemeClr val="accent1"/>
          </a:fillRef>
          <a:effectRef idx="0">
            <a:schemeClr val="accent1"/>
          </a:effectRef>
          <a:fontRef idx="minor">
            <a:schemeClr val="tx1"/>
          </a:fontRef>
        </p:style>
      </p:cxnSp>
      <p:sp>
        <p:nvSpPr>
          <p:cNvPr id="32" name="Rectangle 137"/>
          <p:cNvSpPr/>
          <p:nvPr/>
        </p:nvSpPr>
        <p:spPr>
          <a:xfrm>
            <a:off x="5853224" y="1102533"/>
            <a:ext cx="65970" cy="100584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white"/>
              </a:solidFill>
              <a:effectLst/>
              <a:uLnTx/>
              <a:uFillTx/>
              <a:latin typeface="Arial" panose="020B0604020202090204"/>
              <a:ea typeface="微软雅黑"/>
              <a:cs typeface="+mn-cs"/>
            </a:endParaRPr>
          </a:p>
        </p:txBody>
      </p:sp>
      <p:cxnSp>
        <p:nvCxnSpPr>
          <p:cNvPr id="33" name="Straight Connector 32"/>
          <p:cNvCxnSpPr>
            <a:stCxn id="102" idx="3"/>
            <a:endCxn id="32" idx="1"/>
          </p:cNvCxnSpPr>
          <p:nvPr/>
        </p:nvCxnSpPr>
        <p:spPr>
          <a:xfrm flipV="1">
            <a:off x="5472291" y="1605453"/>
            <a:ext cx="380933" cy="12424"/>
          </a:xfrm>
          <a:prstGeom prst="line">
            <a:avLst/>
          </a:prstGeom>
          <a:ln>
            <a:solidFill>
              <a:schemeClr val="tx1">
                <a:lumMod val="75000"/>
                <a:lumOff val="2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Rectangle 137"/>
          <p:cNvSpPr/>
          <p:nvPr/>
        </p:nvSpPr>
        <p:spPr>
          <a:xfrm>
            <a:off x="6141471" y="1102533"/>
            <a:ext cx="3383280" cy="1005840"/>
          </a:xfrm>
          <a:prstGeom prst="rect">
            <a:avLst/>
          </a:prstGeom>
          <a:solidFill>
            <a:srgbClr val="EAF1FA"/>
          </a:solidFill>
          <a:ln w="12700" cap="flat" cmpd="sng" algn="ctr">
            <a:noFill/>
            <a:prstDash val="solid"/>
            <a:miter lim="800000"/>
          </a:ln>
          <a:effectLst/>
        </p:spPr>
        <p:txBody>
          <a:bodyPr lIns="72000" tIns="108000" rIns="72000" bIns="108000" rtlCol="0" anchor="ctr" anchorCtr="0"/>
          <a:lstStyle/>
          <a:p>
            <a:pPr>
              <a:spcAft>
                <a:spcPts val="300"/>
              </a:spcAft>
            </a:pPr>
            <a:r>
              <a:rPr lang="zh-CN" altLang="en-US" sz="1400" b="1" kern="0">
                <a:solidFill>
                  <a:schemeClr val="tx2"/>
                </a:solidFill>
                <a:latin typeface="Arial" panose="020B0604020202090204"/>
                <a:ea typeface="微软雅黑"/>
              </a:rPr>
              <a:t>由统筹部门</a:t>
            </a:r>
            <a:r>
              <a:rPr lang="zh-CN" altLang="en-US" sz="1400" kern="0">
                <a:latin typeface="Arial" panose="020B0604020202090204"/>
                <a:ea typeface="微软雅黑"/>
              </a:rPr>
              <a:t>：统筹分配分值</a:t>
            </a:r>
            <a:endParaRPr lang="en-US" altLang="zh-CN" sz="1400" kern="0">
              <a:latin typeface="Arial" panose="020B0604020202090204"/>
              <a:ea typeface="微软雅黑"/>
            </a:endParaRPr>
          </a:p>
          <a:p>
            <a:pPr marL="171450" indent="-171450">
              <a:spcAft>
                <a:spcPts val="300"/>
              </a:spcAft>
              <a:buFont typeface="Arial" panose="020B0604020202090204" pitchFamily="34" charset="0"/>
              <a:buChar char="•"/>
            </a:pPr>
            <a:r>
              <a:rPr lang="zh-CN" altLang="en-US" sz="1400" kern="0">
                <a:solidFill>
                  <a:srgbClr val="000000">
                    <a:lumMod val="75000"/>
                    <a:lumOff val="25000"/>
                  </a:srgbClr>
                </a:solidFill>
                <a:latin typeface="Arial" panose="020B0604020202090204"/>
                <a:ea typeface="微软雅黑"/>
              </a:rPr>
              <a:t>统筹下发各业务配额</a:t>
            </a:r>
            <a:endParaRPr lang="zh-CN" altLang="en-US" sz="1400" kern="0">
              <a:solidFill>
                <a:srgbClr val="000000">
                  <a:lumMod val="75000"/>
                  <a:lumOff val="25000"/>
                </a:srgbClr>
              </a:solidFill>
              <a:latin typeface="Arial" panose="020B0604020202090204"/>
              <a:ea typeface="微软雅黑"/>
            </a:endParaRPr>
          </a:p>
          <a:p>
            <a:pPr marL="171450" indent="-171450">
              <a:spcAft>
                <a:spcPts val="300"/>
              </a:spcAft>
              <a:buFont typeface="Arial" panose="020B0604020202090204" pitchFamily="34" charset="0"/>
              <a:buChar char="•"/>
            </a:pPr>
            <a:r>
              <a:rPr lang="zh-CN" altLang="en-US" sz="1400" kern="0">
                <a:solidFill>
                  <a:srgbClr val="000000">
                    <a:lumMod val="75000"/>
                    <a:lumOff val="25000"/>
                  </a:srgbClr>
                </a:solidFill>
                <a:latin typeface="Arial" panose="020B0604020202090204"/>
                <a:ea typeface="微软雅黑"/>
              </a:rPr>
              <a:t>统一规则和权益</a:t>
            </a:r>
            <a:endParaRPr lang="zh-CN" altLang="en-US" sz="1400" kern="0">
              <a:solidFill>
                <a:srgbClr val="000000">
                  <a:lumMod val="75000"/>
                  <a:lumOff val="25000"/>
                </a:srgbClr>
              </a:solidFill>
              <a:latin typeface="Arial" panose="020B0604020202090204"/>
              <a:ea typeface="微软雅黑"/>
            </a:endParaRPr>
          </a:p>
        </p:txBody>
      </p:sp>
      <p:sp>
        <p:nvSpPr>
          <p:cNvPr id="42" name="Rectangle 137"/>
          <p:cNvSpPr/>
          <p:nvPr/>
        </p:nvSpPr>
        <p:spPr>
          <a:xfrm>
            <a:off x="5844883" y="2423160"/>
            <a:ext cx="65970" cy="100584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white"/>
              </a:solidFill>
              <a:effectLst/>
              <a:uLnTx/>
              <a:uFillTx/>
              <a:latin typeface="Arial" panose="020B0604020202090204"/>
              <a:ea typeface="微软雅黑"/>
              <a:cs typeface="+mn-cs"/>
            </a:endParaRPr>
          </a:p>
        </p:txBody>
      </p:sp>
      <p:cxnSp>
        <p:nvCxnSpPr>
          <p:cNvPr id="43" name="Straight Connector 42"/>
          <p:cNvCxnSpPr>
            <a:endCxn id="42" idx="1"/>
          </p:cNvCxnSpPr>
          <p:nvPr/>
        </p:nvCxnSpPr>
        <p:spPr>
          <a:xfrm flipV="1">
            <a:off x="5284871" y="2926080"/>
            <a:ext cx="560012" cy="7291"/>
          </a:xfrm>
          <a:prstGeom prst="line">
            <a:avLst/>
          </a:prstGeom>
          <a:ln>
            <a:solidFill>
              <a:schemeClr val="tx1">
                <a:lumMod val="75000"/>
                <a:lumOff val="2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4" name="Rectangle 137"/>
          <p:cNvSpPr/>
          <p:nvPr/>
        </p:nvSpPr>
        <p:spPr>
          <a:xfrm>
            <a:off x="6133130" y="2401916"/>
            <a:ext cx="3383280" cy="1005840"/>
          </a:xfrm>
          <a:prstGeom prst="rect">
            <a:avLst/>
          </a:prstGeom>
          <a:solidFill>
            <a:srgbClr val="EAF1FA"/>
          </a:solidFill>
          <a:ln w="12700" cap="flat" cmpd="sng" algn="ctr">
            <a:noFill/>
            <a:prstDash val="solid"/>
            <a:miter lim="800000"/>
          </a:ln>
          <a:effectLst/>
        </p:spPr>
        <p:txBody>
          <a:bodyPr lIns="72000" tIns="108000" rIns="72000" bIns="108000" rtlCol="0" anchor="ctr" anchorCtr="0"/>
          <a:lstStyle/>
          <a:p>
            <a:pPr>
              <a:spcAft>
                <a:spcPts val="300"/>
              </a:spcAft>
            </a:pPr>
            <a:r>
              <a:rPr lang="zh-CN" altLang="en-US" sz="1400" b="1" kern="0">
                <a:solidFill>
                  <a:schemeClr val="tx2"/>
                </a:solidFill>
                <a:latin typeface="Arial" panose="020B0604020202090204"/>
                <a:ea typeface="微软雅黑"/>
              </a:rPr>
              <a:t>各业务部门：</a:t>
            </a:r>
            <a:r>
              <a:rPr lang="zh-CN" altLang="en-US" sz="1400" kern="0">
                <a:latin typeface="Arial" panose="020B0604020202090204"/>
                <a:ea typeface="微软雅黑"/>
              </a:rPr>
              <a:t>根据业务配额开展积分活动</a:t>
            </a:r>
            <a:endParaRPr lang="en-US" altLang="zh-CN" sz="1400" kern="0">
              <a:latin typeface="Arial" panose="020B0604020202090204"/>
              <a:ea typeface="微软雅黑"/>
            </a:endParaRPr>
          </a:p>
          <a:p>
            <a:pPr marL="171450" indent="-171450">
              <a:spcAft>
                <a:spcPts val="300"/>
              </a:spcAft>
              <a:buFont typeface="Arial" panose="020B0604020202090204" pitchFamily="34" charset="0"/>
              <a:buChar char="•"/>
            </a:pPr>
            <a:r>
              <a:rPr lang="zh-CN" altLang="en-US" sz="1400" kern="0">
                <a:solidFill>
                  <a:srgbClr val="000000">
                    <a:lumMod val="75000"/>
                    <a:lumOff val="25000"/>
                  </a:srgbClr>
                </a:solidFill>
                <a:latin typeface="Arial" panose="020B0604020202090204"/>
                <a:ea typeface="微软雅黑"/>
              </a:rPr>
              <a:t>配额额度内保留自有的规则和活动</a:t>
            </a:r>
            <a:endParaRPr lang="zh-CN" altLang="en-US" sz="1400" kern="0">
              <a:solidFill>
                <a:srgbClr val="000000">
                  <a:lumMod val="75000"/>
                  <a:lumOff val="25000"/>
                </a:srgbClr>
              </a:solidFill>
              <a:latin typeface="Arial" panose="020B0604020202090204"/>
              <a:ea typeface="微软雅黑"/>
            </a:endParaRPr>
          </a:p>
        </p:txBody>
      </p:sp>
      <p:grpSp>
        <p:nvGrpSpPr>
          <p:cNvPr id="51" name="Group 50"/>
          <p:cNvGrpSpPr/>
          <p:nvPr/>
        </p:nvGrpSpPr>
        <p:grpSpPr>
          <a:xfrm>
            <a:off x="1953804" y="5245821"/>
            <a:ext cx="2887659" cy="402592"/>
            <a:chOff x="2617823" y="5275754"/>
            <a:chExt cx="2887659" cy="358703"/>
          </a:xfrm>
        </p:grpSpPr>
        <p:sp>
          <p:nvSpPr>
            <p:cNvPr id="47" name="箭头: 右 140"/>
            <p:cNvSpPr/>
            <p:nvPr/>
          </p:nvSpPr>
          <p:spPr>
            <a:xfrm rot="16200000">
              <a:off x="2563053" y="5330524"/>
              <a:ext cx="358702" cy="249162"/>
            </a:xfrm>
            <a:prstGeom prst="rightArrow">
              <a:avLst/>
            </a:prstGeom>
            <a:solidFill>
              <a:srgbClr val="0091DA"/>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Arial" panose="020B0604020202090204"/>
                <a:ea typeface="微软雅黑"/>
                <a:cs typeface="+mn-cs"/>
              </a:endParaRPr>
            </a:p>
          </p:txBody>
        </p:sp>
        <p:sp>
          <p:nvSpPr>
            <p:cNvPr id="48" name="箭头: 右 140"/>
            <p:cNvSpPr/>
            <p:nvPr/>
          </p:nvSpPr>
          <p:spPr>
            <a:xfrm rot="16200000">
              <a:off x="3882302" y="5330525"/>
              <a:ext cx="358702" cy="249162"/>
            </a:xfrm>
            <a:prstGeom prst="rightArrow">
              <a:avLst/>
            </a:prstGeom>
            <a:solidFill>
              <a:srgbClr val="0091DA"/>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Arial" panose="020B0604020202090204"/>
                <a:ea typeface="微软雅黑"/>
                <a:cs typeface="+mn-cs"/>
              </a:endParaRPr>
            </a:p>
          </p:txBody>
        </p:sp>
        <p:sp>
          <p:nvSpPr>
            <p:cNvPr id="49" name="箭头: 右 140"/>
            <p:cNvSpPr/>
            <p:nvPr/>
          </p:nvSpPr>
          <p:spPr>
            <a:xfrm rot="16200000">
              <a:off x="5201550" y="5330525"/>
              <a:ext cx="358702" cy="249162"/>
            </a:xfrm>
            <a:prstGeom prst="rightArrow">
              <a:avLst/>
            </a:prstGeom>
            <a:solidFill>
              <a:srgbClr val="0091DA"/>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Arial" panose="020B0604020202090204"/>
                <a:ea typeface="微软雅黑"/>
                <a:cs typeface="+mn-cs"/>
              </a:endParaRPr>
            </a:p>
          </p:txBody>
        </p:sp>
      </p:grpSp>
      <p:sp>
        <p:nvSpPr>
          <p:cNvPr id="26" name="文本框 112"/>
          <p:cNvSpPr txBox="1"/>
          <p:nvPr>
            <p:custDataLst>
              <p:tags r:id="rId3"/>
            </p:custDataLst>
          </p:nvPr>
        </p:nvSpPr>
        <p:spPr>
          <a:xfrm>
            <a:off x="2624157" y="4987219"/>
            <a:ext cx="1482965" cy="181519"/>
          </a:xfrm>
          <a:prstGeom prst="rect">
            <a:avLst/>
          </a:prstGeom>
          <a:solidFill>
            <a:schemeClr val="bg1"/>
          </a:solidFill>
          <a:ln>
            <a:solidFill>
              <a:schemeClr val="bg1">
                <a:lumMod val="65000"/>
              </a:schemeClr>
            </a:solidFill>
            <a:prstDash val="dash"/>
          </a:ln>
        </p:spPr>
        <p:txBody>
          <a:bodyPr wrap="square" rtlCol="0" anchor="ctr" anchorCtr="0">
            <a:noAutofit/>
          </a:bodyPr>
          <a:lstStyle/>
          <a:p>
            <a:pPr algn="ctr"/>
            <a:r>
              <a:rPr lang="zh-CN" altLang="en-US" sz="1200" dirty="0">
                <a:latin typeface="微软雅黑" charset="0"/>
                <a:ea typeface="微软雅黑" charset="0"/>
                <a:sym typeface="+mn-ea"/>
              </a:rPr>
              <a:t>积分变动回传</a:t>
            </a:r>
            <a:endParaRPr lang="zh-CN" altLang="en-US" sz="1200" dirty="0">
              <a:latin typeface="微软雅黑" charset="0"/>
              <a:ea typeface="微软雅黑" charset="0"/>
              <a:sym typeface="+mn-ea"/>
            </a:endParaRPr>
          </a:p>
        </p:txBody>
      </p:sp>
      <p:sp>
        <p:nvSpPr>
          <p:cNvPr id="50" name="文本框 112"/>
          <p:cNvSpPr txBox="1"/>
          <p:nvPr>
            <p:custDataLst>
              <p:tags r:id="rId4"/>
            </p:custDataLst>
          </p:nvPr>
        </p:nvSpPr>
        <p:spPr>
          <a:xfrm>
            <a:off x="2624157" y="1954863"/>
            <a:ext cx="1482965" cy="181519"/>
          </a:xfrm>
          <a:prstGeom prst="rect">
            <a:avLst/>
          </a:prstGeom>
          <a:solidFill>
            <a:schemeClr val="bg1"/>
          </a:solidFill>
          <a:ln>
            <a:solidFill>
              <a:schemeClr val="bg1">
                <a:lumMod val="65000"/>
              </a:schemeClr>
            </a:solidFill>
            <a:prstDash val="dash"/>
          </a:ln>
        </p:spPr>
        <p:txBody>
          <a:bodyPr wrap="square" rtlCol="0" anchor="ctr" anchorCtr="0">
            <a:noAutofit/>
          </a:bodyPr>
          <a:lstStyle/>
          <a:p>
            <a:pPr algn="ctr"/>
            <a:r>
              <a:rPr lang="zh-CN" altLang="en-US" sz="1200">
                <a:latin typeface="微软雅黑" charset="0"/>
                <a:ea typeface="微软雅黑" charset="0"/>
                <a:sym typeface="+mn-ea"/>
              </a:rPr>
              <a:t>下发积分配额</a:t>
            </a:r>
            <a:endParaRPr lang="zh-CN" altLang="en-US" sz="1200" dirty="0">
              <a:latin typeface="微软雅黑" charset="0"/>
              <a:ea typeface="微软雅黑" charset="0"/>
              <a:sym typeface="+mn-ea"/>
            </a:endParaRPr>
          </a:p>
        </p:txBody>
      </p:sp>
      <p:grpSp>
        <p:nvGrpSpPr>
          <p:cNvPr id="52" name="Group 51"/>
          <p:cNvGrpSpPr/>
          <p:nvPr/>
        </p:nvGrpSpPr>
        <p:grpSpPr>
          <a:xfrm rot="10800000">
            <a:off x="1953804" y="2338033"/>
            <a:ext cx="2887659" cy="358703"/>
            <a:chOff x="2617823" y="5275754"/>
            <a:chExt cx="2887659" cy="358703"/>
          </a:xfrm>
        </p:grpSpPr>
        <p:sp>
          <p:nvSpPr>
            <p:cNvPr id="53" name="箭头: 右 140"/>
            <p:cNvSpPr/>
            <p:nvPr/>
          </p:nvSpPr>
          <p:spPr>
            <a:xfrm rot="16200000">
              <a:off x="2563053" y="5330524"/>
              <a:ext cx="358702" cy="249162"/>
            </a:xfrm>
            <a:prstGeom prst="rightArrow">
              <a:avLst/>
            </a:prstGeom>
            <a:solidFill>
              <a:srgbClr val="0091DA"/>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Arial" panose="020B0604020202090204"/>
                <a:ea typeface="微软雅黑"/>
                <a:cs typeface="+mn-cs"/>
              </a:endParaRPr>
            </a:p>
          </p:txBody>
        </p:sp>
        <p:sp>
          <p:nvSpPr>
            <p:cNvPr id="54" name="箭头: 右 140"/>
            <p:cNvSpPr/>
            <p:nvPr/>
          </p:nvSpPr>
          <p:spPr>
            <a:xfrm rot="16200000">
              <a:off x="3882302" y="5330525"/>
              <a:ext cx="358702" cy="249162"/>
            </a:xfrm>
            <a:prstGeom prst="rightArrow">
              <a:avLst/>
            </a:prstGeom>
            <a:solidFill>
              <a:srgbClr val="0091DA"/>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Arial" panose="020B0604020202090204"/>
                <a:ea typeface="微软雅黑"/>
                <a:cs typeface="+mn-cs"/>
              </a:endParaRPr>
            </a:p>
          </p:txBody>
        </p:sp>
        <p:sp>
          <p:nvSpPr>
            <p:cNvPr id="55" name="箭头: 右 140"/>
            <p:cNvSpPr/>
            <p:nvPr/>
          </p:nvSpPr>
          <p:spPr>
            <a:xfrm rot="16200000">
              <a:off x="5201550" y="5330525"/>
              <a:ext cx="358702" cy="249162"/>
            </a:xfrm>
            <a:prstGeom prst="rightArrow">
              <a:avLst/>
            </a:prstGeom>
            <a:solidFill>
              <a:srgbClr val="0091DA"/>
            </a:solidFill>
            <a:ln w="12700" cap="flat" cmpd="sng" algn="ctr">
              <a:noFill/>
              <a:prstDash val="solid"/>
              <a:miter lim="800000"/>
            </a:ln>
            <a:effectLst/>
          </p:spPr>
          <p:txBody>
            <a:bodyPr lIns="54000" tIns="54000" rIns="54000" bIns="54000"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en-US" sz="1200" b="0" i="0" u="none" strike="noStrike" kern="0" cap="none" spc="0" normalizeH="0" baseline="0" noProof="0" dirty="0">
                <a:ln>
                  <a:noFill/>
                </a:ln>
                <a:solidFill>
                  <a:prstClr val="white"/>
                </a:solidFill>
                <a:effectLst/>
                <a:uLnTx/>
                <a:uFillTx/>
                <a:latin typeface="Arial" panose="020B0604020202090204"/>
                <a:ea typeface="微软雅黑"/>
                <a:cs typeface="+mn-cs"/>
              </a:endParaRPr>
            </a:p>
          </p:txBody>
        </p:sp>
      </p:grpSp>
      <p:sp>
        <p:nvSpPr>
          <p:cNvPr id="56" name="Rectangle 137"/>
          <p:cNvSpPr/>
          <p:nvPr/>
        </p:nvSpPr>
        <p:spPr>
          <a:xfrm>
            <a:off x="5853224" y="4118114"/>
            <a:ext cx="65970" cy="100584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white"/>
              </a:solidFill>
              <a:effectLst/>
              <a:uLnTx/>
              <a:uFillTx/>
              <a:latin typeface="Arial" panose="020B0604020202090204"/>
              <a:ea typeface="微软雅黑"/>
              <a:cs typeface="+mn-cs"/>
            </a:endParaRPr>
          </a:p>
        </p:txBody>
      </p:sp>
      <p:cxnSp>
        <p:nvCxnSpPr>
          <p:cNvPr id="57" name="Straight Connector 56"/>
          <p:cNvCxnSpPr>
            <a:endCxn id="56" idx="1"/>
          </p:cNvCxnSpPr>
          <p:nvPr/>
        </p:nvCxnSpPr>
        <p:spPr>
          <a:xfrm flipV="1">
            <a:off x="5472291" y="4621034"/>
            <a:ext cx="380933" cy="12424"/>
          </a:xfrm>
          <a:prstGeom prst="line">
            <a:avLst/>
          </a:prstGeom>
          <a:ln>
            <a:solidFill>
              <a:schemeClr val="tx1">
                <a:lumMod val="75000"/>
                <a:lumOff val="2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8" name="Rectangle 137"/>
          <p:cNvSpPr/>
          <p:nvPr/>
        </p:nvSpPr>
        <p:spPr>
          <a:xfrm>
            <a:off x="6141471" y="4118114"/>
            <a:ext cx="3383280" cy="1005840"/>
          </a:xfrm>
          <a:prstGeom prst="rect">
            <a:avLst/>
          </a:prstGeom>
          <a:solidFill>
            <a:srgbClr val="EAF1FA"/>
          </a:solidFill>
          <a:ln w="12700" cap="flat" cmpd="sng" algn="ctr">
            <a:noFill/>
            <a:prstDash val="solid"/>
            <a:miter lim="800000"/>
          </a:ln>
          <a:effectLst/>
        </p:spPr>
        <p:txBody>
          <a:bodyPr lIns="72000" tIns="108000" rIns="72000" bIns="108000" rtlCol="0" anchor="ctr" anchorCtr="0"/>
          <a:lstStyle/>
          <a:p>
            <a:pPr>
              <a:spcAft>
                <a:spcPts val="300"/>
              </a:spcAft>
            </a:pPr>
            <a:r>
              <a:rPr lang="zh-CN" altLang="en-US" sz="1400" b="1" kern="0">
                <a:solidFill>
                  <a:srgbClr val="00338D"/>
                </a:solidFill>
                <a:latin typeface="Arial" panose="020B0604020202090204"/>
                <a:ea typeface="微软雅黑"/>
              </a:rPr>
              <a:t>定位：数据管理</a:t>
            </a:r>
            <a:endParaRPr lang="en-US" altLang="zh-CN" sz="1400" b="1" kern="0">
              <a:solidFill>
                <a:srgbClr val="00338D"/>
              </a:solidFill>
              <a:latin typeface="Arial" panose="020B0604020202090204"/>
              <a:ea typeface="微软雅黑"/>
            </a:endParaRPr>
          </a:p>
          <a:p>
            <a:pPr marL="182880" indent="-182880">
              <a:spcAft>
                <a:spcPts val="300"/>
              </a:spcAft>
              <a:buFont typeface="Arial" panose="020B0604020202090204" pitchFamily="34" charset="0"/>
              <a:buChar char="•"/>
            </a:pPr>
            <a:r>
              <a:rPr lang="zh-CN" altLang="en-US" sz="1400" kern="0">
                <a:solidFill>
                  <a:srgbClr val="000000">
                    <a:lumMod val="75000"/>
                    <a:lumOff val="25000"/>
                  </a:srgbClr>
                </a:solidFill>
                <a:latin typeface="Arial" panose="020B0604020202090204"/>
                <a:ea typeface="微软雅黑"/>
              </a:rPr>
              <a:t>仅做积分数据汇总</a:t>
            </a:r>
            <a:r>
              <a:rPr lang="en-US" altLang="zh-CN" sz="1400" kern="0">
                <a:solidFill>
                  <a:srgbClr val="000000">
                    <a:lumMod val="75000"/>
                    <a:lumOff val="25000"/>
                  </a:srgbClr>
                </a:solidFill>
                <a:latin typeface="Arial" panose="020B0604020202090204"/>
                <a:ea typeface="微软雅黑"/>
              </a:rPr>
              <a:t>/</a:t>
            </a:r>
            <a:r>
              <a:rPr lang="zh-CN" altLang="en-US" sz="1400" kern="0">
                <a:solidFill>
                  <a:srgbClr val="000000">
                    <a:lumMod val="75000"/>
                    <a:lumOff val="25000"/>
                  </a:srgbClr>
                </a:solidFill>
                <a:latin typeface="Arial" panose="020B0604020202090204"/>
                <a:ea typeface="微软雅黑"/>
              </a:rPr>
              <a:t>对账</a:t>
            </a:r>
            <a:endParaRPr lang="zh-CN" altLang="en-US" sz="1400" kern="0">
              <a:solidFill>
                <a:srgbClr val="000000">
                  <a:lumMod val="75000"/>
                  <a:lumOff val="25000"/>
                </a:srgbClr>
              </a:solidFill>
              <a:latin typeface="Arial" panose="020B0604020202090204"/>
              <a:ea typeface="微软雅黑"/>
            </a:endParaRPr>
          </a:p>
          <a:p>
            <a:pPr marL="182880" indent="-182880">
              <a:spcAft>
                <a:spcPts val="300"/>
              </a:spcAft>
              <a:buFont typeface="Arial" panose="020B0604020202090204" pitchFamily="34" charset="0"/>
              <a:buChar char="•"/>
            </a:pPr>
            <a:r>
              <a:rPr lang="zh-CN" altLang="en-US" sz="1400" kern="0">
                <a:solidFill>
                  <a:srgbClr val="000000">
                    <a:lumMod val="75000"/>
                    <a:lumOff val="25000"/>
                  </a:srgbClr>
                </a:solidFill>
                <a:latin typeface="Arial" panose="020B0604020202090204"/>
                <a:ea typeface="微软雅黑"/>
              </a:rPr>
              <a:t>不管控发分成本</a:t>
            </a:r>
            <a:r>
              <a:rPr lang="en-US" altLang="zh-CN" sz="1400" kern="0">
                <a:solidFill>
                  <a:srgbClr val="000000">
                    <a:lumMod val="75000"/>
                    <a:lumOff val="25000"/>
                  </a:srgbClr>
                </a:solidFill>
                <a:latin typeface="Arial" panose="020B0604020202090204"/>
                <a:ea typeface="微软雅黑"/>
              </a:rPr>
              <a:t>、</a:t>
            </a:r>
            <a:r>
              <a:rPr lang="zh-CN" altLang="en-US" sz="1400" kern="0">
                <a:solidFill>
                  <a:srgbClr val="000000">
                    <a:lumMod val="75000"/>
                    <a:lumOff val="25000"/>
                  </a:srgbClr>
                </a:solidFill>
                <a:latin typeface="Arial" panose="020B0604020202090204"/>
                <a:ea typeface="微软雅黑"/>
              </a:rPr>
              <a:t>配额</a:t>
            </a:r>
            <a:endParaRPr lang="zh-CN" altLang="en-US" sz="1400" kern="0" dirty="0">
              <a:solidFill>
                <a:srgbClr val="000000">
                  <a:lumMod val="75000"/>
                  <a:lumOff val="25000"/>
                </a:srgbClr>
              </a:solidFill>
              <a:latin typeface="Arial" panose="020B0604020202090204"/>
              <a:ea typeface="微软雅黑"/>
            </a:endParaRPr>
          </a:p>
        </p:txBody>
      </p:sp>
      <p:sp>
        <p:nvSpPr>
          <p:cNvPr id="59" name="Rectangle 137"/>
          <p:cNvSpPr/>
          <p:nvPr/>
        </p:nvSpPr>
        <p:spPr>
          <a:xfrm>
            <a:off x="5853015" y="5373051"/>
            <a:ext cx="65970" cy="1005840"/>
          </a:xfrm>
          <a:prstGeom prst="rect">
            <a:avLst/>
          </a:prstGeom>
          <a:solidFill>
            <a:srgbClr val="005EB8"/>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108000"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200" b="0" i="0" u="none" strike="noStrike" kern="1200" cap="none" spc="0" normalizeH="0" baseline="0" noProof="0" dirty="0">
              <a:ln>
                <a:noFill/>
              </a:ln>
              <a:solidFill>
                <a:prstClr val="white"/>
              </a:solidFill>
              <a:effectLst/>
              <a:uLnTx/>
              <a:uFillTx/>
              <a:latin typeface="Arial" panose="020B0604020202090204"/>
              <a:ea typeface="微软雅黑"/>
              <a:cs typeface="+mn-cs"/>
            </a:endParaRPr>
          </a:p>
        </p:txBody>
      </p:sp>
      <p:cxnSp>
        <p:nvCxnSpPr>
          <p:cNvPr id="60" name="Straight Connector 59"/>
          <p:cNvCxnSpPr>
            <a:stCxn id="12" idx="3"/>
            <a:endCxn id="59" idx="1"/>
          </p:cNvCxnSpPr>
          <p:nvPr/>
        </p:nvCxnSpPr>
        <p:spPr>
          <a:xfrm>
            <a:off x="5284346" y="5875971"/>
            <a:ext cx="568669" cy="0"/>
          </a:xfrm>
          <a:prstGeom prst="line">
            <a:avLst/>
          </a:prstGeom>
          <a:ln>
            <a:solidFill>
              <a:schemeClr val="tx1">
                <a:lumMod val="75000"/>
                <a:lumOff val="25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1" name="Rectangle 137"/>
          <p:cNvSpPr/>
          <p:nvPr/>
        </p:nvSpPr>
        <p:spPr>
          <a:xfrm>
            <a:off x="6150733" y="5331392"/>
            <a:ext cx="3383280" cy="1005840"/>
          </a:xfrm>
          <a:prstGeom prst="rect">
            <a:avLst/>
          </a:prstGeom>
          <a:solidFill>
            <a:srgbClr val="EAF1FA"/>
          </a:solidFill>
          <a:ln w="12700" cap="flat" cmpd="sng" algn="ctr">
            <a:noFill/>
            <a:prstDash val="solid"/>
            <a:miter lim="800000"/>
          </a:ln>
          <a:effectLst/>
        </p:spPr>
        <p:txBody>
          <a:bodyPr lIns="72000" tIns="108000" rIns="72000" bIns="108000" rtlCol="0" anchor="ctr" anchorCtr="0"/>
          <a:lstStyle/>
          <a:p>
            <a:pPr>
              <a:spcAft>
                <a:spcPts val="300"/>
              </a:spcAft>
            </a:pPr>
            <a:r>
              <a:rPr lang="zh-CN" altLang="en-US" sz="1400" b="1" kern="0">
                <a:solidFill>
                  <a:schemeClr val="tx2"/>
                </a:solidFill>
                <a:ea typeface="微软雅黑"/>
              </a:rPr>
              <a:t>各业务部门：</a:t>
            </a:r>
            <a:r>
              <a:rPr lang="zh-CN" altLang="en-US" sz="1400" kern="0">
                <a:solidFill>
                  <a:srgbClr val="000000">
                    <a:lumMod val="75000"/>
                    <a:lumOff val="25000"/>
                  </a:srgbClr>
                </a:solidFill>
                <a:ea typeface="微软雅黑"/>
              </a:rPr>
              <a:t>自主操作、事后核算</a:t>
            </a:r>
            <a:endParaRPr lang="en-US" altLang="zh-CN" sz="1400" kern="0">
              <a:solidFill>
                <a:srgbClr val="000000">
                  <a:lumMod val="75000"/>
                  <a:lumOff val="25000"/>
                </a:srgbClr>
              </a:solidFill>
              <a:ea typeface="微软雅黑"/>
            </a:endParaRPr>
          </a:p>
          <a:p>
            <a:pPr marL="173990" indent="-173990">
              <a:spcAft>
                <a:spcPts val="300"/>
              </a:spcAft>
              <a:buFont typeface="Arial" panose="020B0604020202090204" pitchFamily="34" charset="0"/>
              <a:buChar char="•"/>
            </a:pPr>
            <a:r>
              <a:rPr lang="zh-CN" altLang="en-US" sz="1400" kern="0">
                <a:solidFill>
                  <a:srgbClr val="000000">
                    <a:lumMod val="75000"/>
                    <a:lumOff val="25000"/>
                  </a:srgbClr>
                </a:solidFill>
                <a:ea typeface="微软雅黑"/>
              </a:rPr>
              <a:t>自行定义积分规则和权益</a:t>
            </a:r>
            <a:endParaRPr lang="en-US" altLang="zh-CN" sz="1400" kern="0">
              <a:solidFill>
                <a:srgbClr val="000000">
                  <a:lumMod val="75000"/>
                  <a:lumOff val="25000"/>
                </a:srgbClr>
              </a:solidFill>
              <a:ea typeface="微软雅黑"/>
            </a:endParaRPr>
          </a:p>
          <a:p>
            <a:pPr marL="173990" indent="-173990">
              <a:spcAft>
                <a:spcPts val="300"/>
              </a:spcAft>
              <a:buFont typeface="Arial" panose="020B0604020202090204" pitchFamily="34" charset="0"/>
              <a:buChar char="•"/>
            </a:pPr>
            <a:r>
              <a:rPr lang="zh-CN" altLang="en-US" sz="1400" kern="0">
                <a:solidFill>
                  <a:srgbClr val="000000">
                    <a:lumMod val="75000"/>
                    <a:lumOff val="25000"/>
                  </a:srgbClr>
                </a:solidFill>
                <a:ea typeface="微软雅黑"/>
              </a:rPr>
              <a:t>操作灵活，管控约束力较弱</a:t>
            </a:r>
            <a:endParaRPr lang="en-US" altLang="zh-CN" sz="1400" kern="0">
              <a:solidFill>
                <a:srgbClr val="000000">
                  <a:lumMod val="75000"/>
                  <a:lumOff val="25000"/>
                </a:srgbClr>
              </a:solidFill>
              <a:ea typeface="微软雅黑"/>
            </a:endParaRPr>
          </a:p>
        </p:txBody>
      </p:sp>
      <p:sp>
        <p:nvSpPr>
          <p:cNvPr id="66" name="Trapezoid 95"/>
          <p:cNvSpPr/>
          <p:nvPr/>
        </p:nvSpPr>
        <p:spPr>
          <a:xfrm rot="5400000">
            <a:off x="8607141" y="2161037"/>
            <a:ext cx="2308945" cy="191938"/>
          </a:xfrm>
          <a:prstGeom prst="trapezoid">
            <a:avLst>
              <a:gd name="adj" fmla="val 13978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7" name="Trapezoid 95"/>
          <p:cNvSpPr/>
          <p:nvPr/>
        </p:nvSpPr>
        <p:spPr>
          <a:xfrm rot="5400000">
            <a:off x="8607141" y="5203135"/>
            <a:ext cx="2308945" cy="191938"/>
          </a:xfrm>
          <a:prstGeom prst="trapezoid">
            <a:avLst>
              <a:gd name="adj" fmla="val 13978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000" b="0" i="0" u="none" strike="noStrike" kern="1200" cap="none" spc="0" normalizeH="0" baseline="0" noProof="0" dirty="0" err="1">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8" name="TextBox 100"/>
          <p:cNvSpPr txBox="1"/>
          <p:nvPr/>
        </p:nvSpPr>
        <p:spPr>
          <a:xfrm>
            <a:off x="10057765" y="1647524"/>
            <a:ext cx="1638066" cy="818173"/>
          </a:xfrm>
          <a:prstGeom prst="rect">
            <a:avLst/>
          </a:prstGeom>
          <a:noFill/>
        </p:spPr>
        <p:txBody>
          <a:bodyPr wrap="square" lIns="54610" tIns="54610" rIns="54610" bIns="54610" rtlCol="0">
            <a:spAutoFit/>
          </a:bodyPr>
          <a:lstStyle>
            <a:defPPr>
              <a:defRPr lang="en-US"/>
            </a:defPPr>
            <a:lvl1pPr marL="171450" indent="-171450">
              <a:lnSpc>
                <a:spcPct val="50000"/>
              </a:lnSpc>
              <a:spcAft>
                <a:spcPts val="600"/>
              </a:spcAft>
              <a:buFont typeface="Arial" panose="020B0604020202090204" pitchFamily="34" charset="0"/>
              <a:buChar char="•"/>
              <a:defRPr sz="1100">
                <a:latin typeface="+mn-ea"/>
              </a:defRPr>
            </a:lvl1pPr>
          </a:lstStyle>
          <a:p>
            <a:pPr lvl="0">
              <a:lnSpc>
                <a:spcPct val="100000"/>
              </a:lnSpc>
              <a:buFont typeface="Wingdings" panose="05000000000000000000" pitchFamily="2" charset="2"/>
              <a:buChar char="ü"/>
              <a:defRPr/>
            </a:pPr>
            <a:r>
              <a:rPr lang="zh-CN" altLang="en-US" sz="1200" b="1">
                <a:solidFill>
                  <a:srgbClr val="00338D"/>
                </a:solidFill>
                <a:latin typeface="微软雅黑" panose="020B0503020204020204" pitchFamily="34" charset="-122"/>
                <a:ea typeface="微软雅黑" panose="020B0503020204020204" pitchFamily="34" charset="-122"/>
              </a:rPr>
              <a:t>整体流程规范</a:t>
            </a:r>
            <a:endParaRPr lang="en-US" altLang="zh-CN" sz="1200" b="1">
              <a:solidFill>
                <a:srgbClr val="00338D"/>
              </a:solidFill>
              <a:latin typeface="微软雅黑" panose="020B0503020204020204" pitchFamily="34" charset="-122"/>
              <a:ea typeface="微软雅黑" panose="020B0503020204020204" pitchFamily="34" charset="-122"/>
            </a:endParaRPr>
          </a:p>
          <a:p>
            <a:pPr lvl="0">
              <a:lnSpc>
                <a:spcPct val="100000"/>
              </a:lnSpc>
              <a:buFont typeface="Wingdings" panose="05000000000000000000" pitchFamily="2" charset="2"/>
              <a:buChar char="ü"/>
              <a:defRPr/>
            </a:pPr>
            <a:r>
              <a:rPr lang="zh-CN" altLang="en-US" sz="1200" b="1">
                <a:solidFill>
                  <a:srgbClr val="00338D"/>
                </a:solidFill>
                <a:latin typeface="微软雅黑" panose="020B0503020204020204" pitchFamily="34" charset="-122"/>
                <a:ea typeface="微软雅黑" panose="020B0503020204020204" pitchFamily="34" charset="-122"/>
              </a:rPr>
              <a:t>管控约束性强</a:t>
            </a:r>
            <a:endParaRPr lang="en-US" altLang="zh-CN" sz="1200" b="1">
              <a:solidFill>
                <a:srgbClr val="00338D"/>
              </a:solidFill>
              <a:latin typeface="微软雅黑" panose="020B0503020204020204" pitchFamily="34" charset="-122"/>
              <a:ea typeface="微软雅黑" panose="020B0503020204020204" pitchFamily="34" charset="-122"/>
            </a:endParaRPr>
          </a:p>
          <a:p>
            <a:pPr lvl="0">
              <a:lnSpc>
                <a:spcPct val="100000"/>
              </a:lnSpc>
              <a:buFont typeface="Wingdings" panose="05000000000000000000" pitchFamily="2" charset="2"/>
              <a:buChar char="ü"/>
              <a:defRPr/>
            </a:pPr>
            <a:r>
              <a:rPr lang="zh-CN" altLang="en-US" sz="1200" b="1">
                <a:solidFill>
                  <a:srgbClr val="00338D"/>
                </a:solidFill>
                <a:latin typeface="微软雅黑" panose="020B0503020204020204" pitchFamily="34" charset="-122"/>
                <a:ea typeface="微软雅黑" panose="020B0503020204020204" pitchFamily="34" charset="-122"/>
              </a:rPr>
              <a:t>业务运转秩序稳定</a:t>
            </a:r>
            <a:endParaRPr kumimoji="0" lang="en-US" altLang="zh-CN"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endParaRPr>
          </a:p>
        </p:txBody>
      </p:sp>
      <p:sp>
        <p:nvSpPr>
          <p:cNvPr id="69" name="文本框 27"/>
          <p:cNvSpPr txBox="1"/>
          <p:nvPr/>
        </p:nvSpPr>
        <p:spPr>
          <a:xfrm>
            <a:off x="10057765" y="1266497"/>
            <a:ext cx="936976" cy="294953"/>
          </a:xfrm>
          <a:prstGeom prst="rect">
            <a:avLst/>
          </a:prstGeom>
          <a:solidFill>
            <a:schemeClr val="tx2"/>
          </a:solidFill>
        </p:spPr>
        <p:txBody>
          <a:bodyPr wrap="square" lIns="54610" tIns="54610" rIns="54610" bIns="54610"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v"/>
              <a:defRPr/>
            </a:pPr>
            <a:r>
              <a:rPr kumimoji="0"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优</a:t>
            </a:r>
            <a:endParaRPr kumimoji="0" 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0" name="文本框 27"/>
          <p:cNvSpPr txBox="1"/>
          <p:nvPr/>
        </p:nvSpPr>
        <p:spPr>
          <a:xfrm>
            <a:off x="10057765" y="2532178"/>
            <a:ext cx="936976" cy="294953"/>
          </a:xfrm>
          <a:prstGeom prst="rect">
            <a:avLst/>
          </a:prstGeom>
          <a:solidFill>
            <a:schemeClr val="bg1">
              <a:lumMod val="50000"/>
            </a:schemeClr>
          </a:solidFill>
        </p:spPr>
        <p:txBody>
          <a:bodyPr wrap="square" lIns="54610" tIns="54610" rIns="54610" bIns="54610"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v"/>
              <a:defRPr/>
            </a:pPr>
            <a:r>
              <a:rPr lang="zh-CN" altLang="en-US" sz="1200" b="1">
                <a:solidFill>
                  <a:prstClr val="white"/>
                </a:solidFill>
                <a:latin typeface="微软雅黑" panose="020B0503020204020204" pitchFamily="34" charset="-122"/>
                <a:ea typeface="微软雅黑" panose="020B0503020204020204" pitchFamily="34" charset="-122"/>
              </a:rPr>
              <a:t>缺</a:t>
            </a:r>
            <a:endParaRPr kumimoji="0" 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1" name="TextBox 100"/>
          <p:cNvSpPr txBox="1"/>
          <p:nvPr/>
        </p:nvSpPr>
        <p:spPr>
          <a:xfrm>
            <a:off x="10057765" y="2910969"/>
            <a:ext cx="1638066" cy="479618"/>
          </a:xfrm>
          <a:prstGeom prst="rect">
            <a:avLst/>
          </a:prstGeom>
          <a:noFill/>
        </p:spPr>
        <p:txBody>
          <a:bodyPr wrap="square" lIns="54610" tIns="54610" rIns="54610" bIns="54610" rtlCol="0">
            <a:spAutoFit/>
          </a:bodyPr>
          <a:lstStyle>
            <a:defPPr>
              <a:defRPr lang="en-US"/>
            </a:defPPr>
            <a:lvl1pPr marL="171450" indent="-171450">
              <a:lnSpc>
                <a:spcPct val="50000"/>
              </a:lnSpc>
              <a:spcAft>
                <a:spcPts val="600"/>
              </a:spcAft>
              <a:buFont typeface="Arial" panose="020B0604020202090204" pitchFamily="34" charset="0"/>
              <a:buChar char="•"/>
              <a:defRPr sz="1100">
                <a:latin typeface="+mn-ea"/>
              </a:defRPr>
            </a:lvl1pPr>
          </a:lstStyle>
          <a:p>
            <a:pPr lvl="0">
              <a:lnSpc>
                <a:spcPct val="100000"/>
              </a:lnSpc>
              <a:buFont typeface="Wingdings" panose="05000000000000000000" pitchFamily="2" charset="2"/>
              <a:buChar char="ü"/>
              <a:defRPr/>
            </a:pPr>
            <a:r>
              <a:rPr lang="zh-CN" altLang="en-US" sz="1200" b="1">
                <a:latin typeface="微软雅黑" panose="020B0503020204020204" pitchFamily="34" charset="-122"/>
                <a:ea typeface="微软雅黑" panose="020B0503020204020204" pitchFamily="34" charset="-122"/>
              </a:rPr>
              <a:t>自主操作灵活性相对有限</a:t>
            </a:r>
            <a:endParaRPr kumimoji="0" lang="en-US" altLang="zh-CN"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sp>
        <p:nvSpPr>
          <p:cNvPr id="72" name="TextBox 100"/>
          <p:cNvSpPr txBox="1"/>
          <p:nvPr/>
        </p:nvSpPr>
        <p:spPr>
          <a:xfrm>
            <a:off x="10057765" y="4525658"/>
            <a:ext cx="1638066" cy="294953"/>
          </a:xfrm>
          <a:prstGeom prst="rect">
            <a:avLst/>
          </a:prstGeom>
          <a:noFill/>
        </p:spPr>
        <p:txBody>
          <a:bodyPr wrap="square" lIns="54610" tIns="54610" rIns="54610" bIns="54610" rtlCol="0">
            <a:spAutoFit/>
          </a:bodyPr>
          <a:lstStyle>
            <a:defPPr>
              <a:defRPr lang="en-US"/>
            </a:defPPr>
            <a:lvl1pPr marL="171450" indent="-171450">
              <a:lnSpc>
                <a:spcPct val="50000"/>
              </a:lnSpc>
              <a:spcAft>
                <a:spcPts val="600"/>
              </a:spcAft>
              <a:buFont typeface="Arial" panose="020B0604020202090204" pitchFamily="34" charset="0"/>
              <a:buChar char="•"/>
              <a:defRPr sz="1100">
                <a:latin typeface="+mn-ea"/>
              </a:defRPr>
            </a:lvl1pPr>
          </a:lstStyle>
          <a:p>
            <a:pPr lvl="0">
              <a:lnSpc>
                <a:spcPct val="100000"/>
              </a:lnSpc>
              <a:buFont typeface="Wingdings" panose="05000000000000000000" pitchFamily="2" charset="2"/>
              <a:buChar char="ü"/>
              <a:defRPr/>
            </a:pPr>
            <a:r>
              <a:rPr lang="zh-CN" altLang="en-US" sz="1200" b="1">
                <a:solidFill>
                  <a:srgbClr val="00338D"/>
                </a:solidFill>
                <a:latin typeface="微软雅黑" panose="020B0503020204020204" pitchFamily="34" charset="-122"/>
                <a:ea typeface="微软雅黑" panose="020B0503020204020204" pitchFamily="34" charset="-122"/>
              </a:rPr>
              <a:t>操作灵活便捷</a:t>
            </a:r>
            <a:endParaRPr kumimoji="0" lang="en-US" altLang="zh-CN"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endParaRPr>
          </a:p>
        </p:txBody>
      </p:sp>
      <p:sp>
        <p:nvSpPr>
          <p:cNvPr id="73" name="文本框 27"/>
          <p:cNvSpPr txBox="1"/>
          <p:nvPr/>
        </p:nvSpPr>
        <p:spPr>
          <a:xfrm>
            <a:off x="10057765" y="4144631"/>
            <a:ext cx="936976" cy="294953"/>
          </a:xfrm>
          <a:prstGeom prst="rect">
            <a:avLst/>
          </a:prstGeom>
          <a:solidFill>
            <a:schemeClr val="tx2"/>
          </a:solidFill>
        </p:spPr>
        <p:txBody>
          <a:bodyPr wrap="square" lIns="54610" tIns="54610" rIns="54610" bIns="54610"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v"/>
              <a:defRPr/>
            </a:pPr>
            <a:r>
              <a:rPr kumimoji="0" lang="zh-CN" altLang="en-US" sz="1200" b="1" i="0" u="none" strike="noStrike" kern="120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rPr>
              <a:t>优</a:t>
            </a:r>
            <a:endParaRPr kumimoji="0" 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4" name="文本框 27"/>
          <p:cNvSpPr txBox="1"/>
          <p:nvPr/>
        </p:nvSpPr>
        <p:spPr>
          <a:xfrm>
            <a:off x="10057765" y="4952601"/>
            <a:ext cx="936976" cy="294953"/>
          </a:xfrm>
          <a:prstGeom prst="rect">
            <a:avLst/>
          </a:prstGeom>
          <a:solidFill>
            <a:schemeClr val="bg1">
              <a:lumMod val="50000"/>
            </a:schemeClr>
          </a:solidFill>
        </p:spPr>
        <p:txBody>
          <a:bodyPr wrap="square" lIns="54610" tIns="54610" rIns="54610" bIns="54610"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Wingdings" panose="05000000000000000000" pitchFamily="2" charset="2"/>
              <a:buChar char="v"/>
              <a:defRPr/>
            </a:pPr>
            <a:r>
              <a:rPr lang="zh-CN" altLang="en-US" sz="1200" b="1">
                <a:solidFill>
                  <a:prstClr val="white"/>
                </a:solidFill>
                <a:latin typeface="微软雅黑" panose="020B0503020204020204" pitchFamily="34" charset="-122"/>
                <a:ea typeface="微软雅黑" panose="020B0503020204020204" pitchFamily="34" charset="-122"/>
              </a:rPr>
              <a:t>缺</a:t>
            </a:r>
            <a:endParaRPr kumimoji="0" lang="en-US" sz="1200" b="1" i="0" u="none" strike="noStrike" kern="120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5" name="TextBox 100"/>
          <p:cNvSpPr txBox="1"/>
          <p:nvPr/>
        </p:nvSpPr>
        <p:spPr>
          <a:xfrm>
            <a:off x="10057765" y="5331392"/>
            <a:ext cx="1922066" cy="818173"/>
          </a:xfrm>
          <a:prstGeom prst="rect">
            <a:avLst/>
          </a:prstGeom>
          <a:noFill/>
        </p:spPr>
        <p:txBody>
          <a:bodyPr wrap="square" lIns="54610" tIns="54610" rIns="54610" bIns="54610" rtlCol="0">
            <a:spAutoFit/>
          </a:bodyPr>
          <a:lstStyle>
            <a:defPPr>
              <a:defRPr lang="en-US"/>
            </a:defPPr>
            <a:lvl1pPr marL="171450" indent="-171450">
              <a:lnSpc>
                <a:spcPct val="50000"/>
              </a:lnSpc>
              <a:spcAft>
                <a:spcPts val="600"/>
              </a:spcAft>
              <a:buFont typeface="Arial" panose="020B0604020202090204" pitchFamily="34" charset="0"/>
              <a:buChar char="•"/>
              <a:defRPr sz="1100">
                <a:latin typeface="+mn-ea"/>
              </a:defRPr>
            </a:lvl1pPr>
          </a:lstStyle>
          <a:p>
            <a:pPr lvl="0">
              <a:lnSpc>
                <a:spcPct val="100000"/>
              </a:lnSpc>
              <a:buFont typeface="Wingdings" panose="05000000000000000000" pitchFamily="2" charset="2"/>
              <a:buChar char="ü"/>
              <a:defRPr/>
            </a:pPr>
            <a:r>
              <a:rPr lang="zh-CN" altLang="en-US" sz="1200" b="1">
                <a:latin typeface="微软雅黑" panose="020B0503020204020204" pitchFamily="34" charset="-122"/>
                <a:ea typeface="微软雅黑" panose="020B0503020204020204" pitchFamily="34" charset="-122"/>
              </a:rPr>
              <a:t>缺少事前统筹管控</a:t>
            </a:r>
            <a:endParaRPr lang="en-US" altLang="zh-CN" sz="1200" b="1">
              <a:latin typeface="微软雅黑" panose="020B0503020204020204" pitchFamily="34" charset="-122"/>
              <a:ea typeface="微软雅黑" panose="020B0503020204020204" pitchFamily="34" charset="-122"/>
            </a:endParaRPr>
          </a:p>
          <a:p>
            <a:pPr lvl="0">
              <a:lnSpc>
                <a:spcPct val="100000"/>
              </a:lnSpc>
              <a:buFont typeface="Wingdings" panose="05000000000000000000" pitchFamily="2" charset="2"/>
              <a:buChar char="ü"/>
              <a:defRPr/>
            </a:pPr>
            <a:r>
              <a:rPr lang="zh-CN" altLang="en-US" sz="1200" b="1">
                <a:latin typeface="微软雅黑" panose="020B0503020204020204" pitchFamily="34" charset="-122"/>
                <a:ea typeface="微软雅黑" panose="020B0503020204020204" pitchFamily="34" charset="-122"/>
              </a:rPr>
              <a:t>发放行为规范性较差</a:t>
            </a:r>
            <a:endParaRPr lang="en-US" altLang="zh-CN" sz="1200" b="1">
              <a:latin typeface="微软雅黑" panose="020B0503020204020204" pitchFamily="34" charset="-122"/>
              <a:ea typeface="微软雅黑" panose="020B0503020204020204" pitchFamily="34" charset="-122"/>
            </a:endParaRPr>
          </a:p>
          <a:p>
            <a:pPr lvl="0">
              <a:lnSpc>
                <a:spcPct val="100000"/>
              </a:lnSpc>
              <a:buFont typeface="Wingdings" panose="05000000000000000000" pitchFamily="2" charset="2"/>
              <a:buChar char="ü"/>
              <a:defRPr/>
            </a:pPr>
            <a:r>
              <a:rPr kumimoji="0" lang="zh-CN" altLang="en-US" sz="1200" b="1" i="0" u="none" strike="noStrike" kern="1200" cap="none" spc="0" normalizeH="0" baseline="0" noProof="0">
                <a:ln>
                  <a:noFill/>
                </a:ln>
                <a:effectLst/>
                <a:uLnTx/>
                <a:uFillTx/>
                <a:latin typeface="微软雅黑" panose="020B0503020204020204" pitchFamily="34" charset="-122"/>
                <a:ea typeface="微软雅黑" panose="020B0503020204020204" pitchFamily="34" charset="-122"/>
                <a:cs typeface="+mn-cs"/>
              </a:rPr>
              <a:t>事后存在对账争议风险</a:t>
            </a:r>
            <a:endParaRPr kumimoji="0" lang="en-US" altLang="zh-CN" sz="1200" b="1" i="0" u="none" strike="noStrike" kern="1200" cap="none" spc="0" normalizeH="0" baseline="0" noProof="0" dirty="0">
              <a:ln>
                <a:noFill/>
              </a:ln>
              <a:effectLst/>
              <a:uLnTx/>
              <a:uFillTx/>
              <a:latin typeface="微软雅黑" panose="020B0503020204020204" pitchFamily="34" charset="-122"/>
              <a:ea typeface="微软雅黑" panose="020B0503020204020204" pitchFamily="34" charset="-122"/>
              <a:cs typeface="+mn-cs"/>
            </a:endParaRPr>
          </a:p>
        </p:txBody>
      </p:sp>
      <p:grpSp>
        <p:nvGrpSpPr>
          <p:cNvPr id="86" name="Group 85"/>
          <p:cNvGrpSpPr/>
          <p:nvPr/>
        </p:nvGrpSpPr>
        <p:grpSpPr>
          <a:xfrm>
            <a:off x="1482413" y="2674487"/>
            <a:ext cx="1163554" cy="529082"/>
            <a:chOff x="1482413" y="2668339"/>
            <a:chExt cx="1163554" cy="529082"/>
          </a:xfrm>
        </p:grpSpPr>
        <p:sp>
          <p:nvSpPr>
            <p:cNvPr id="91" name="Rectangle 90"/>
            <p:cNvSpPr/>
            <p:nvPr/>
          </p:nvSpPr>
          <p:spPr>
            <a:xfrm>
              <a:off x="1482413" y="2672781"/>
              <a:ext cx="1163554" cy="521180"/>
            </a:xfrm>
            <a:prstGeom prst="rect">
              <a:avLst/>
            </a:prstGeom>
            <a:solidFill>
              <a:schemeClr val="bg1">
                <a:lumMod val="95000"/>
              </a:schemeClr>
            </a:solidFill>
            <a:ln w="9525">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endParaRPr lang="zh-CN" altLang="en-US" sz="1400" b="0">
                <a:solidFill>
                  <a:schemeClr val="bg2">
                    <a:lumMod val="50000"/>
                  </a:schemeClr>
                </a:solidFill>
                <a:latin typeface="微软雅黑" charset="0"/>
                <a:ea typeface="微软雅黑" charset="0"/>
                <a:cs typeface="微软雅黑" charset="0"/>
              </a:endParaRPr>
            </a:p>
          </p:txBody>
        </p:sp>
        <p:cxnSp>
          <p:nvCxnSpPr>
            <p:cNvPr id="4" name="Straight Connector 3"/>
            <p:cNvCxnSpPr/>
            <p:nvPr/>
          </p:nvCxnSpPr>
          <p:spPr>
            <a:xfrm flipH="1">
              <a:off x="1489405" y="2683889"/>
              <a:ext cx="416237" cy="26081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6" name="Straight Connector 5"/>
            <p:cNvCxnSpPr>
              <a:stCxn id="91" idx="0"/>
            </p:cNvCxnSpPr>
            <p:nvPr/>
          </p:nvCxnSpPr>
          <p:spPr>
            <a:xfrm flipH="1">
              <a:off x="1491425" y="2672781"/>
              <a:ext cx="572765" cy="38395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flipH="1">
              <a:off x="1490814" y="2673897"/>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H="1">
              <a:off x="1737339" y="2690767"/>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1615422" y="2684866"/>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1892577" y="2680635"/>
              <a:ext cx="670570" cy="51038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2024304" y="2706867"/>
              <a:ext cx="615835" cy="47816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1483673" y="2668339"/>
              <a:ext cx="261455" cy="16492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H="1">
              <a:off x="2135975" y="2802965"/>
              <a:ext cx="504164" cy="39445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H="1">
              <a:off x="2283293" y="2931096"/>
              <a:ext cx="340864" cy="25127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H="1">
              <a:off x="2455794" y="3051946"/>
              <a:ext cx="168363" cy="12631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87" name="Group 86"/>
          <p:cNvGrpSpPr/>
          <p:nvPr/>
        </p:nvGrpSpPr>
        <p:grpSpPr>
          <a:xfrm>
            <a:off x="2801215" y="2674487"/>
            <a:ext cx="1163554" cy="529082"/>
            <a:chOff x="1482413" y="2668339"/>
            <a:chExt cx="1163554" cy="529082"/>
          </a:xfrm>
        </p:grpSpPr>
        <p:sp>
          <p:nvSpPr>
            <p:cNvPr id="88" name="Rectangle 87"/>
            <p:cNvSpPr/>
            <p:nvPr/>
          </p:nvSpPr>
          <p:spPr>
            <a:xfrm>
              <a:off x="1482413" y="2672781"/>
              <a:ext cx="1163554" cy="521180"/>
            </a:xfrm>
            <a:prstGeom prst="rect">
              <a:avLst/>
            </a:prstGeom>
            <a:solidFill>
              <a:schemeClr val="bg1">
                <a:lumMod val="95000"/>
              </a:schemeClr>
            </a:solidFill>
            <a:ln w="9525">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endParaRPr lang="zh-CN" altLang="en-US" sz="1400" b="0">
                <a:solidFill>
                  <a:schemeClr val="bg2">
                    <a:lumMod val="50000"/>
                  </a:schemeClr>
                </a:solidFill>
                <a:latin typeface="微软雅黑" charset="0"/>
                <a:ea typeface="微软雅黑" charset="0"/>
                <a:cs typeface="微软雅黑" charset="0"/>
              </a:endParaRPr>
            </a:p>
          </p:txBody>
        </p:sp>
        <p:cxnSp>
          <p:nvCxnSpPr>
            <p:cNvPr id="89" name="Straight Connector 88"/>
            <p:cNvCxnSpPr/>
            <p:nvPr/>
          </p:nvCxnSpPr>
          <p:spPr>
            <a:xfrm flipH="1">
              <a:off x="1489405" y="2683889"/>
              <a:ext cx="416237" cy="26081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88" idx="0"/>
            </p:cNvCxnSpPr>
            <p:nvPr/>
          </p:nvCxnSpPr>
          <p:spPr>
            <a:xfrm flipH="1">
              <a:off x="1491425" y="2672781"/>
              <a:ext cx="572765" cy="38395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p:cNvCxnSpPr/>
            <p:nvPr/>
          </p:nvCxnSpPr>
          <p:spPr>
            <a:xfrm flipH="1">
              <a:off x="1490814" y="2673897"/>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p:nvPr/>
          </p:nvCxnSpPr>
          <p:spPr>
            <a:xfrm flipH="1">
              <a:off x="1737339" y="2690767"/>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p:nvPr/>
          </p:nvCxnSpPr>
          <p:spPr>
            <a:xfrm flipH="1">
              <a:off x="1615422" y="2684866"/>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p:nvPr/>
          </p:nvCxnSpPr>
          <p:spPr>
            <a:xfrm flipH="1">
              <a:off x="1892577" y="2680635"/>
              <a:ext cx="670570" cy="51038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p:nvPr/>
          </p:nvCxnSpPr>
          <p:spPr>
            <a:xfrm flipH="1">
              <a:off x="2024304" y="2706867"/>
              <a:ext cx="615835" cy="47816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p:nvPr/>
          </p:nvCxnSpPr>
          <p:spPr>
            <a:xfrm flipH="1">
              <a:off x="1483673" y="2668339"/>
              <a:ext cx="261455" cy="16492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p:nvPr/>
          </p:nvCxnSpPr>
          <p:spPr>
            <a:xfrm flipH="1">
              <a:off x="2135975" y="2802965"/>
              <a:ext cx="504164" cy="39445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p:nvPr/>
          </p:nvCxnSpPr>
          <p:spPr>
            <a:xfrm flipH="1">
              <a:off x="2283293" y="2931096"/>
              <a:ext cx="340864" cy="25127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p:nvPr/>
          </p:nvCxnSpPr>
          <p:spPr>
            <a:xfrm flipH="1">
              <a:off x="2455794" y="3051946"/>
              <a:ext cx="168363" cy="12631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grpSp>
        <p:nvGrpSpPr>
          <p:cNvPr id="105" name="Group 104"/>
          <p:cNvGrpSpPr/>
          <p:nvPr/>
        </p:nvGrpSpPr>
        <p:grpSpPr>
          <a:xfrm>
            <a:off x="4120016" y="2674487"/>
            <a:ext cx="1163554" cy="529082"/>
            <a:chOff x="1482413" y="2668339"/>
            <a:chExt cx="1163554" cy="529082"/>
          </a:xfrm>
        </p:grpSpPr>
        <p:sp>
          <p:nvSpPr>
            <p:cNvPr id="106" name="Rectangle 105"/>
            <p:cNvSpPr/>
            <p:nvPr/>
          </p:nvSpPr>
          <p:spPr>
            <a:xfrm>
              <a:off x="1482413" y="2672781"/>
              <a:ext cx="1163554" cy="521180"/>
            </a:xfrm>
            <a:prstGeom prst="rect">
              <a:avLst/>
            </a:prstGeom>
            <a:solidFill>
              <a:schemeClr val="bg1">
                <a:lumMod val="95000"/>
              </a:schemeClr>
            </a:solidFill>
            <a:ln w="9525">
              <a:solidFill>
                <a:schemeClr val="bg2">
                  <a:lumMod val="9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rtlCol="0" anchor="ctr" anchorCtr="0"/>
            <a:lstStyle/>
            <a:p>
              <a:pPr algn="ctr">
                <a:defRPr sz="1015" b="1">
                  <a:solidFill>
                    <a:srgbClr val="16A06A"/>
                  </a:solidFill>
                  <a:latin typeface="PingFang SC" panose="020B0400000000000000" charset="-122"/>
                  <a:ea typeface="PingFang SC" panose="020B0400000000000000" charset="-122"/>
                  <a:cs typeface="PingFang SC" panose="020B0400000000000000" charset="-122"/>
                </a:defRPr>
              </a:pPr>
              <a:endParaRPr lang="zh-CN" altLang="en-US" sz="1400" b="0">
                <a:solidFill>
                  <a:schemeClr val="bg2">
                    <a:lumMod val="50000"/>
                  </a:schemeClr>
                </a:solidFill>
                <a:latin typeface="微软雅黑" charset="0"/>
                <a:ea typeface="微软雅黑" charset="0"/>
                <a:cs typeface="微软雅黑" charset="0"/>
              </a:endParaRPr>
            </a:p>
          </p:txBody>
        </p:sp>
        <p:cxnSp>
          <p:nvCxnSpPr>
            <p:cNvPr id="108" name="Straight Connector 107"/>
            <p:cNvCxnSpPr/>
            <p:nvPr/>
          </p:nvCxnSpPr>
          <p:spPr>
            <a:xfrm flipH="1">
              <a:off x="1489405" y="2683889"/>
              <a:ext cx="416237" cy="26081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6" idx="0"/>
            </p:cNvCxnSpPr>
            <p:nvPr/>
          </p:nvCxnSpPr>
          <p:spPr>
            <a:xfrm flipH="1">
              <a:off x="1491425" y="2672781"/>
              <a:ext cx="572765" cy="38395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p:nvPr/>
          </p:nvCxnSpPr>
          <p:spPr>
            <a:xfrm flipH="1">
              <a:off x="1490814" y="2673897"/>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p:nvPr/>
          </p:nvCxnSpPr>
          <p:spPr>
            <a:xfrm flipH="1">
              <a:off x="1737339" y="2690767"/>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p:nvPr/>
          </p:nvCxnSpPr>
          <p:spPr>
            <a:xfrm flipH="1">
              <a:off x="1615422" y="2684866"/>
              <a:ext cx="702618" cy="50436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flipH="1">
              <a:off x="1892577" y="2680635"/>
              <a:ext cx="670570" cy="51038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p:nvPr/>
          </p:nvCxnSpPr>
          <p:spPr>
            <a:xfrm flipH="1">
              <a:off x="2024304" y="2706867"/>
              <a:ext cx="615835" cy="47816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p:cNvCxnSpPr/>
            <p:nvPr/>
          </p:nvCxnSpPr>
          <p:spPr>
            <a:xfrm flipH="1">
              <a:off x="1483673" y="2668339"/>
              <a:ext cx="261455" cy="16492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p:nvPr/>
          </p:nvCxnSpPr>
          <p:spPr>
            <a:xfrm flipH="1">
              <a:off x="2135975" y="2802965"/>
              <a:ext cx="504164" cy="39445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p:nvPr/>
          </p:nvCxnSpPr>
          <p:spPr>
            <a:xfrm flipH="1">
              <a:off x="2283293" y="2931096"/>
              <a:ext cx="340864" cy="25127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p:nvPr/>
          </p:nvCxnSpPr>
          <p:spPr>
            <a:xfrm flipH="1">
              <a:off x="2455794" y="3051946"/>
              <a:ext cx="168363" cy="12631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cxnSp>
        <p:nvCxnSpPr>
          <p:cNvPr id="120" name="Straight Connector 119"/>
          <p:cNvCxnSpPr/>
          <p:nvPr/>
        </p:nvCxnSpPr>
        <p:spPr>
          <a:xfrm flipH="1">
            <a:off x="1297434" y="4418224"/>
            <a:ext cx="283044" cy="19720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flipH="1">
            <a:off x="1292154" y="4411435"/>
            <a:ext cx="401687" cy="27687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flipH="1">
            <a:off x="1288691" y="4431342"/>
            <a:ext cx="482959" cy="33942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flipH="1">
            <a:off x="1288691" y="4412183"/>
            <a:ext cx="603609" cy="43066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flipH="1">
            <a:off x="1297434" y="4423811"/>
            <a:ext cx="155193" cy="106527"/>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flipH="1">
            <a:off x="1330458" y="4423811"/>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flipH="1">
            <a:off x="1420926" y="4418224"/>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flipH="1">
            <a:off x="1492139" y="442926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flipH="1">
            <a:off x="1582607" y="442367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flipH="1">
            <a:off x="1660613" y="442653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flipH="1">
            <a:off x="1751081" y="4420951"/>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flipH="1">
            <a:off x="1822294" y="4431992"/>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p:cNvCxnSpPr/>
          <p:nvPr/>
        </p:nvCxnSpPr>
        <p:spPr>
          <a:xfrm flipH="1">
            <a:off x="1912762" y="442640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4" name="Straight Connector 143"/>
          <p:cNvCxnSpPr/>
          <p:nvPr/>
        </p:nvCxnSpPr>
        <p:spPr>
          <a:xfrm flipH="1">
            <a:off x="1990768" y="443212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p:nvPr/>
        </p:nvCxnSpPr>
        <p:spPr>
          <a:xfrm flipH="1">
            <a:off x="2081236" y="442653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p:nvPr/>
        </p:nvCxnSpPr>
        <p:spPr>
          <a:xfrm flipH="1">
            <a:off x="2152449" y="4437579"/>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p:nvPr/>
        </p:nvCxnSpPr>
        <p:spPr>
          <a:xfrm flipH="1">
            <a:off x="2242917" y="4431992"/>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8" name="Straight Connector 147"/>
          <p:cNvCxnSpPr/>
          <p:nvPr/>
        </p:nvCxnSpPr>
        <p:spPr>
          <a:xfrm flipH="1">
            <a:off x="2339317" y="4420456"/>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49" name="Straight Connector 148"/>
          <p:cNvCxnSpPr/>
          <p:nvPr/>
        </p:nvCxnSpPr>
        <p:spPr>
          <a:xfrm flipH="1">
            <a:off x="2417323" y="4423316"/>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0" name="Straight Connector 149"/>
          <p:cNvCxnSpPr/>
          <p:nvPr/>
        </p:nvCxnSpPr>
        <p:spPr>
          <a:xfrm flipH="1">
            <a:off x="2507791" y="4417729"/>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1" name="Straight Connector 150"/>
          <p:cNvCxnSpPr/>
          <p:nvPr/>
        </p:nvCxnSpPr>
        <p:spPr>
          <a:xfrm flipH="1">
            <a:off x="2579004" y="4428770"/>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2" name="Straight Connector 151"/>
          <p:cNvCxnSpPr/>
          <p:nvPr/>
        </p:nvCxnSpPr>
        <p:spPr>
          <a:xfrm flipH="1">
            <a:off x="2669472" y="4423183"/>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3" name="Straight Connector 152"/>
          <p:cNvCxnSpPr/>
          <p:nvPr/>
        </p:nvCxnSpPr>
        <p:spPr>
          <a:xfrm flipH="1">
            <a:off x="2747478" y="4428903"/>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4" name="Straight Connector 153"/>
          <p:cNvCxnSpPr/>
          <p:nvPr/>
        </p:nvCxnSpPr>
        <p:spPr>
          <a:xfrm flipH="1">
            <a:off x="2837946" y="4423316"/>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5" name="Straight Connector 154"/>
          <p:cNvCxnSpPr/>
          <p:nvPr/>
        </p:nvCxnSpPr>
        <p:spPr>
          <a:xfrm flipH="1">
            <a:off x="2909159" y="4434357"/>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55"/>
          <p:cNvCxnSpPr/>
          <p:nvPr/>
        </p:nvCxnSpPr>
        <p:spPr>
          <a:xfrm flipH="1">
            <a:off x="2999627" y="4428770"/>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7" name="Straight Connector 156"/>
          <p:cNvCxnSpPr/>
          <p:nvPr/>
        </p:nvCxnSpPr>
        <p:spPr>
          <a:xfrm flipH="1">
            <a:off x="3086753" y="442785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8" name="Straight Connector 157"/>
          <p:cNvCxnSpPr/>
          <p:nvPr/>
        </p:nvCxnSpPr>
        <p:spPr>
          <a:xfrm flipH="1">
            <a:off x="3177221" y="4422271"/>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p:nvPr/>
        </p:nvCxnSpPr>
        <p:spPr>
          <a:xfrm flipH="1">
            <a:off x="3255227" y="4427991"/>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p:nvPr/>
        </p:nvCxnSpPr>
        <p:spPr>
          <a:xfrm flipH="1">
            <a:off x="3345695" y="4422404"/>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p:nvPr/>
        </p:nvCxnSpPr>
        <p:spPr>
          <a:xfrm flipH="1">
            <a:off x="3416908" y="443344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2" name="Straight Connector 161"/>
          <p:cNvCxnSpPr/>
          <p:nvPr/>
        </p:nvCxnSpPr>
        <p:spPr>
          <a:xfrm flipH="1">
            <a:off x="3507376" y="442785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3" name="Straight Connector 162"/>
          <p:cNvCxnSpPr/>
          <p:nvPr/>
        </p:nvCxnSpPr>
        <p:spPr>
          <a:xfrm flipH="1">
            <a:off x="3603776" y="4416322"/>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4" name="Straight Connector 163"/>
          <p:cNvCxnSpPr/>
          <p:nvPr/>
        </p:nvCxnSpPr>
        <p:spPr>
          <a:xfrm flipH="1">
            <a:off x="3681782" y="4419182"/>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p:cNvCxnSpPr/>
          <p:nvPr/>
        </p:nvCxnSpPr>
        <p:spPr>
          <a:xfrm flipH="1">
            <a:off x="3772250" y="441359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p:cNvCxnSpPr/>
          <p:nvPr/>
        </p:nvCxnSpPr>
        <p:spPr>
          <a:xfrm flipH="1">
            <a:off x="3843463" y="4424636"/>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p:cNvCxnSpPr/>
          <p:nvPr/>
        </p:nvCxnSpPr>
        <p:spPr>
          <a:xfrm flipH="1">
            <a:off x="3933931" y="4419049"/>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p:cNvCxnSpPr/>
          <p:nvPr/>
        </p:nvCxnSpPr>
        <p:spPr>
          <a:xfrm flipH="1">
            <a:off x="4011937" y="4424769"/>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p:cNvCxnSpPr/>
          <p:nvPr/>
        </p:nvCxnSpPr>
        <p:spPr>
          <a:xfrm flipH="1">
            <a:off x="4102405" y="4419182"/>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p:cNvCxnSpPr/>
          <p:nvPr/>
        </p:nvCxnSpPr>
        <p:spPr>
          <a:xfrm flipH="1">
            <a:off x="4173618" y="4430223"/>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flipH="1">
            <a:off x="4264086" y="4424636"/>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flipH="1">
            <a:off x="4347264" y="442491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flipH="1">
            <a:off x="4425270" y="4430635"/>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flipH="1">
            <a:off x="4515738" y="442504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flipH="1">
            <a:off x="4586951" y="4436089"/>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flipH="1">
            <a:off x="4677419" y="4430502"/>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flipH="1">
            <a:off x="4762618" y="4426538"/>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flipH="1">
            <a:off x="4833831" y="4437579"/>
            <a:ext cx="622438" cy="46157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flipH="1">
            <a:off x="4921200" y="4489450"/>
            <a:ext cx="550359" cy="406824"/>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flipH="1">
            <a:off x="5032196" y="4550729"/>
            <a:ext cx="435582" cy="327172"/>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0" name="Straight Connector 189"/>
          <p:cNvCxnSpPr/>
          <p:nvPr/>
        </p:nvCxnSpPr>
        <p:spPr>
          <a:xfrm flipH="1">
            <a:off x="5118268" y="4600385"/>
            <a:ext cx="362071" cy="277516"/>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7" name="Straight Connector 196"/>
          <p:cNvCxnSpPr/>
          <p:nvPr/>
        </p:nvCxnSpPr>
        <p:spPr>
          <a:xfrm flipH="1">
            <a:off x="5198390" y="4673134"/>
            <a:ext cx="280384" cy="207589"/>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204" name="Straight Connector 203"/>
          <p:cNvCxnSpPr/>
          <p:nvPr/>
        </p:nvCxnSpPr>
        <p:spPr>
          <a:xfrm flipH="1">
            <a:off x="5296859" y="4744770"/>
            <a:ext cx="173113" cy="134538"/>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29" name="文本框 112"/>
          <p:cNvSpPr txBox="1"/>
          <p:nvPr>
            <p:custDataLst>
              <p:tags r:id="rId5"/>
            </p:custDataLst>
          </p:nvPr>
        </p:nvSpPr>
        <p:spPr>
          <a:xfrm>
            <a:off x="1502375" y="4187493"/>
            <a:ext cx="1081743" cy="335859"/>
          </a:xfrm>
          <a:prstGeom prst="roundRect">
            <a:avLst/>
          </a:prstGeom>
          <a:solidFill>
            <a:srgbClr val="EAAA00"/>
          </a:solidFill>
          <a:ln>
            <a:noFill/>
            <a:prstDash val="dash"/>
          </a:ln>
        </p:spPr>
        <p:txBody>
          <a:bodyPr wrap="square" rtlCol="0" anchor="ctr" anchorCtr="0">
            <a:noAutofit/>
          </a:bodyPr>
          <a:lstStyle/>
          <a:p>
            <a:pPr algn="ctr"/>
            <a:r>
              <a:rPr lang="zh-CN" altLang="en-US" sz="1400" b="1">
                <a:solidFill>
                  <a:schemeClr val="bg1"/>
                </a:solidFill>
                <a:latin typeface="微软雅黑" charset="0"/>
                <a:ea typeface="微软雅黑" charset="0"/>
                <a:sym typeface="+mn-ea"/>
              </a:rPr>
              <a:t>只监不控</a:t>
            </a:r>
            <a:endParaRPr lang="zh-CN" altLang="en-US" sz="1400" b="1" dirty="0">
              <a:solidFill>
                <a:schemeClr val="bg1"/>
              </a:solidFill>
              <a:latin typeface="微软雅黑" charset="0"/>
              <a:ea typeface="微软雅黑"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57035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rPr>
              <a:t>会员积分模块业务架构图</a:t>
            </a: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4" name="矩形 3"/>
          <p:cNvSpPr>
            <a:spLocks noGrp="1"/>
          </p:cNvSpPr>
          <p:nvPr/>
        </p:nvSpPr>
        <p:spPr>
          <a:xfrm>
            <a:off x="679450" y="908050"/>
            <a:ext cx="8096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647181"/>
                </a:solidFill>
                <a:latin typeface="PingFang SC" panose="020B0400000000000000" charset="-122"/>
                <a:ea typeface="PingFang SC" panose="020B0400000000000000" charset="-122"/>
                <a:cs typeface="PingFang SC" panose="020B0400000000000000" charset="-122"/>
              </a:defRPr>
            </a:pPr>
            <a:r>
              <a:rPr sz="1065" b="0">
                <a:solidFill>
                  <a:srgbClr val="647181"/>
                </a:solidFill>
                <a:latin typeface="PingFang SC" panose="020B0400000000000000" charset="-122"/>
                <a:ea typeface="PingFang SC" panose="020B0400000000000000" charset="-122"/>
                <a:cs typeface="PingFang SC" panose="020B0400000000000000" charset="-122"/>
              </a:rPr>
              <a:t>以会员积分管理为统一中心，承担类似“中央银行”的顶层管控职能；各业务系统按本地规则发放、核销并回传闭环数据。</a:t>
            </a:r>
            <a:endParaRPr sz="106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9" name="圆角矩形 8"/>
          <p:cNvSpPr>
            <a:spLocks noGrp="1"/>
          </p:cNvSpPr>
          <p:nvPr/>
        </p:nvSpPr>
        <p:spPr>
          <a:xfrm>
            <a:off x="457200" y="1384300"/>
            <a:ext cx="11277600" cy="3695700"/>
          </a:xfrm>
          <a:prstGeom prst="roundRect">
            <a:avLst>
              <a:gd name="adj" fmla="val 2062"/>
            </a:avLst>
          </a:prstGeom>
          <a:solidFill>
            <a:srgbClr val="FFFFFF"/>
          </a:solidFill>
          <a:ln w="10478">
            <a:solidFill>
              <a:srgbClr val="D7DEE8"/>
            </a:solidFill>
          </a:ln>
        </p:spPr>
        <p:txBody>
          <a:bodyPr/>
          <a:lstStyle/>
          <a:p>
            <a:endParaRPr lang="en-GB"/>
          </a:p>
        </p:txBody>
      </p:sp>
      <p:sp>
        <p:nvSpPr>
          <p:cNvPr id="10" name="圆角矩形 9"/>
          <p:cNvSpPr>
            <a:spLocks noGrp="1"/>
          </p:cNvSpPr>
          <p:nvPr/>
        </p:nvSpPr>
        <p:spPr>
          <a:xfrm>
            <a:off x="3314700" y="1593850"/>
            <a:ext cx="5562600" cy="2018030"/>
          </a:xfrm>
          <a:prstGeom prst="roundRect">
            <a:avLst>
              <a:gd name="adj" fmla="val 4040"/>
            </a:avLst>
          </a:prstGeom>
          <a:solidFill>
            <a:srgbClr val="EAF1FF"/>
          </a:solidFill>
          <a:ln w="14288">
            <a:solidFill>
              <a:srgbClr val="246BFE"/>
            </a:solidFill>
          </a:ln>
        </p:spPr>
        <p:txBody>
          <a:bodyPr/>
          <a:lstStyle/>
          <a:p>
            <a:endParaRPr lang="en-GB"/>
          </a:p>
        </p:txBody>
      </p:sp>
      <p:sp>
        <p:nvSpPr>
          <p:cNvPr id="11" name="矩形 10"/>
          <p:cNvSpPr>
            <a:spLocks noGrp="1"/>
          </p:cNvSpPr>
          <p:nvPr/>
        </p:nvSpPr>
        <p:spPr>
          <a:xfrm>
            <a:off x="3619500" y="1803400"/>
            <a:ext cx="4953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46BFE"/>
                </a:solidFill>
                <a:latin typeface="PingFang SC" panose="020B0400000000000000" charset="-122"/>
                <a:ea typeface="PingFang SC" panose="020B0400000000000000" charset="-122"/>
                <a:cs typeface="PingFang SC" panose="020B0400000000000000" charset="-122"/>
              </a:defRPr>
            </a:pPr>
            <a:r>
              <a:rPr sz="1650" b="1">
                <a:solidFill>
                  <a:srgbClr val="246BFE"/>
                </a:solidFill>
                <a:latin typeface="PingFang SC" panose="020B0400000000000000" charset="-122"/>
                <a:ea typeface="PingFang SC" panose="020B0400000000000000" charset="-122"/>
                <a:cs typeface="PingFang SC" panose="020B0400000000000000" charset="-122"/>
              </a:rPr>
              <a:t>会员积分管理中心（中央银行式统一管控）</a:t>
            </a:r>
            <a:endParaRPr sz="165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2" name="矩形 11"/>
          <p:cNvSpPr>
            <a:spLocks noGrp="1"/>
          </p:cNvSpPr>
          <p:nvPr/>
        </p:nvSpPr>
        <p:spPr>
          <a:xfrm>
            <a:off x="3810000" y="2098675"/>
            <a:ext cx="4572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65" b="0">
                <a:solidFill>
                  <a:srgbClr val="647181"/>
                </a:solidFill>
                <a:latin typeface="PingFang SC" panose="020B0400000000000000" charset="-122"/>
                <a:ea typeface="PingFang SC" panose="020B0400000000000000" charset="-122"/>
                <a:cs typeface="PingFang SC" panose="020B0400000000000000" charset="-122"/>
              </a:defRPr>
            </a:pPr>
            <a:r>
              <a:rPr sz="865" b="0">
                <a:solidFill>
                  <a:srgbClr val="647181"/>
                </a:solidFill>
                <a:latin typeface="PingFang SC" panose="020B0400000000000000" charset="-122"/>
                <a:ea typeface="PingFang SC" panose="020B0400000000000000" charset="-122"/>
                <a:cs typeface="PingFang SC" panose="020B0400000000000000" charset="-122"/>
              </a:rPr>
              <a:t>统一积分总额、账户、权益、券、清结算与风控监控</a:t>
            </a:r>
            <a:endParaRPr sz="86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3" name="圆角矩形 12"/>
          <p:cNvSpPr>
            <a:spLocks noGrp="1"/>
          </p:cNvSpPr>
          <p:nvPr/>
        </p:nvSpPr>
        <p:spPr>
          <a:xfrm>
            <a:off x="3600450" y="2413000"/>
            <a:ext cx="1504950" cy="533400"/>
          </a:xfrm>
          <a:prstGeom prst="roundRect">
            <a:avLst>
              <a:gd name="adj" fmla="val 14286"/>
            </a:avLst>
          </a:prstGeom>
          <a:solidFill>
            <a:srgbClr val="FFFFFF"/>
          </a:solidFill>
          <a:ln w="9525">
            <a:solidFill>
              <a:srgbClr val="246BFE"/>
            </a:solidFill>
          </a:ln>
        </p:spPr>
        <p:txBody>
          <a:bodyPr/>
          <a:lstStyle/>
          <a:p>
            <a:endParaRPr lang="en-GB"/>
          </a:p>
        </p:txBody>
      </p:sp>
      <p:sp>
        <p:nvSpPr>
          <p:cNvPr id="14" name="矩形 13"/>
          <p:cNvSpPr>
            <a:spLocks noGrp="1"/>
          </p:cNvSpPr>
          <p:nvPr/>
        </p:nvSpPr>
        <p:spPr>
          <a:xfrm>
            <a:off x="3695700" y="2498725"/>
            <a:ext cx="1314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246BFE"/>
                </a:solidFill>
                <a:latin typeface="PingFang SC" panose="020B0400000000000000" charset="-122"/>
                <a:ea typeface="PingFang SC" panose="020B0400000000000000" charset="-122"/>
                <a:cs typeface="PingFang SC" panose="020B0400000000000000" charset="-122"/>
              </a:defRPr>
            </a:pPr>
            <a:r>
              <a:rPr sz="990" b="1">
                <a:solidFill>
                  <a:srgbClr val="246BFE"/>
                </a:solidFill>
                <a:latin typeface="PingFang SC" panose="020B0400000000000000" charset="-122"/>
                <a:ea typeface="PingFang SC" panose="020B0400000000000000" charset="-122"/>
                <a:cs typeface="PingFang SC" panose="020B0400000000000000" charset="-122"/>
              </a:rPr>
              <a:t>会员管理</a:t>
            </a:r>
            <a:endParaRPr sz="99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5" name="矩形 14"/>
          <p:cNvSpPr>
            <a:spLocks noGrp="1"/>
          </p:cNvSpPr>
          <p:nvPr/>
        </p:nvSpPr>
        <p:spPr>
          <a:xfrm>
            <a:off x="3695700" y="2698750"/>
            <a:ext cx="13144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90" b="0">
                <a:solidFill>
                  <a:srgbClr val="647181"/>
                </a:solidFill>
                <a:latin typeface="PingFang SC" panose="020B0400000000000000" charset="-122"/>
                <a:ea typeface="PingFang SC" panose="020B0400000000000000" charset="-122"/>
                <a:cs typeface="PingFang SC" panose="020B0400000000000000" charset="-122"/>
              </a:defRPr>
            </a:pPr>
            <a:r>
              <a:rPr sz="690" b="0">
                <a:solidFill>
                  <a:srgbClr val="647181"/>
                </a:solidFill>
                <a:latin typeface="PingFang SC" panose="020B0400000000000000" charset="-122"/>
                <a:ea typeface="PingFang SC" panose="020B0400000000000000" charset="-122"/>
                <a:cs typeface="PingFang SC" panose="020B0400000000000000" charset="-122"/>
              </a:rPr>
              <a:t>会员档案 / 等级</a:t>
            </a:r>
            <a:endParaRPr sz="69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6" name="圆角矩形 15"/>
          <p:cNvSpPr>
            <a:spLocks noGrp="1"/>
          </p:cNvSpPr>
          <p:nvPr/>
        </p:nvSpPr>
        <p:spPr>
          <a:xfrm>
            <a:off x="5219700" y="2413000"/>
            <a:ext cx="1504950" cy="533400"/>
          </a:xfrm>
          <a:prstGeom prst="roundRect">
            <a:avLst>
              <a:gd name="adj" fmla="val 14286"/>
            </a:avLst>
          </a:prstGeom>
          <a:solidFill>
            <a:srgbClr val="FFFFFF"/>
          </a:solidFill>
          <a:ln w="9525">
            <a:solidFill>
              <a:srgbClr val="246BFE"/>
            </a:solidFill>
          </a:ln>
        </p:spPr>
        <p:txBody>
          <a:bodyPr/>
          <a:lstStyle/>
          <a:p>
            <a:endParaRPr lang="en-GB"/>
          </a:p>
        </p:txBody>
      </p:sp>
      <p:sp>
        <p:nvSpPr>
          <p:cNvPr id="17" name="矩形 16"/>
          <p:cNvSpPr>
            <a:spLocks noGrp="1"/>
          </p:cNvSpPr>
          <p:nvPr/>
        </p:nvSpPr>
        <p:spPr>
          <a:xfrm>
            <a:off x="5314950" y="2498725"/>
            <a:ext cx="1314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246BFE"/>
                </a:solidFill>
                <a:latin typeface="PingFang SC" panose="020B0400000000000000" charset="-122"/>
                <a:ea typeface="PingFang SC" panose="020B0400000000000000" charset="-122"/>
                <a:cs typeface="PingFang SC" panose="020B0400000000000000" charset="-122"/>
              </a:defRPr>
            </a:pPr>
            <a:r>
              <a:rPr sz="990" b="1">
                <a:solidFill>
                  <a:srgbClr val="246BFE"/>
                </a:solidFill>
                <a:latin typeface="PingFang SC" panose="020B0400000000000000" charset="-122"/>
                <a:ea typeface="PingFang SC" panose="020B0400000000000000" charset="-122"/>
                <a:cs typeface="PingFang SC" panose="020B0400000000000000" charset="-122"/>
              </a:rPr>
              <a:t>积分中心</a:t>
            </a:r>
            <a:endParaRPr sz="99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8" name="矩形 17"/>
          <p:cNvSpPr>
            <a:spLocks noGrp="1"/>
          </p:cNvSpPr>
          <p:nvPr/>
        </p:nvSpPr>
        <p:spPr>
          <a:xfrm>
            <a:off x="5314950" y="2698750"/>
            <a:ext cx="13144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90" b="0">
                <a:solidFill>
                  <a:srgbClr val="647181"/>
                </a:solidFill>
                <a:latin typeface="PingFang SC" panose="020B0400000000000000" charset="-122"/>
                <a:ea typeface="PingFang SC" panose="020B0400000000000000" charset="-122"/>
                <a:cs typeface="PingFang SC" panose="020B0400000000000000" charset="-122"/>
              </a:defRPr>
            </a:pPr>
            <a:r>
              <a:rPr sz="690" b="0">
                <a:solidFill>
                  <a:srgbClr val="647181"/>
                </a:solidFill>
                <a:latin typeface="PingFang SC" panose="020B0400000000000000" charset="-122"/>
                <a:ea typeface="PingFang SC" panose="020B0400000000000000" charset="-122"/>
                <a:cs typeface="PingFang SC" panose="020B0400000000000000" charset="-122"/>
              </a:rPr>
              <a:t>总额发放 / 核销</a:t>
            </a:r>
            <a:endParaRPr sz="69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9" name="圆角矩形 18"/>
          <p:cNvSpPr>
            <a:spLocks noGrp="1"/>
          </p:cNvSpPr>
          <p:nvPr/>
        </p:nvSpPr>
        <p:spPr>
          <a:xfrm>
            <a:off x="6838950" y="2413000"/>
            <a:ext cx="1504950" cy="533400"/>
          </a:xfrm>
          <a:prstGeom prst="roundRect">
            <a:avLst>
              <a:gd name="adj" fmla="val 14286"/>
            </a:avLst>
          </a:prstGeom>
          <a:solidFill>
            <a:srgbClr val="FFFFFF"/>
          </a:solidFill>
          <a:ln w="9525">
            <a:solidFill>
              <a:srgbClr val="246BFE"/>
            </a:solidFill>
          </a:ln>
        </p:spPr>
        <p:txBody>
          <a:bodyPr/>
          <a:lstStyle/>
          <a:p>
            <a:endParaRPr lang="en-GB"/>
          </a:p>
        </p:txBody>
      </p:sp>
      <p:sp>
        <p:nvSpPr>
          <p:cNvPr id="20" name="矩形 19"/>
          <p:cNvSpPr>
            <a:spLocks noGrp="1"/>
          </p:cNvSpPr>
          <p:nvPr/>
        </p:nvSpPr>
        <p:spPr>
          <a:xfrm>
            <a:off x="6934200" y="2498725"/>
            <a:ext cx="1314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246BFE"/>
                </a:solidFill>
                <a:latin typeface="PingFang SC" panose="020B0400000000000000" charset="-122"/>
                <a:ea typeface="PingFang SC" panose="020B0400000000000000" charset="-122"/>
                <a:cs typeface="PingFang SC" panose="020B0400000000000000" charset="-122"/>
              </a:defRPr>
            </a:pPr>
            <a:r>
              <a:rPr sz="990" b="1">
                <a:solidFill>
                  <a:srgbClr val="246BFE"/>
                </a:solidFill>
                <a:latin typeface="PingFang SC" panose="020B0400000000000000" charset="-122"/>
                <a:ea typeface="PingFang SC" panose="020B0400000000000000" charset="-122"/>
                <a:cs typeface="PingFang SC" panose="020B0400000000000000" charset="-122"/>
              </a:rPr>
              <a:t>权益/优惠券</a:t>
            </a:r>
            <a:endParaRPr sz="99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21" name="矩形 20"/>
          <p:cNvSpPr>
            <a:spLocks noGrp="1"/>
          </p:cNvSpPr>
          <p:nvPr/>
        </p:nvSpPr>
        <p:spPr>
          <a:xfrm>
            <a:off x="6934200" y="2698750"/>
            <a:ext cx="13144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90" b="0">
                <a:solidFill>
                  <a:srgbClr val="647181"/>
                </a:solidFill>
                <a:latin typeface="PingFang SC" panose="020B0400000000000000" charset="-122"/>
                <a:ea typeface="PingFang SC" panose="020B0400000000000000" charset="-122"/>
                <a:cs typeface="PingFang SC" panose="020B0400000000000000" charset="-122"/>
              </a:defRPr>
            </a:pPr>
            <a:r>
              <a:rPr sz="690" b="0">
                <a:solidFill>
                  <a:srgbClr val="647181"/>
                </a:solidFill>
                <a:latin typeface="PingFang SC" panose="020B0400000000000000" charset="-122"/>
                <a:ea typeface="PingFang SC" panose="020B0400000000000000" charset="-122"/>
                <a:cs typeface="PingFang SC" panose="020B0400000000000000" charset="-122"/>
              </a:rPr>
              <a:t>权益包 / 券管理</a:t>
            </a:r>
            <a:endParaRPr sz="69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22" name="圆角矩形 21"/>
          <p:cNvSpPr>
            <a:spLocks noGrp="1"/>
          </p:cNvSpPr>
          <p:nvPr/>
        </p:nvSpPr>
        <p:spPr>
          <a:xfrm>
            <a:off x="4400550" y="2984500"/>
            <a:ext cx="1504950" cy="533400"/>
          </a:xfrm>
          <a:prstGeom prst="roundRect">
            <a:avLst>
              <a:gd name="adj" fmla="val 14286"/>
            </a:avLst>
          </a:prstGeom>
          <a:solidFill>
            <a:srgbClr val="FFFFFF"/>
          </a:solidFill>
          <a:ln w="9525">
            <a:solidFill>
              <a:srgbClr val="246BFE"/>
            </a:solidFill>
          </a:ln>
        </p:spPr>
        <p:txBody>
          <a:bodyPr/>
          <a:lstStyle/>
          <a:p>
            <a:endParaRPr lang="en-GB"/>
          </a:p>
        </p:txBody>
      </p:sp>
      <p:sp>
        <p:nvSpPr>
          <p:cNvPr id="23" name="矩形 22"/>
          <p:cNvSpPr>
            <a:spLocks noGrp="1"/>
          </p:cNvSpPr>
          <p:nvPr/>
        </p:nvSpPr>
        <p:spPr>
          <a:xfrm>
            <a:off x="4495800" y="3070225"/>
            <a:ext cx="1314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246BFE"/>
                </a:solidFill>
                <a:latin typeface="PingFang SC" panose="020B0400000000000000" charset="-122"/>
                <a:ea typeface="PingFang SC" panose="020B0400000000000000" charset="-122"/>
                <a:cs typeface="PingFang SC" panose="020B0400000000000000" charset="-122"/>
              </a:defRPr>
            </a:pPr>
            <a:r>
              <a:rPr sz="990" b="1">
                <a:solidFill>
                  <a:srgbClr val="246BFE"/>
                </a:solidFill>
                <a:latin typeface="PingFang SC" panose="020B0400000000000000" charset="-122"/>
                <a:ea typeface="PingFang SC" panose="020B0400000000000000" charset="-122"/>
                <a:cs typeface="PingFang SC" panose="020B0400000000000000" charset="-122"/>
              </a:rPr>
              <a:t>清结算管理</a:t>
            </a:r>
            <a:endParaRPr sz="99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24" name="矩形 23"/>
          <p:cNvSpPr>
            <a:spLocks noGrp="1"/>
          </p:cNvSpPr>
          <p:nvPr/>
        </p:nvSpPr>
        <p:spPr>
          <a:xfrm>
            <a:off x="4495800" y="3270250"/>
            <a:ext cx="13144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90" b="0">
                <a:solidFill>
                  <a:srgbClr val="647181"/>
                </a:solidFill>
                <a:latin typeface="PingFang SC" panose="020B0400000000000000" charset="-122"/>
                <a:ea typeface="PingFang SC" panose="020B0400000000000000" charset="-122"/>
                <a:cs typeface="PingFang SC" panose="020B0400000000000000" charset="-122"/>
              </a:defRPr>
            </a:pPr>
            <a:r>
              <a:rPr sz="690" b="0">
                <a:solidFill>
                  <a:srgbClr val="647181"/>
                </a:solidFill>
                <a:latin typeface="PingFang SC" panose="020B0400000000000000" charset="-122"/>
                <a:ea typeface="PingFang SC" panose="020B0400000000000000" charset="-122"/>
                <a:cs typeface="PingFang SC" panose="020B0400000000000000" charset="-122"/>
              </a:rPr>
              <a:t>部门成本 / 对账</a:t>
            </a:r>
            <a:endParaRPr sz="69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25" name="圆角矩形 24"/>
          <p:cNvSpPr>
            <a:spLocks noGrp="1"/>
          </p:cNvSpPr>
          <p:nvPr/>
        </p:nvSpPr>
        <p:spPr>
          <a:xfrm>
            <a:off x="6096000" y="2984500"/>
            <a:ext cx="1504950" cy="533400"/>
          </a:xfrm>
          <a:prstGeom prst="roundRect">
            <a:avLst>
              <a:gd name="adj" fmla="val 14286"/>
            </a:avLst>
          </a:prstGeom>
          <a:solidFill>
            <a:srgbClr val="FFFFFF"/>
          </a:solidFill>
          <a:ln w="9525">
            <a:solidFill>
              <a:srgbClr val="C94848"/>
            </a:solidFill>
          </a:ln>
        </p:spPr>
        <p:txBody>
          <a:bodyPr/>
          <a:lstStyle/>
          <a:p>
            <a:endParaRPr lang="en-GB"/>
          </a:p>
        </p:txBody>
      </p:sp>
      <p:sp>
        <p:nvSpPr>
          <p:cNvPr id="26" name="矩形 25"/>
          <p:cNvSpPr>
            <a:spLocks noGrp="1"/>
          </p:cNvSpPr>
          <p:nvPr/>
        </p:nvSpPr>
        <p:spPr>
          <a:xfrm>
            <a:off x="6191250" y="3070225"/>
            <a:ext cx="13144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C94848"/>
                </a:solidFill>
                <a:latin typeface="PingFang SC" panose="020B0400000000000000" charset="-122"/>
                <a:ea typeface="PingFang SC" panose="020B0400000000000000" charset="-122"/>
                <a:cs typeface="PingFang SC" panose="020B0400000000000000" charset="-122"/>
              </a:defRPr>
            </a:pPr>
            <a:r>
              <a:rPr sz="990" b="1">
                <a:solidFill>
                  <a:srgbClr val="C94848"/>
                </a:solidFill>
                <a:latin typeface="PingFang SC" panose="020B0400000000000000" charset="-122"/>
                <a:ea typeface="PingFang SC" panose="020B0400000000000000" charset="-122"/>
                <a:cs typeface="PingFang SC" panose="020B0400000000000000" charset="-122"/>
              </a:rPr>
              <a:t>风控管理</a:t>
            </a:r>
            <a:endParaRPr sz="990" b="1">
              <a:solidFill>
                <a:srgbClr val="C94848"/>
              </a:solidFill>
              <a:latin typeface="PingFang SC" panose="020B0400000000000000" charset="-122"/>
              <a:ea typeface="PingFang SC" panose="020B0400000000000000" charset="-122"/>
              <a:cs typeface="PingFang SC" panose="020B0400000000000000" charset="-122"/>
            </a:endParaRPr>
          </a:p>
        </p:txBody>
      </p:sp>
      <p:sp>
        <p:nvSpPr>
          <p:cNvPr id="27" name="矩形 26"/>
          <p:cNvSpPr>
            <a:spLocks noGrp="1"/>
          </p:cNvSpPr>
          <p:nvPr/>
        </p:nvSpPr>
        <p:spPr>
          <a:xfrm>
            <a:off x="6191250" y="3270250"/>
            <a:ext cx="13144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90" b="0">
                <a:solidFill>
                  <a:srgbClr val="647181"/>
                </a:solidFill>
                <a:latin typeface="PingFang SC" panose="020B0400000000000000" charset="-122"/>
                <a:ea typeface="PingFang SC" panose="020B0400000000000000" charset="-122"/>
                <a:cs typeface="PingFang SC" panose="020B0400000000000000" charset="-122"/>
              </a:defRPr>
            </a:pPr>
            <a:r>
              <a:rPr sz="690" b="0">
                <a:solidFill>
                  <a:srgbClr val="647181"/>
                </a:solidFill>
                <a:latin typeface="PingFang SC" panose="020B0400000000000000" charset="-122"/>
                <a:ea typeface="PingFang SC" panose="020B0400000000000000" charset="-122"/>
                <a:cs typeface="PingFang SC" panose="020B0400000000000000" charset="-122"/>
              </a:rPr>
              <a:t>监控 / 预警</a:t>
            </a:r>
            <a:endParaRPr sz="69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28" name="圆角矩形 27"/>
          <p:cNvSpPr>
            <a:spLocks noGrp="1"/>
          </p:cNvSpPr>
          <p:nvPr/>
        </p:nvSpPr>
        <p:spPr>
          <a:xfrm>
            <a:off x="936625" y="1917700"/>
            <a:ext cx="1599565" cy="1143000"/>
          </a:xfrm>
          <a:prstGeom prst="roundRect">
            <a:avLst>
              <a:gd name="adj" fmla="val 6667"/>
            </a:avLst>
          </a:prstGeom>
          <a:solidFill>
            <a:srgbClr val="FFF3DD"/>
          </a:solidFill>
          <a:ln w="10954">
            <a:solidFill>
              <a:srgbClr val="C67A10"/>
            </a:solidFill>
          </a:ln>
        </p:spPr>
        <p:txBody>
          <a:bodyPr/>
          <a:lstStyle/>
          <a:p>
            <a:endParaRPr lang="en-GB"/>
          </a:p>
        </p:txBody>
      </p:sp>
      <p:sp>
        <p:nvSpPr>
          <p:cNvPr id="29" name="矩形 28"/>
          <p:cNvSpPr>
            <a:spLocks noGrp="1"/>
          </p:cNvSpPr>
          <p:nvPr/>
        </p:nvSpPr>
        <p:spPr>
          <a:xfrm>
            <a:off x="990600" y="2108200"/>
            <a:ext cx="15621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C67A10"/>
                </a:solidFill>
                <a:latin typeface="PingFang SC" panose="020B0400000000000000" charset="-122"/>
                <a:ea typeface="PingFang SC" panose="020B0400000000000000" charset="-122"/>
                <a:cs typeface="PingFang SC" panose="020B0400000000000000" charset="-122"/>
              </a:defRPr>
            </a:pPr>
            <a:r>
              <a:rPr sz="1200" b="1">
                <a:solidFill>
                  <a:srgbClr val="C67A10"/>
                </a:solidFill>
                <a:latin typeface="PingFang SC" panose="020B0400000000000000" charset="-122"/>
                <a:ea typeface="PingFang SC" panose="020B0400000000000000" charset="-122"/>
                <a:cs typeface="PingFang SC" panose="020B0400000000000000" charset="-122"/>
              </a:rPr>
              <a:t>业务执行边界</a:t>
            </a:r>
            <a:endParaRPr sz="120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30" name="矩形 29"/>
          <p:cNvSpPr>
            <a:spLocks noGrp="1"/>
          </p:cNvSpPr>
          <p:nvPr/>
        </p:nvSpPr>
        <p:spPr>
          <a:xfrm>
            <a:off x="928370" y="2413000"/>
            <a:ext cx="1524000" cy="571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15" b="0">
                <a:solidFill>
                  <a:srgbClr val="17202A"/>
                </a:solidFill>
                <a:latin typeface="PingFang SC" panose="020B0400000000000000" charset="-122"/>
                <a:ea typeface="PingFang SC" panose="020B0400000000000000" charset="-122"/>
                <a:cs typeface="PingFang SC" panose="020B0400000000000000" charset="-122"/>
              </a:defRPr>
            </a:pPr>
            <a:r>
              <a:rPr sz="915" b="0">
                <a:solidFill>
                  <a:srgbClr val="17202A"/>
                </a:solidFill>
                <a:latin typeface="PingFang SC" panose="020B0400000000000000" charset="-122"/>
                <a:ea typeface="PingFang SC" panose="020B0400000000000000" charset="-122"/>
                <a:cs typeface="PingFang SC" panose="020B0400000000000000" charset="-122"/>
              </a:rPr>
              <a:t>中心管总额</a:t>
            </a:r>
            <a:endParaRPr sz="915" b="0">
              <a:solidFill>
                <a:srgbClr val="17202A"/>
              </a:solidFill>
              <a:latin typeface="PingFang SC" panose="020B0400000000000000" charset="-122"/>
              <a:ea typeface="PingFang SC" panose="020B0400000000000000" charset="-122"/>
              <a:cs typeface="PingFang SC" panose="020B0400000000000000" charset="-122"/>
            </a:endParaRPr>
          </a:p>
          <a:p>
            <a:pPr algn="ctr">
              <a:defRPr sz="915" b="0">
                <a:solidFill>
                  <a:srgbClr val="17202A"/>
                </a:solidFill>
                <a:latin typeface="PingFang SC" panose="020B0400000000000000" charset="-122"/>
                <a:ea typeface="PingFang SC" panose="020B0400000000000000" charset="-122"/>
                <a:cs typeface="PingFang SC" panose="020B0400000000000000" charset="-122"/>
              </a:defRPr>
            </a:pPr>
            <a:r>
              <a:rPr>
                <a:sym typeface="+mn-ea"/>
              </a:rPr>
              <a:t>中心做监控</a:t>
            </a:r>
            <a:endParaRPr sz="915" b="0">
              <a:solidFill>
                <a:srgbClr val="17202A"/>
              </a:solidFill>
              <a:latin typeface="PingFang SC" panose="020B0400000000000000" charset="-122"/>
              <a:ea typeface="PingFang SC" panose="020B0400000000000000" charset="-122"/>
              <a:cs typeface="PingFang SC" panose="020B0400000000000000" charset="-122"/>
            </a:endParaRPr>
          </a:p>
          <a:p>
            <a:pPr algn="ctr">
              <a:defRPr sz="915" b="0">
                <a:solidFill>
                  <a:srgbClr val="17202A"/>
                </a:solidFill>
                <a:latin typeface="PingFang SC" panose="020B0400000000000000" charset="-122"/>
                <a:ea typeface="PingFang SC" panose="020B0400000000000000" charset="-122"/>
                <a:cs typeface="PingFang SC" panose="020B0400000000000000" charset="-122"/>
              </a:defRPr>
            </a:pPr>
            <a:r>
              <a:rPr sz="915" b="0">
                <a:solidFill>
                  <a:srgbClr val="17202A"/>
                </a:solidFill>
                <a:latin typeface="PingFang SC" panose="020B0400000000000000" charset="-122"/>
                <a:ea typeface="PingFang SC" panose="020B0400000000000000" charset="-122"/>
                <a:cs typeface="PingFang SC" panose="020B0400000000000000" charset="-122"/>
              </a:rPr>
              <a:t>业务自发分</a:t>
            </a:r>
            <a:endParaRPr sz="915" b="0">
              <a:solidFill>
                <a:srgbClr val="17202A"/>
              </a:solidFill>
              <a:latin typeface="PingFang SC" panose="020B0400000000000000" charset="-122"/>
              <a:ea typeface="PingFang SC" panose="020B0400000000000000" charset="-122"/>
              <a:cs typeface="PingFang SC" panose="020B0400000000000000" charset="-122"/>
            </a:endParaRPr>
          </a:p>
          <a:p>
            <a:pPr algn="ctr">
              <a:defRPr sz="915" b="0">
                <a:solidFill>
                  <a:srgbClr val="17202A"/>
                </a:solidFill>
                <a:latin typeface="PingFang SC" panose="020B0400000000000000" charset="-122"/>
                <a:ea typeface="PingFang SC" panose="020B0400000000000000" charset="-122"/>
                <a:cs typeface="PingFang SC" panose="020B0400000000000000" charset="-122"/>
              </a:defRPr>
            </a:pPr>
            <a:r>
              <a:rPr sz="915" b="0">
                <a:solidFill>
                  <a:srgbClr val="17202A"/>
                </a:solidFill>
                <a:latin typeface="PingFang SC" panose="020B0400000000000000" charset="-122"/>
                <a:ea typeface="PingFang SC" panose="020B0400000000000000" charset="-122"/>
                <a:cs typeface="PingFang SC" panose="020B0400000000000000" charset="-122"/>
              </a:rPr>
              <a:t>业务自核销</a:t>
            </a:r>
            <a:endParaRPr sz="915" b="0">
              <a:solidFill>
                <a:srgbClr val="17202A"/>
              </a:solidFill>
              <a:latin typeface="PingFang SC" panose="020B0400000000000000" charset="-122"/>
              <a:ea typeface="PingFang SC" panose="020B0400000000000000" charset="-122"/>
              <a:cs typeface="PingFang SC" panose="020B0400000000000000" charset="-122"/>
            </a:endParaRPr>
          </a:p>
          <a:p>
            <a:pPr algn="ctr">
              <a:defRPr sz="915" b="0">
                <a:solidFill>
                  <a:srgbClr val="17202A"/>
                </a:solidFill>
                <a:latin typeface="PingFang SC" panose="020B0400000000000000" charset="-122"/>
                <a:ea typeface="PingFang SC" panose="020B0400000000000000" charset="-122"/>
                <a:cs typeface="PingFang SC" panose="020B0400000000000000" charset="-122"/>
              </a:defRPr>
            </a:pPr>
            <a:endParaRPr sz="91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31" name="矩形 30"/>
          <p:cNvSpPr>
            <a:spLocks noGrp="1"/>
          </p:cNvSpPr>
          <p:nvPr/>
        </p:nvSpPr>
        <p:spPr>
          <a:xfrm>
            <a:off x="2724150" y="23749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C67A10"/>
                </a:solidFill>
                <a:latin typeface="PingFang SC" panose="020B0400000000000000" charset="-122"/>
                <a:ea typeface="PingFang SC" panose="020B0400000000000000" charset="-122"/>
                <a:cs typeface="PingFang SC" panose="020B0400000000000000" charset="-122"/>
              </a:defRPr>
            </a:pPr>
            <a:r>
              <a:rPr sz="1950" b="1">
                <a:solidFill>
                  <a:srgbClr val="C67A10"/>
                </a:solidFill>
                <a:latin typeface="PingFang SC" panose="020B0400000000000000" charset="-122"/>
                <a:ea typeface="PingFang SC" panose="020B0400000000000000" charset="-122"/>
                <a:cs typeface="PingFang SC" panose="020B0400000000000000" charset="-122"/>
              </a:rPr>
              <a:t>→</a:t>
            </a:r>
            <a:endParaRPr sz="195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32" name="圆角矩形 31"/>
          <p:cNvSpPr>
            <a:spLocks noGrp="1"/>
          </p:cNvSpPr>
          <p:nvPr/>
        </p:nvSpPr>
        <p:spPr>
          <a:xfrm>
            <a:off x="9448800" y="1917700"/>
            <a:ext cx="1599565" cy="1143000"/>
          </a:xfrm>
          <a:prstGeom prst="roundRect">
            <a:avLst>
              <a:gd name="adj" fmla="val 6667"/>
            </a:avLst>
          </a:prstGeom>
          <a:solidFill>
            <a:srgbClr val="FFEAEA"/>
          </a:solidFill>
          <a:ln w="10954">
            <a:solidFill>
              <a:srgbClr val="C94848"/>
            </a:solidFill>
          </a:ln>
        </p:spPr>
        <p:txBody>
          <a:bodyPr/>
          <a:lstStyle/>
          <a:p>
            <a:endParaRPr lang="en-GB"/>
          </a:p>
        </p:txBody>
      </p:sp>
      <p:sp>
        <p:nvSpPr>
          <p:cNvPr id="33" name="矩形 32"/>
          <p:cNvSpPr>
            <a:spLocks noGrp="1"/>
          </p:cNvSpPr>
          <p:nvPr/>
        </p:nvSpPr>
        <p:spPr>
          <a:xfrm>
            <a:off x="9527540" y="2108200"/>
            <a:ext cx="14097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200" b="1">
                <a:solidFill>
                  <a:srgbClr val="C94848"/>
                </a:solidFill>
                <a:latin typeface="PingFang SC" panose="020B0400000000000000" charset="-122"/>
                <a:ea typeface="PingFang SC" panose="020B0400000000000000" charset="-122"/>
                <a:cs typeface="PingFang SC" panose="020B0400000000000000" charset="-122"/>
              </a:defRPr>
            </a:pPr>
            <a:r>
              <a:rPr sz="1200" b="1">
                <a:solidFill>
                  <a:srgbClr val="C94848"/>
                </a:solidFill>
                <a:latin typeface="PingFang SC" panose="020B0400000000000000" charset="-122"/>
                <a:ea typeface="PingFang SC" panose="020B0400000000000000" charset="-122"/>
                <a:cs typeface="PingFang SC" panose="020B0400000000000000" charset="-122"/>
              </a:rPr>
              <a:t>风控监控闭环</a:t>
            </a:r>
            <a:endParaRPr sz="1200" b="1">
              <a:solidFill>
                <a:srgbClr val="C94848"/>
              </a:solidFill>
              <a:latin typeface="PingFang SC" panose="020B0400000000000000" charset="-122"/>
              <a:ea typeface="PingFang SC" panose="020B0400000000000000" charset="-122"/>
              <a:cs typeface="PingFang SC" panose="020B0400000000000000" charset="-122"/>
            </a:endParaRPr>
          </a:p>
        </p:txBody>
      </p:sp>
      <p:sp>
        <p:nvSpPr>
          <p:cNvPr id="34" name="矩形 33"/>
          <p:cNvSpPr>
            <a:spLocks noGrp="1"/>
          </p:cNvSpPr>
          <p:nvPr/>
        </p:nvSpPr>
        <p:spPr>
          <a:xfrm>
            <a:off x="9508490" y="2393950"/>
            <a:ext cx="1447800" cy="495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0" b="0">
                <a:solidFill>
                  <a:srgbClr val="17202A"/>
                </a:solidFill>
                <a:latin typeface="PingFang SC" panose="020B0400000000000000" charset="-122"/>
                <a:ea typeface="PingFang SC" panose="020B0400000000000000" charset="-122"/>
                <a:cs typeface="PingFang SC" panose="020B0400000000000000" charset="-122"/>
              </a:defRPr>
            </a:pPr>
            <a:r>
              <a:rPr sz="900" b="0">
                <a:solidFill>
                  <a:srgbClr val="17202A"/>
                </a:solidFill>
                <a:latin typeface="PingFang SC" panose="020B0400000000000000" charset="-122"/>
                <a:ea typeface="PingFang SC" panose="020B0400000000000000" charset="-122"/>
                <a:cs typeface="PingFang SC" panose="020B0400000000000000" charset="-122"/>
              </a:rPr>
              <a:t>额度占用监控</a:t>
            </a:r>
            <a:endParaRPr sz="900" b="0">
              <a:solidFill>
                <a:srgbClr val="17202A"/>
              </a:solidFill>
              <a:latin typeface="PingFang SC" panose="020B0400000000000000" charset="-122"/>
              <a:ea typeface="PingFang SC" panose="020B0400000000000000" charset="-122"/>
              <a:cs typeface="PingFang SC" panose="020B0400000000000000" charset="-122"/>
            </a:endParaRPr>
          </a:p>
          <a:p>
            <a:pPr algn="ctr">
              <a:defRPr sz="900" b="0">
                <a:solidFill>
                  <a:srgbClr val="17202A"/>
                </a:solidFill>
                <a:latin typeface="PingFang SC" panose="020B0400000000000000" charset="-122"/>
                <a:ea typeface="PingFang SC" panose="020B0400000000000000" charset="-122"/>
                <a:cs typeface="PingFang SC" panose="020B0400000000000000" charset="-122"/>
              </a:defRPr>
            </a:pPr>
            <a:r>
              <a:rPr sz="900" b="0">
                <a:solidFill>
                  <a:srgbClr val="17202A"/>
                </a:solidFill>
                <a:latin typeface="PingFang SC" panose="020B0400000000000000" charset="-122"/>
                <a:ea typeface="PingFang SC" panose="020B0400000000000000" charset="-122"/>
                <a:cs typeface="PingFang SC" panose="020B0400000000000000" charset="-122"/>
              </a:rPr>
              <a:t>异常发放预警</a:t>
            </a:r>
            <a:endParaRPr sz="900" b="0">
              <a:solidFill>
                <a:srgbClr val="17202A"/>
              </a:solidFill>
              <a:latin typeface="PingFang SC" panose="020B0400000000000000" charset="-122"/>
              <a:ea typeface="PingFang SC" panose="020B0400000000000000" charset="-122"/>
              <a:cs typeface="PingFang SC" panose="020B0400000000000000" charset="-122"/>
            </a:endParaRPr>
          </a:p>
          <a:p>
            <a:pPr algn="ctr">
              <a:defRPr sz="900" b="0">
                <a:solidFill>
                  <a:srgbClr val="17202A"/>
                </a:solidFill>
                <a:latin typeface="PingFang SC" panose="020B0400000000000000" charset="-122"/>
                <a:ea typeface="PingFang SC" panose="020B0400000000000000" charset="-122"/>
                <a:cs typeface="PingFang SC" panose="020B0400000000000000" charset="-122"/>
              </a:defRPr>
            </a:pPr>
            <a:r>
              <a:rPr sz="900" b="0">
                <a:solidFill>
                  <a:srgbClr val="17202A"/>
                </a:solidFill>
                <a:latin typeface="PingFang SC" panose="020B0400000000000000" charset="-122"/>
                <a:ea typeface="PingFang SC" panose="020B0400000000000000" charset="-122"/>
                <a:cs typeface="PingFang SC" panose="020B0400000000000000" charset="-122"/>
              </a:rPr>
              <a:t>核销异常识别</a:t>
            </a:r>
            <a:endParaRPr sz="900" b="0">
              <a:solidFill>
                <a:srgbClr val="17202A"/>
              </a:solidFill>
              <a:latin typeface="PingFang SC" panose="020B0400000000000000" charset="-122"/>
              <a:ea typeface="PingFang SC" panose="020B0400000000000000" charset="-122"/>
              <a:cs typeface="PingFang SC" panose="020B0400000000000000" charset="-122"/>
            </a:endParaRPr>
          </a:p>
          <a:p>
            <a:pPr algn="ctr">
              <a:defRPr sz="900" b="0">
                <a:solidFill>
                  <a:srgbClr val="17202A"/>
                </a:solidFill>
                <a:latin typeface="PingFang SC" panose="020B0400000000000000" charset="-122"/>
                <a:ea typeface="PingFang SC" panose="020B0400000000000000" charset="-122"/>
                <a:cs typeface="PingFang SC" panose="020B0400000000000000" charset="-122"/>
              </a:defRPr>
            </a:pPr>
            <a:r>
              <a:rPr sz="900" b="0">
                <a:solidFill>
                  <a:srgbClr val="17202A"/>
                </a:solidFill>
                <a:latin typeface="PingFang SC" panose="020B0400000000000000" charset="-122"/>
                <a:ea typeface="PingFang SC" panose="020B0400000000000000" charset="-122"/>
                <a:cs typeface="PingFang SC" panose="020B0400000000000000" charset="-122"/>
              </a:rPr>
              <a:t>跨系统对账</a:t>
            </a:r>
            <a:endParaRPr sz="900"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35" name="矩形 34"/>
          <p:cNvSpPr>
            <a:spLocks noGrp="1"/>
          </p:cNvSpPr>
          <p:nvPr/>
        </p:nvSpPr>
        <p:spPr>
          <a:xfrm>
            <a:off x="8839200" y="23749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950" b="1">
                <a:solidFill>
                  <a:srgbClr val="C94848"/>
                </a:solidFill>
                <a:latin typeface="PingFang SC" panose="020B0400000000000000" charset="-122"/>
                <a:ea typeface="PingFang SC" panose="020B0400000000000000" charset="-122"/>
                <a:cs typeface="PingFang SC" panose="020B0400000000000000" charset="-122"/>
              </a:defRPr>
            </a:pPr>
            <a:r>
              <a:rPr sz="1950" b="1">
                <a:solidFill>
                  <a:srgbClr val="C94848"/>
                </a:solidFill>
                <a:latin typeface="PingFang SC" panose="020B0400000000000000" charset="-122"/>
                <a:ea typeface="PingFang SC" panose="020B0400000000000000" charset="-122"/>
                <a:cs typeface="PingFang SC" panose="020B0400000000000000" charset="-122"/>
              </a:rPr>
              <a:t>→</a:t>
            </a:r>
            <a:endParaRPr sz="1950" b="1">
              <a:solidFill>
                <a:srgbClr val="C94848"/>
              </a:solidFill>
              <a:latin typeface="PingFang SC" panose="020B0400000000000000" charset="-122"/>
              <a:ea typeface="PingFang SC" panose="020B0400000000000000" charset="-122"/>
              <a:cs typeface="PingFang SC" panose="020B0400000000000000" charset="-122"/>
            </a:endParaRPr>
          </a:p>
        </p:txBody>
      </p:sp>
      <p:sp>
        <p:nvSpPr>
          <p:cNvPr id="38" name="圆角矩形 37"/>
          <p:cNvSpPr>
            <a:spLocks noGrp="1"/>
          </p:cNvSpPr>
          <p:nvPr/>
        </p:nvSpPr>
        <p:spPr>
          <a:xfrm>
            <a:off x="949960" y="4108450"/>
            <a:ext cx="2343150" cy="800100"/>
          </a:xfrm>
          <a:prstGeom prst="roundRect">
            <a:avLst>
              <a:gd name="adj" fmla="val 9524"/>
            </a:avLst>
          </a:prstGeom>
          <a:solidFill>
            <a:srgbClr val="E8F7F0"/>
          </a:solidFill>
          <a:ln w="10954">
            <a:solidFill>
              <a:srgbClr val="16A06A"/>
            </a:solidFill>
          </a:ln>
        </p:spPr>
        <p:txBody>
          <a:bodyPr/>
          <a:lstStyle/>
          <a:p>
            <a:endParaRPr lang="en-GB"/>
          </a:p>
        </p:txBody>
      </p:sp>
      <p:sp>
        <p:nvSpPr>
          <p:cNvPr id="39" name="矩形 38"/>
          <p:cNvSpPr>
            <a:spLocks noGrp="1"/>
          </p:cNvSpPr>
          <p:nvPr/>
        </p:nvSpPr>
        <p:spPr>
          <a:xfrm>
            <a:off x="1083310" y="4203700"/>
            <a:ext cx="20764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16A06A"/>
                </a:solidFill>
                <a:latin typeface="PingFang SC" panose="020B0400000000000000" charset="-122"/>
                <a:ea typeface="PingFang SC" panose="020B0400000000000000" charset="-122"/>
                <a:cs typeface="PingFang SC" panose="020B0400000000000000" charset="-122"/>
              </a:defRPr>
            </a:pPr>
            <a:r>
              <a:rPr sz="990" b="1">
                <a:solidFill>
                  <a:srgbClr val="16A06A"/>
                </a:solidFill>
                <a:latin typeface="PingFang SC" panose="020B0400000000000000" charset="-122"/>
                <a:ea typeface="PingFang SC" panose="020B0400000000000000" charset="-122"/>
                <a:cs typeface="PingFang SC" panose="020B0400000000000000" charset="-122"/>
              </a:rPr>
              <a:t>租赁公司 - 城服 - 好社区</a:t>
            </a:r>
            <a:endParaRPr sz="990"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40" name="矩形 39"/>
          <p:cNvSpPr>
            <a:spLocks noGrp="1"/>
          </p:cNvSpPr>
          <p:nvPr/>
        </p:nvSpPr>
        <p:spPr>
          <a:xfrm>
            <a:off x="1083310" y="4394200"/>
            <a:ext cx="20764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C67A10"/>
                </a:solidFill>
                <a:latin typeface="PingFang SC" panose="020B0400000000000000" charset="-122"/>
                <a:ea typeface="PingFang SC" panose="020B0400000000000000" charset="-122"/>
                <a:cs typeface="PingFang SC" panose="020B0400000000000000" charset="-122"/>
              </a:defRPr>
            </a:pPr>
            <a:r>
              <a:rPr sz="715" b="1">
                <a:solidFill>
                  <a:srgbClr val="C67A10"/>
                </a:solidFill>
                <a:latin typeface="PingFang SC" panose="020B0400000000000000" charset="-122"/>
                <a:ea typeface="PingFang SC" panose="020B0400000000000000" charset="-122"/>
                <a:cs typeface="PingFang SC" panose="020B0400000000000000" charset="-122"/>
              </a:rPr>
              <a:t>目前实施中</a:t>
            </a:r>
            <a:endParaRPr sz="715"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6" name="矩形 5"/>
          <p:cNvSpPr>
            <a:spLocks noGrp="1"/>
          </p:cNvSpPr>
          <p:nvPr/>
        </p:nvSpPr>
        <p:spPr>
          <a:xfrm>
            <a:off x="1121410" y="45847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17202A"/>
                </a:solidFill>
                <a:latin typeface="PingFang SC" panose="020B0400000000000000" charset="-122"/>
                <a:ea typeface="PingFang SC" panose="020B0400000000000000" charset="-122"/>
                <a:cs typeface="PingFang SC" panose="020B0400000000000000" charset="-122"/>
              </a:defRPr>
            </a:pPr>
            <a:r>
              <a:rPr sz="765" b="0">
                <a:solidFill>
                  <a:srgbClr val="17202A"/>
                </a:solidFill>
                <a:latin typeface="PingFang SC" panose="020B0400000000000000" charset="-122"/>
                <a:ea typeface="PingFang SC" panose="020B0400000000000000" charset="-122"/>
                <a:cs typeface="PingFang SC" panose="020B0400000000000000" charset="-122"/>
              </a:rPr>
              <a:t>接收积分额度后，可自行发放、核销并回传明细。</a:t>
            </a:r>
            <a:endParaRPr sz="76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42" name="圆角矩形 41"/>
          <p:cNvSpPr>
            <a:spLocks noGrp="1"/>
          </p:cNvSpPr>
          <p:nvPr/>
        </p:nvSpPr>
        <p:spPr>
          <a:xfrm>
            <a:off x="3540760" y="4108450"/>
            <a:ext cx="2343150" cy="800100"/>
          </a:xfrm>
          <a:prstGeom prst="roundRect">
            <a:avLst>
              <a:gd name="adj" fmla="val 9524"/>
            </a:avLst>
          </a:prstGeom>
          <a:solidFill>
            <a:srgbClr val="E8F7F0"/>
          </a:solidFill>
          <a:ln w="10954">
            <a:solidFill>
              <a:srgbClr val="16A06A"/>
            </a:solidFill>
          </a:ln>
        </p:spPr>
        <p:txBody>
          <a:bodyPr/>
          <a:lstStyle/>
          <a:p>
            <a:endParaRPr lang="en-GB"/>
          </a:p>
        </p:txBody>
      </p:sp>
      <p:sp>
        <p:nvSpPr>
          <p:cNvPr id="43" name="矩形 42"/>
          <p:cNvSpPr>
            <a:spLocks noGrp="1"/>
          </p:cNvSpPr>
          <p:nvPr/>
        </p:nvSpPr>
        <p:spPr>
          <a:xfrm>
            <a:off x="3674110" y="4203700"/>
            <a:ext cx="20764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16A06A"/>
                </a:solidFill>
                <a:latin typeface="PingFang SC" panose="020B0400000000000000" charset="-122"/>
                <a:ea typeface="PingFang SC" panose="020B0400000000000000" charset="-122"/>
                <a:cs typeface="PingFang SC" panose="020B0400000000000000" charset="-122"/>
              </a:defRPr>
            </a:pPr>
            <a:r>
              <a:rPr sz="990" b="1">
                <a:solidFill>
                  <a:srgbClr val="16A06A"/>
                </a:solidFill>
                <a:latin typeface="PingFang SC" panose="020B0400000000000000" charset="-122"/>
                <a:ea typeface="PingFang SC" panose="020B0400000000000000" charset="-122"/>
                <a:cs typeface="PingFang SC" panose="020B0400000000000000" charset="-122"/>
              </a:rPr>
              <a:t>租赁公司 - 商业部 - 商业小程序</a:t>
            </a:r>
            <a:endParaRPr sz="990"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44" name="矩形 43"/>
          <p:cNvSpPr>
            <a:spLocks noGrp="1"/>
          </p:cNvSpPr>
          <p:nvPr/>
        </p:nvSpPr>
        <p:spPr>
          <a:xfrm>
            <a:off x="3674110" y="4394200"/>
            <a:ext cx="20764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0">
                <a:solidFill>
                  <a:srgbClr val="647181"/>
                </a:solidFill>
                <a:latin typeface="PingFang SC" panose="020B0400000000000000" charset="-122"/>
                <a:ea typeface="PingFang SC" panose="020B0400000000000000" charset="-122"/>
                <a:cs typeface="PingFang SC" panose="020B0400000000000000" charset="-122"/>
              </a:defRPr>
            </a:pPr>
            <a:r>
              <a:rPr sz="715" b="0">
                <a:solidFill>
                  <a:srgbClr val="647181"/>
                </a:solidFill>
                <a:latin typeface="PingFang SC" panose="020B0400000000000000" charset="-122"/>
                <a:ea typeface="PingFang SC" panose="020B0400000000000000" charset="-122"/>
                <a:cs typeface="PingFang SC" panose="020B0400000000000000" charset="-122"/>
              </a:rPr>
              <a:t>业务部门/终端</a:t>
            </a:r>
            <a:endParaRPr sz="71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45" name="矩形 44"/>
          <p:cNvSpPr>
            <a:spLocks noGrp="1"/>
          </p:cNvSpPr>
          <p:nvPr/>
        </p:nvSpPr>
        <p:spPr>
          <a:xfrm>
            <a:off x="3712210" y="45847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17202A"/>
                </a:solidFill>
                <a:latin typeface="PingFang SC" panose="020B0400000000000000" charset="-122"/>
                <a:ea typeface="PingFang SC" panose="020B0400000000000000" charset="-122"/>
                <a:cs typeface="PingFang SC" panose="020B0400000000000000" charset="-122"/>
              </a:defRPr>
            </a:pPr>
            <a:r>
              <a:rPr sz="765" b="0">
                <a:solidFill>
                  <a:srgbClr val="17202A"/>
                </a:solidFill>
                <a:latin typeface="PingFang SC" panose="020B0400000000000000" charset="-122"/>
                <a:ea typeface="PingFang SC" panose="020B0400000000000000" charset="-122"/>
                <a:cs typeface="PingFang SC" panose="020B0400000000000000" charset="-122"/>
              </a:rPr>
              <a:t>可按活动、会员、商户场景自行发放、核销。</a:t>
            </a:r>
            <a:endParaRPr sz="76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46" name="圆角矩形 45"/>
          <p:cNvSpPr>
            <a:spLocks noGrp="1"/>
          </p:cNvSpPr>
          <p:nvPr/>
        </p:nvSpPr>
        <p:spPr>
          <a:xfrm>
            <a:off x="6131560" y="4108450"/>
            <a:ext cx="2343150" cy="800100"/>
          </a:xfrm>
          <a:prstGeom prst="roundRect">
            <a:avLst>
              <a:gd name="adj" fmla="val 9524"/>
            </a:avLst>
          </a:prstGeom>
          <a:solidFill>
            <a:srgbClr val="E8F7F0"/>
          </a:solidFill>
          <a:ln w="10954">
            <a:solidFill>
              <a:srgbClr val="16A06A"/>
            </a:solidFill>
          </a:ln>
        </p:spPr>
        <p:txBody>
          <a:bodyPr/>
          <a:lstStyle/>
          <a:p>
            <a:endParaRPr lang="en-GB"/>
          </a:p>
        </p:txBody>
      </p:sp>
      <p:sp>
        <p:nvSpPr>
          <p:cNvPr id="47" name="矩形 46"/>
          <p:cNvSpPr>
            <a:spLocks noGrp="1"/>
          </p:cNvSpPr>
          <p:nvPr/>
        </p:nvSpPr>
        <p:spPr>
          <a:xfrm>
            <a:off x="6264910" y="4203700"/>
            <a:ext cx="20764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16A06A"/>
                </a:solidFill>
                <a:latin typeface="PingFang SC" panose="020B0400000000000000" charset="-122"/>
                <a:ea typeface="PingFang SC" panose="020B0400000000000000" charset="-122"/>
                <a:cs typeface="PingFang SC" panose="020B0400000000000000" charset="-122"/>
              </a:defRPr>
            </a:pPr>
            <a:r>
              <a:rPr sz="990" b="1">
                <a:solidFill>
                  <a:srgbClr val="16A06A"/>
                </a:solidFill>
                <a:latin typeface="PingFang SC" panose="020B0400000000000000" charset="-122"/>
                <a:ea typeface="PingFang SC" panose="020B0400000000000000" charset="-122"/>
                <a:cs typeface="PingFang SC" panose="020B0400000000000000" charset="-122"/>
              </a:rPr>
              <a:t>安居乐寓</a:t>
            </a:r>
            <a:endParaRPr sz="990"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48" name="矩形 47"/>
          <p:cNvSpPr>
            <a:spLocks noGrp="1"/>
          </p:cNvSpPr>
          <p:nvPr/>
        </p:nvSpPr>
        <p:spPr>
          <a:xfrm>
            <a:off x="6264910" y="4394200"/>
            <a:ext cx="20764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0">
                <a:solidFill>
                  <a:srgbClr val="647181"/>
                </a:solidFill>
                <a:latin typeface="PingFang SC" panose="020B0400000000000000" charset="-122"/>
                <a:ea typeface="PingFang SC" panose="020B0400000000000000" charset="-122"/>
                <a:cs typeface="PingFang SC" panose="020B0400000000000000" charset="-122"/>
              </a:defRPr>
            </a:pPr>
            <a:r>
              <a:rPr sz="715" b="0">
                <a:solidFill>
                  <a:srgbClr val="647181"/>
                </a:solidFill>
                <a:latin typeface="PingFang SC" panose="020B0400000000000000" charset="-122"/>
                <a:ea typeface="PingFang SC" panose="020B0400000000000000" charset="-122"/>
                <a:cs typeface="PingFang SC" panose="020B0400000000000000" charset="-122"/>
              </a:rPr>
              <a:t>业务部门/终端</a:t>
            </a:r>
            <a:endParaRPr sz="71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49" name="矩形 48"/>
          <p:cNvSpPr>
            <a:spLocks noGrp="1"/>
          </p:cNvSpPr>
          <p:nvPr/>
        </p:nvSpPr>
        <p:spPr>
          <a:xfrm>
            <a:off x="6303010" y="45847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17202A"/>
                </a:solidFill>
                <a:latin typeface="PingFang SC" panose="020B0400000000000000" charset="-122"/>
                <a:ea typeface="PingFang SC" panose="020B0400000000000000" charset="-122"/>
                <a:cs typeface="PingFang SC" panose="020B0400000000000000" charset="-122"/>
              </a:defRPr>
            </a:pPr>
            <a:r>
              <a:rPr sz="765" b="0">
                <a:solidFill>
                  <a:srgbClr val="17202A"/>
                </a:solidFill>
                <a:latin typeface="PingFang SC" panose="020B0400000000000000" charset="-122"/>
                <a:ea typeface="PingFang SC" panose="020B0400000000000000" charset="-122"/>
                <a:cs typeface="PingFang SC" panose="020B0400000000000000" charset="-122"/>
              </a:rPr>
              <a:t>面向租住用户自行发放、核销后同步积分明细。</a:t>
            </a:r>
            <a:endParaRPr sz="76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50" name="圆角矩形 49"/>
          <p:cNvSpPr>
            <a:spLocks noGrp="1"/>
          </p:cNvSpPr>
          <p:nvPr/>
        </p:nvSpPr>
        <p:spPr>
          <a:xfrm>
            <a:off x="8722360" y="4108450"/>
            <a:ext cx="2343150" cy="800100"/>
          </a:xfrm>
          <a:prstGeom prst="roundRect">
            <a:avLst>
              <a:gd name="adj" fmla="val 9524"/>
            </a:avLst>
          </a:prstGeom>
          <a:solidFill>
            <a:srgbClr val="E8F7F0"/>
          </a:solidFill>
          <a:ln w="10954">
            <a:solidFill>
              <a:srgbClr val="16A06A"/>
            </a:solidFill>
          </a:ln>
        </p:spPr>
        <p:txBody>
          <a:bodyPr/>
          <a:lstStyle/>
          <a:p>
            <a:endParaRPr lang="en-GB"/>
          </a:p>
        </p:txBody>
      </p:sp>
      <p:sp>
        <p:nvSpPr>
          <p:cNvPr id="51" name="矩形 50"/>
          <p:cNvSpPr>
            <a:spLocks noGrp="1"/>
          </p:cNvSpPr>
          <p:nvPr/>
        </p:nvSpPr>
        <p:spPr>
          <a:xfrm>
            <a:off x="8855710" y="4203700"/>
            <a:ext cx="2076450" cy="1619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90" b="1">
                <a:solidFill>
                  <a:srgbClr val="16A06A"/>
                </a:solidFill>
                <a:latin typeface="PingFang SC" panose="020B0400000000000000" charset="-122"/>
                <a:ea typeface="PingFang SC" panose="020B0400000000000000" charset="-122"/>
                <a:cs typeface="PingFang SC" panose="020B0400000000000000" charset="-122"/>
              </a:defRPr>
            </a:pPr>
            <a:r>
              <a:rPr sz="990" b="1">
                <a:solidFill>
                  <a:srgbClr val="16A06A"/>
                </a:solidFill>
                <a:latin typeface="PingFang SC" panose="020B0400000000000000" charset="-122"/>
                <a:ea typeface="PingFang SC" panose="020B0400000000000000" charset="-122"/>
                <a:cs typeface="PingFang SC" panose="020B0400000000000000" charset="-122"/>
              </a:rPr>
              <a:t>其他业务系统</a:t>
            </a:r>
            <a:endParaRPr sz="990"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52" name="矩形 51"/>
          <p:cNvSpPr>
            <a:spLocks noGrp="1"/>
          </p:cNvSpPr>
          <p:nvPr/>
        </p:nvSpPr>
        <p:spPr>
          <a:xfrm>
            <a:off x="8855710" y="4394200"/>
            <a:ext cx="20764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0">
                <a:solidFill>
                  <a:srgbClr val="647181"/>
                </a:solidFill>
                <a:latin typeface="PingFang SC" panose="020B0400000000000000" charset="-122"/>
                <a:ea typeface="PingFang SC" panose="020B0400000000000000" charset="-122"/>
                <a:cs typeface="PingFang SC" panose="020B0400000000000000" charset="-122"/>
              </a:defRPr>
            </a:pPr>
            <a:r>
              <a:rPr sz="715" b="0">
                <a:solidFill>
                  <a:srgbClr val="647181"/>
                </a:solidFill>
                <a:latin typeface="PingFang SC" panose="020B0400000000000000" charset="-122"/>
                <a:ea typeface="PingFang SC" panose="020B0400000000000000" charset="-122"/>
                <a:cs typeface="PingFang SC" panose="020B0400000000000000" charset="-122"/>
              </a:rPr>
              <a:t>后续扩展</a:t>
            </a:r>
            <a:endParaRPr sz="71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53" name="矩形 52"/>
          <p:cNvSpPr>
            <a:spLocks noGrp="1"/>
          </p:cNvSpPr>
          <p:nvPr/>
        </p:nvSpPr>
        <p:spPr>
          <a:xfrm>
            <a:off x="8893810" y="4584700"/>
            <a:ext cx="2000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65" b="0">
                <a:solidFill>
                  <a:srgbClr val="17202A"/>
                </a:solidFill>
                <a:latin typeface="PingFang SC" panose="020B0400000000000000" charset="-122"/>
                <a:ea typeface="PingFang SC" panose="020B0400000000000000" charset="-122"/>
                <a:cs typeface="PingFang SC" panose="020B0400000000000000" charset="-122"/>
              </a:defRPr>
            </a:pPr>
            <a:r>
              <a:rPr sz="765" b="0">
                <a:solidFill>
                  <a:srgbClr val="17202A"/>
                </a:solidFill>
                <a:latin typeface="PingFang SC" panose="020B0400000000000000" charset="-122"/>
                <a:ea typeface="PingFang SC" panose="020B0400000000000000" charset="-122"/>
                <a:cs typeface="PingFang SC" panose="020B0400000000000000" charset="-122"/>
              </a:rPr>
              <a:t>在中心额度和风控范围内，自行发放、核销。</a:t>
            </a:r>
            <a:endParaRPr sz="76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54" name="矩形 53"/>
          <p:cNvSpPr>
            <a:spLocks noGrp="1"/>
          </p:cNvSpPr>
          <p:nvPr/>
        </p:nvSpPr>
        <p:spPr>
          <a:xfrm>
            <a:off x="1313180" y="3498850"/>
            <a:ext cx="857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246BFE"/>
                </a:solidFill>
                <a:latin typeface="PingFang SC" panose="020B0400000000000000" charset="-122"/>
                <a:ea typeface="PingFang SC" panose="020B0400000000000000" charset="-122"/>
                <a:cs typeface="PingFang SC" panose="020B0400000000000000" charset="-122"/>
              </a:defRPr>
            </a:pPr>
            <a:r>
              <a:rPr sz="1800" b="1">
                <a:solidFill>
                  <a:srgbClr val="246BFE"/>
                </a:solidFill>
                <a:latin typeface="PingFang SC" panose="020B0400000000000000" charset="-122"/>
                <a:ea typeface="PingFang SC" panose="020B0400000000000000" charset="-122"/>
                <a:cs typeface="PingFang SC" panose="020B0400000000000000" charset="-122"/>
              </a:rPr>
              <a:t>↓</a:t>
            </a:r>
            <a:endParaRPr sz="180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55" name="矩形 54"/>
          <p:cNvSpPr>
            <a:spLocks noGrp="1"/>
          </p:cNvSpPr>
          <p:nvPr/>
        </p:nvSpPr>
        <p:spPr>
          <a:xfrm>
            <a:off x="4381500" y="3498850"/>
            <a:ext cx="857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246BFE"/>
                </a:solidFill>
                <a:latin typeface="PingFang SC" panose="020B0400000000000000" charset="-122"/>
                <a:ea typeface="PingFang SC" panose="020B0400000000000000" charset="-122"/>
                <a:cs typeface="PingFang SC" panose="020B0400000000000000" charset="-122"/>
              </a:defRPr>
            </a:pPr>
            <a:r>
              <a:rPr sz="1800" b="1">
                <a:solidFill>
                  <a:srgbClr val="246BFE"/>
                </a:solidFill>
                <a:latin typeface="PingFang SC" panose="020B0400000000000000" charset="-122"/>
                <a:ea typeface="PingFang SC" panose="020B0400000000000000" charset="-122"/>
                <a:cs typeface="PingFang SC" panose="020B0400000000000000" charset="-122"/>
              </a:rPr>
              <a:t>↓</a:t>
            </a:r>
            <a:endParaRPr sz="180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56" name="矩形 55"/>
          <p:cNvSpPr>
            <a:spLocks noGrp="1"/>
          </p:cNvSpPr>
          <p:nvPr/>
        </p:nvSpPr>
        <p:spPr>
          <a:xfrm>
            <a:off x="6972300" y="3498850"/>
            <a:ext cx="857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246BFE"/>
                </a:solidFill>
                <a:latin typeface="PingFang SC" panose="020B0400000000000000" charset="-122"/>
                <a:ea typeface="PingFang SC" panose="020B0400000000000000" charset="-122"/>
                <a:cs typeface="PingFang SC" panose="020B0400000000000000" charset="-122"/>
              </a:defRPr>
            </a:pPr>
            <a:r>
              <a:rPr sz="1800" b="1">
                <a:solidFill>
                  <a:srgbClr val="246BFE"/>
                </a:solidFill>
                <a:latin typeface="PingFang SC" panose="020B0400000000000000" charset="-122"/>
                <a:ea typeface="PingFang SC" panose="020B0400000000000000" charset="-122"/>
                <a:cs typeface="PingFang SC" panose="020B0400000000000000" charset="-122"/>
              </a:rPr>
              <a:t>↓</a:t>
            </a:r>
            <a:endParaRPr sz="180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57" name="矩形 56"/>
          <p:cNvSpPr>
            <a:spLocks noGrp="1"/>
          </p:cNvSpPr>
          <p:nvPr/>
        </p:nvSpPr>
        <p:spPr>
          <a:xfrm>
            <a:off x="9563100" y="3498850"/>
            <a:ext cx="857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246BFE"/>
                </a:solidFill>
                <a:latin typeface="PingFang SC" panose="020B0400000000000000" charset="-122"/>
                <a:ea typeface="PingFang SC" panose="020B0400000000000000" charset="-122"/>
                <a:cs typeface="PingFang SC" panose="020B0400000000000000" charset="-122"/>
              </a:defRPr>
            </a:pPr>
            <a:r>
              <a:rPr sz="1800" b="1">
                <a:solidFill>
                  <a:srgbClr val="246BFE"/>
                </a:solidFill>
                <a:latin typeface="PingFang SC" panose="020B0400000000000000" charset="-122"/>
                <a:ea typeface="PingFang SC" panose="020B0400000000000000" charset="-122"/>
                <a:cs typeface="PingFang SC" panose="020B0400000000000000" charset="-122"/>
              </a:rPr>
              <a:t>↓</a:t>
            </a:r>
            <a:endParaRPr sz="180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58" name="矩形 57"/>
          <p:cNvSpPr>
            <a:spLocks noGrp="1"/>
          </p:cNvSpPr>
          <p:nvPr/>
        </p:nvSpPr>
        <p:spPr>
          <a:xfrm>
            <a:off x="1047750" y="3860800"/>
            <a:ext cx="9429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855" b="0">
                <a:solidFill>
                  <a:srgbClr val="647181"/>
                </a:solidFill>
                <a:latin typeface="PingFang SC" panose="020B0400000000000000" charset="-122"/>
                <a:ea typeface="PingFang SC" panose="020B0400000000000000" charset="-122"/>
                <a:cs typeface="PingFang SC" panose="020B0400000000000000" charset="-122"/>
              </a:defRPr>
            </a:pPr>
            <a:r>
              <a:rPr sz="855" b="0">
                <a:solidFill>
                  <a:srgbClr val="647181"/>
                </a:solidFill>
                <a:latin typeface="PingFang SC" panose="020B0400000000000000" charset="-122"/>
                <a:ea typeface="PingFang SC" panose="020B0400000000000000" charset="-122"/>
                <a:cs typeface="PingFang SC" panose="020B0400000000000000" charset="-122"/>
              </a:rPr>
              <a:t>中央下发：积分总额、业务额度、风控阈值；</a:t>
            </a:r>
            <a:r>
              <a:rPr lang="zh-CN" sz="855" b="0">
                <a:solidFill>
                  <a:srgbClr val="647181"/>
                </a:solidFill>
                <a:latin typeface="PingFang SC" panose="020B0400000000000000" charset="-122"/>
                <a:ea typeface="PingFang SC" panose="020B0400000000000000" charset="-122"/>
                <a:cs typeface="PingFang SC" panose="020B0400000000000000" charset="-122"/>
              </a:rPr>
              <a:t>终端</a:t>
            </a:r>
            <a:r>
              <a:rPr sz="855" b="0">
                <a:solidFill>
                  <a:srgbClr val="647181"/>
                </a:solidFill>
                <a:latin typeface="PingFang SC" panose="020B0400000000000000" charset="-122"/>
                <a:ea typeface="PingFang SC" panose="020B0400000000000000" charset="-122"/>
                <a:cs typeface="PingFang SC" panose="020B0400000000000000" charset="-122"/>
              </a:rPr>
              <a:t>执行：自行发放、核销积分；闭环回传：发放/核销/余额/异常数据。</a:t>
            </a:r>
            <a:endParaRPr sz="85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59" name="圆角矩形 58"/>
          <p:cNvSpPr>
            <a:spLocks noGrp="1"/>
          </p:cNvSpPr>
          <p:nvPr/>
        </p:nvSpPr>
        <p:spPr>
          <a:xfrm>
            <a:off x="457200" y="5289550"/>
            <a:ext cx="11277600" cy="1352550"/>
          </a:xfrm>
          <a:prstGeom prst="roundRect">
            <a:avLst>
              <a:gd name="adj" fmla="val 5634"/>
            </a:avLst>
          </a:prstGeom>
          <a:solidFill>
            <a:srgbClr val="111827"/>
          </a:solidFill>
          <a:ln w="0" cap="flat" cmpd="sng">
            <a:solidFill>
              <a:schemeClr val="accent1">
                <a:alpha val="0"/>
              </a:schemeClr>
            </a:solidFill>
            <a:prstDash val="solid"/>
          </a:ln>
        </p:spPr>
        <p:txBody>
          <a:bodyPr/>
          <a:lstStyle/>
          <a:p>
            <a:endParaRPr lang="en-GB"/>
          </a:p>
        </p:txBody>
      </p:sp>
      <p:sp>
        <p:nvSpPr>
          <p:cNvPr id="60" name="矩形 59"/>
          <p:cNvSpPr>
            <a:spLocks noGrp="1"/>
          </p:cNvSpPr>
          <p:nvPr/>
        </p:nvSpPr>
        <p:spPr>
          <a:xfrm>
            <a:off x="742950" y="5499100"/>
            <a:ext cx="1905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1">
                <a:solidFill>
                  <a:srgbClr val="FFFFFF"/>
                </a:solidFill>
                <a:latin typeface="PingFang SC" panose="020B0400000000000000" charset="-122"/>
                <a:ea typeface="PingFang SC" panose="020B0400000000000000" charset="-122"/>
                <a:cs typeface="PingFang SC" panose="020B0400000000000000" charset="-122"/>
              </a:defRPr>
            </a:pPr>
            <a:r>
              <a:rPr sz="1575" b="1">
                <a:solidFill>
                  <a:srgbClr val="FFFFFF"/>
                </a:solidFill>
                <a:latin typeface="PingFang SC" panose="020B0400000000000000" charset="-122"/>
                <a:ea typeface="PingFang SC" panose="020B0400000000000000" charset="-122"/>
                <a:cs typeface="PingFang SC" panose="020B0400000000000000" charset="-122"/>
              </a:rPr>
              <a:t>中央和地方关系</a:t>
            </a:r>
            <a:endParaRPr sz="15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1" name="矩形 60"/>
          <p:cNvSpPr>
            <a:spLocks noGrp="1"/>
          </p:cNvSpPr>
          <p:nvPr/>
        </p:nvSpPr>
        <p:spPr>
          <a:xfrm>
            <a:off x="742950" y="5803900"/>
            <a:ext cx="2000250" cy="3810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B9C3D0"/>
                </a:solidFill>
                <a:latin typeface="PingFang SC" panose="020B0400000000000000" charset="-122"/>
                <a:ea typeface="PingFang SC" panose="020B0400000000000000" charset="-122"/>
                <a:cs typeface="PingFang SC" panose="020B0400000000000000" charset="-122"/>
              </a:defRPr>
            </a:pPr>
            <a:r>
              <a:rPr sz="975" b="0">
                <a:solidFill>
                  <a:srgbClr val="B9C3D0"/>
                </a:solidFill>
                <a:latin typeface="PingFang SC" panose="020B0400000000000000" charset="-122"/>
                <a:ea typeface="PingFang SC" panose="020B0400000000000000" charset="-122"/>
                <a:cs typeface="PingFang SC" panose="020B0400000000000000" charset="-122"/>
              </a:rPr>
              <a:t>中央管总额、账户和风险</a:t>
            </a:r>
            <a:endParaRPr sz="975" b="0">
              <a:solidFill>
                <a:srgbClr val="B9C3D0"/>
              </a:solidFill>
              <a:latin typeface="PingFang SC" panose="020B0400000000000000" charset="-122"/>
              <a:ea typeface="PingFang SC" panose="020B0400000000000000" charset="-122"/>
              <a:cs typeface="PingFang SC" panose="020B0400000000000000" charset="-122"/>
            </a:endParaRPr>
          </a:p>
          <a:p>
            <a:pPr algn="l">
              <a:defRPr sz="975" b="0">
                <a:solidFill>
                  <a:srgbClr val="B9C3D0"/>
                </a:solidFill>
                <a:latin typeface="PingFang SC" panose="020B0400000000000000" charset="-122"/>
                <a:ea typeface="PingFang SC" panose="020B0400000000000000" charset="-122"/>
                <a:cs typeface="PingFang SC" panose="020B0400000000000000" charset="-122"/>
              </a:defRPr>
            </a:pPr>
            <a:r>
              <a:rPr sz="975" b="0">
                <a:solidFill>
                  <a:srgbClr val="B9C3D0"/>
                </a:solidFill>
                <a:latin typeface="PingFang SC" panose="020B0400000000000000" charset="-122"/>
                <a:ea typeface="PingFang SC" panose="020B0400000000000000" charset="-122"/>
                <a:cs typeface="PingFang SC" panose="020B0400000000000000" charset="-122"/>
              </a:rPr>
              <a:t>地方管场景、发放和核销</a:t>
            </a:r>
            <a:endParaRPr sz="975" b="0">
              <a:solidFill>
                <a:srgbClr val="B9C3D0"/>
              </a:solidFill>
              <a:latin typeface="PingFang SC" panose="020B0400000000000000" charset="-122"/>
              <a:ea typeface="PingFang SC" panose="020B0400000000000000" charset="-122"/>
              <a:cs typeface="PingFang SC" panose="020B0400000000000000" charset="-122"/>
            </a:endParaRPr>
          </a:p>
        </p:txBody>
      </p:sp>
      <p:sp>
        <p:nvSpPr>
          <p:cNvPr id="62" name="椭圆 61"/>
          <p:cNvSpPr>
            <a:spLocks noGrp="1"/>
          </p:cNvSpPr>
          <p:nvPr/>
        </p:nvSpPr>
        <p:spPr>
          <a:xfrm>
            <a:off x="2926715" y="5613400"/>
            <a:ext cx="285750" cy="285750"/>
          </a:xfrm>
          <a:prstGeom prst="ellipse">
            <a:avLst/>
          </a:prstGeom>
          <a:solidFill>
            <a:srgbClr val="16A06A"/>
          </a:solidFill>
          <a:ln w="0">
            <a:solidFill>
              <a:srgbClr val="000000">
                <a:alpha val="0"/>
              </a:srgbClr>
            </a:solidFill>
          </a:ln>
        </p:spPr>
        <p:txBody>
          <a:bodyPr/>
          <a:lstStyle/>
          <a:p>
            <a:endParaRPr lang="en-GB"/>
          </a:p>
        </p:txBody>
      </p:sp>
      <p:sp>
        <p:nvSpPr>
          <p:cNvPr id="63" name="矩形 62"/>
          <p:cNvSpPr>
            <a:spLocks noGrp="1"/>
          </p:cNvSpPr>
          <p:nvPr/>
        </p:nvSpPr>
        <p:spPr>
          <a:xfrm>
            <a:off x="2926715" y="5670550"/>
            <a:ext cx="285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PingFang SC" panose="020B0400000000000000" charset="-122"/>
                <a:ea typeface="PingFang SC" panose="020B0400000000000000" charset="-122"/>
                <a:cs typeface="PingFang SC" panose="020B0400000000000000" charset="-122"/>
              </a:defRPr>
            </a:pPr>
            <a:r>
              <a:rPr sz="975" b="1">
                <a:solidFill>
                  <a:srgbClr val="FFFFFF"/>
                </a:solidFill>
                <a:latin typeface="PingFang SC" panose="020B0400000000000000" charset="-122"/>
                <a:ea typeface="PingFang SC" panose="020B0400000000000000" charset="-122"/>
                <a:cs typeface="PingFang SC" panose="020B0400000000000000" charset="-122"/>
              </a:rPr>
              <a:t>1</a:t>
            </a:r>
            <a:endParaRPr sz="9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4" name="矩形 63"/>
          <p:cNvSpPr>
            <a:spLocks noGrp="1"/>
          </p:cNvSpPr>
          <p:nvPr/>
        </p:nvSpPr>
        <p:spPr>
          <a:xfrm>
            <a:off x="3307715" y="5546725"/>
            <a:ext cx="11239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PingFang SC" panose="020B0400000000000000" charset="-122"/>
                <a:ea typeface="PingFang SC" panose="020B0400000000000000" charset="-122"/>
                <a:cs typeface="PingFang SC" panose="020B0400000000000000" charset="-122"/>
              </a:defRPr>
            </a:pPr>
            <a:r>
              <a:rPr sz="1125" b="1">
                <a:solidFill>
                  <a:srgbClr val="FFFFFF"/>
                </a:solidFill>
                <a:latin typeface="PingFang SC" panose="020B0400000000000000" charset="-122"/>
                <a:ea typeface="PingFang SC" panose="020B0400000000000000" charset="-122"/>
                <a:cs typeface="PingFang SC" panose="020B0400000000000000" charset="-122"/>
              </a:rPr>
              <a:t>积分总额管理</a:t>
            </a:r>
            <a:endParaRPr sz="1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5" name="矩形 64"/>
          <p:cNvSpPr>
            <a:spLocks noGrp="1"/>
          </p:cNvSpPr>
          <p:nvPr/>
        </p:nvSpPr>
        <p:spPr>
          <a:xfrm>
            <a:off x="3307715" y="5756275"/>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0" b="0">
                <a:solidFill>
                  <a:srgbClr val="B9C3D0"/>
                </a:solidFill>
                <a:latin typeface="PingFang SC" panose="020B0400000000000000" charset="-122"/>
                <a:ea typeface="PingFang SC" panose="020B0400000000000000" charset="-122"/>
                <a:cs typeface="PingFang SC" panose="020B0400000000000000" charset="-122"/>
              </a:defRPr>
            </a:pPr>
            <a:r>
              <a:rPr sz="790" b="0">
                <a:solidFill>
                  <a:srgbClr val="B9C3D0"/>
                </a:solidFill>
                <a:latin typeface="PingFang SC" panose="020B0400000000000000" charset="-122"/>
                <a:ea typeface="PingFang SC" panose="020B0400000000000000" charset="-122"/>
                <a:cs typeface="PingFang SC" panose="020B0400000000000000" charset="-122"/>
              </a:rPr>
              <a:t>中心分配额度到业务部门</a:t>
            </a:r>
            <a:endParaRPr sz="790" b="0">
              <a:solidFill>
                <a:srgbClr val="B9C3D0"/>
              </a:solidFill>
              <a:latin typeface="PingFang SC" panose="020B0400000000000000" charset="-122"/>
              <a:ea typeface="PingFang SC" panose="020B0400000000000000" charset="-122"/>
              <a:cs typeface="PingFang SC" panose="020B0400000000000000" charset="-122"/>
            </a:endParaRPr>
          </a:p>
        </p:txBody>
      </p:sp>
      <p:sp>
        <p:nvSpPr>
          <p:cNvPr id="66" name="矩形 65"/>
          <p:cNvSpPr>
            <a:spLocks noGrp="1"/>
          </p:cNvSpPr>
          <p:nvPr/>
        </p:nvSpPr>
        <p:spPr>
          <a:xfrm>
            <a:off x="4396740" y="5670550"/>
            <a:ext cx="323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5E6B7A"/>
                </a:solidFill>
                <a:latin typeface="PingFang SC" panose="020B0400000000000000" charset="-122"/>
                <a:ea typeface="PingFang SC" panose="020B0400000000000000" charset="-122"/>
                <a:cs typeface="PingFang SC" panose="020B0400000000000000" charset="-122"/>
              </a:defRPr>
            </a:pPr>
            <a:r>
              <a:rPr sz="1350" b="1">
                <a:solidFill>
                  <a:srgbClr val="5E6B7A"/>
                </a:solidFill>
                <a:latin typeface="PingFang SC" panose="020B0400000000000000" charset="-122"/>
                <a:ea typeface="PingFang SC" panose="020B0400000000000000" charset="-122"/>
                <a:cs typeface="PingFang SC" panose="020B0400000000000000" charset="-122"/>
              </a:rPr>
              <a:t>→</a:t>
            </a:r>
            <a:endParaRPr sz="1350" b="1">
              <a:solidFill>
                <a:srgbClr val="5E6B7A"/>
              </a:solidFill>
              <a:latin typeface="PingFang SC" panose="020B0400000000000000" charset="-122"/>
              <a:ea typeface="PingFang SC" panose="020B0400000000000000" charset="-122"/>
              <a:cs typeface="PingFang SC" panose="020B0400000000000000" charset="-122"/>
            </a:endParaRPr>
          </a:p>
        </p:txBody>
      </p:sp>
      <p:sp>
        <p:nvSpPr>
          <p:cNvPr id="67" name="椭圆 66"/>
          <p:cNvSpPr>
            <a:spLocks noGrp="1"/>
          </p:cNvSpPr>
          <p:nvPr/>
        </p:nvSpPr>
        <p:spPr>
          <a:xfrm>
            <a:off x="4701540" y="5613400"/>
            <a:ext cx="285750" cy="285750"/>
          </a:xfrm>
          <a:prstGeom prst="ellipse">
            <a:avLst/>
          </a:prstGeom>
          <a:solidFill>
            <a:srgbClr val="16A06A"/>
          </a:solidFill>
          <a:ln w="0">
            <a:solidFill>
              <a:srgbClr val="000000">
                <a:alpha val="0"/>
              </a:srgbClr>
            </a:solidFill>
          </a:ln>
        </p:spPr>
        <p:txBody>
          <a:bodyPr/>
          <a:lstStyle/>
          <a:p>
            <a:endParaRPr lang="en-GB"/>
          </a:p>
        </p:txBody>
      </p:sp>
      <p:sp>
        <p:nvSpPr>
          <p:cNvPr id="68" name="矩形 67"/>
          <p:cNvSpPr>
            <a:spLocks noGrp="1"/>
          </p:cNvSpPr>
          <p:nvPr/>
        </p:nvSpPr>
        <p:spPr>
          <a:xfrm>
            <a:off x="4701540" y="5670550"/>
            <a:ext cx="285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PingFang SC" panose="020B0400000000000000" charset="-122"/>
                <a:ea typeface="PingFang SC" panose="020B0400000000000000" charset="-122"/>
                <a:cs typeface="PingFang SC" panose="020B0400000000000000" charset="-122"/>
              </a:defRPr>
            </a:pPr>
            <a:r>
              <a:rPr sz="975" b="1">
                <a:solidFill>
                  <a:srgbClr val="FFFFFF"/>
                </a:solidFill>
                <a:latin typeface="PingFang SC" panose="020B0400000000000000" charset="-122"/>
                <a:ea typeface="PingFang SC" panose="020B0400000000000000" charset="-122"/>
                <a:cs typeface="PingFang SC" panose="020B0400000000000000" charset="-122"/>
              </a:rPr>
              <a:t>2</a:t>
            </a:r>
            <a:endParaRPr sz="9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69" name="矩形 68"/>
          <p:cNvSpPr>
            <a:spLocks noGrp="1"/>
          </p:cNvSpPr>
          <p:nvPr/>
        </p:nvSpPr>
        <p:spPr>
          <a:xfrm>
            <a:off x="5082540" y="5546725"/>
            <a:ext cx="11239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PingFang SC" panose="020B0400000000000000" charset="-122"/>
                <a:ea typeface="PingFang SC" panose="020B0400000000000000" charset="-122"/>
                <a:cs typeface="PingFang SC" panose="020B0400000000000000" charset="-122"/>
              </a:defRPr>
            </a:pPr>
            <a:r>
              <a:rPr sz="1125" b="1">
                <a:solidFill>
                  <a:srgbClr val="FFFFFF"/>
                </a:solidFill>
                <a:latin typeface="PingFang SC" panose="020B0400000000000000" charset="-122"/>
                <a:ea typeface="PingFang SC" panose="020B0400000000000000" charset="-122"/>
                <a:cs typeface="PingFang SC" panose="020B0400000000000000" charset="-122"/>
              </a:rPr>
              <a:t>业务自行发放</a:t>
            </a:r>
            <a:endParaRPr sz="1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0" name="矩形 69"/>
          <p:cNvSpPr>
            <a:spLocks noGrp="1"/>
          </p:cNvSpPr>
          <p:nvPr/>
        </p:nvSpPr>
        <p:spPr>
          <a:xfrm>
            <a:off x="5082540" y="5756275"/>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0" b="0">
                <a:solidFill>
                  <a:srgbClr val="B9C3D0"/>
                </a:solidFill>
                <a:latin typeface="PingFang SC" panose="020B0400000000000000" charset="-122"/>
                <a:ea typeface="PingFang SC" panose="020B0400000000000000" charset="-122"/>
                <a:cs typeface="PingFang SC" panose="020B0400000000000000" charset="-122"/>
              </a:defRPr>
            </a:pPr>
            <a:r>
              <a:rPr sz="790" b="0">
                <a:solidFill>
                  <a:srgbClr val="B9C3D0"/>
                </a:solidFill>
                <a:latin typeface="PingFang SC" panose="020B0400000000000000" charset="-122"/>
                <a:ea typeface="PingFang SC" panose="020B0400000000000000" charset="-122"/>
                <a:cs typeface="PingFang SC" panose="020B0400000000000000" charset="-122"/>
              </a:rPr>
              <a:t>各系统按业务场景发放</a:t>
            </a:r>
            <a:endParaRPr sz="790" b="0">
              <a:solidFill>
                <a:srgbClr val="B9C3D0"/>
              </a:solidFill>
              <a:latin typeface="PingFang SC" panose="020B0400000000000000" charset="-122"/>
              <a:ea typeface="PingFang SC" panose="020B0400000000000000" charset="-122"/>
              <a:cs typeface="PingFang SC" panose="020B0400000000000000" charset="-122"/>
            </a:endParaRPr>
          </a:p>
        </p:txBody>
      </p:sp>
      <p:sp>
        <p:nvSpPr>
          <p:cNvPr id="71" name="矩形 70"/>
          <p:cNvSpPr>
            <a:spLocks noGrp="1"/>
          </p:cNvSpPr>
          <p:nvPr/>
        </p:nvSpPr>
        <p:spPr>
          <a:xfrm>
            <a:off x="6038850" y="5670550"/>
            <a:ext cx="323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5E6B7A"/>
                </a:solidFill>
                <a:latin typeface="PingFang SC" panose="020B0400000000000000" charset="-122"/>
                <a:ea typeface="PingFang SC" panose="020B0400000000000000" charset="-122"/>
                <a:cs typeface="PingFang SC" panose="020B0400000000000000" charset="-122"/>
              </a:defRPr>
            </a:pPr>
            <a:r>
              <a:rPr sz="1350" b="1">
                <a:solidFill>
                  <a:srgbClr val="5E6B7A"/>
                </a:solidFill>
                <a:latin typeface="PingFang SC" panose="020B0400000000000000" charset="-122"/>
                <a:ea typeface="PingFang SC" panose="020B0400000000000000" charset="-122"/>
                <a:cs typeface="PingFang SC" panose="020B0400000000000000" charset="-122"/>
              </a:rPr>
              <a:t>→</a:t>
            </a:r>
            <a:endParaRPr sz="1350" b="1">
              <a:solidFill>
                <a:srgbClr val="5E6B7A"/>
              </a:solidFill>
              <a:latin typeface="PingFang SC" panose="020B0400000000000000" charset="-122"/>
              <a:ea typeface="PingFang SC" panose="020B0400000000000000" charset="-122"/>
              <a:cs typeface="PingFang SC" panose="020B0400000000000000" charset="-122"/>
            </a:endParaRPr>
          </a:p>
        </p:txBody>
      </p:sp>
      <p:sp>
        <p:nvSpPr>
          <p:cNvPr id="72" name="椭圆 71"/>
          <p:cNvSpPr>
            <a:spLocks noGrp="1"/>
          </p:cNvSpPr>
          <p:nvPr/>
        </p:nvSpPr>
        <p:spPr>
          <a:xfrm>
            <a:off x="6343650" y="5613400"/>
            <a:ext cx="285750" cy="285750"/>
          </a:xfrm>
          <a:prstGeom prst="ellipse">
            <a:avLst/>
          </a:prstGeom>
          <a:solidFill>
            <a:srgbClr val="16A06A"/>
          </a:solidFill>
          <a:ln w="0">
            <a:solidFill>
              <a:srgbClr val="000000">
                <a:alpha val="0"/>
              </a:srgbClr>
            </a:solidFill>
          </a:ln>
        </p:spPr>
        <p:txBody>
          <a:bodyPr/>
          <a:lstStyle/>
          <a:p>
            <a:endParaRPr lang="en-GB"/>
          </a:p>
        </p:txBody>
      </p:sp>
      <p:sp>
        <p:nvSpPr>
          <p:cNvPr id="73" name="矩形 72"/>
          <p:cNvSpPr>
            <a:spLocks noGrp="1"/>
          </p:cNvSpPr>
          <p:nvPr/>
        </p:nvSpPr>
        <p:spPr>
          <a:xfrm>
            <a:off x="6343650" y="5670550"/>
            <a:ext cx="285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PingFang SC" panose="020B0400000000000000" charset="-122"/>
                <a:ea typeface="PingFang SC" panose="020B0400000000000000" charset="-122"/>
                <a:cs typeface="PingFang SC" panose="020B0400000000000000" charset="-122"/>
              </a:defRPr>
            </a:pPr>
            <a:r>
              <a:rPr sz="975" b="1">
                <a:solidFill>
                  <a:srgbClr val="FFFFFF"/>
                </a:solidFill>
                <a:latin typeface="PingFang SC" panose="020B0400000000000000" charset="-122"/>
                <a:ea typeface="PingFang SC" panose="020B0400000000000000" charset="-122"/>
                <a:cs typeface="PingFang SC" panose="020B0400000000000000" charset="-122"/>
              </a:rPr>
              <a:t>3</a:t>
            </a:r>
            <a:endParaRPr sz="9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4" name="矩形 73"/>
          <p:cNvSpPr>
            <a:spLocks noGrp="1"/>
          </p:cNvSpPr>
          <p:nvPr/>
        </p:nvSpPr>
        <p:spPr>
          <a:xfrm>
            <a:off x="6724650" y="5546725"/>
            <a:ext cx="11239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PingFang SC" panose="020B0400000000000000" charset="-122"/>
                <a:ea typeface="PingFang SC" panose="020B0400000000000000" charset="-122"/>
                <a:cs typeface="PingFang SC" panose="020B0400000000000000" charset="-122"/>
              </a:defRPr>
            </a:pPr>
            <a:r>
              <a:rPr sz="1125" b="1">
                <a:solidFill>
                  <a:srgbClr val="FFFFFF"/>
                </a:solidFill>
                <a:latin typeface="PingFang SC" panose="020B0400000000000000" charset="-122"/>
                <a:ea typeface="PingFang SC" panose="020B0400000000000000" charset="-122"/>
                <a:cs typeface="PingFang SC" panose="020B0400000000000000" charset="-122"/>
              </a:rPr>
              <a:t>业务自行核销</a:t>
            </a:r>
            <a:endParaRPr sz="1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5" name="矩形 74"/>
          <p:cNvSpPr>
            <a:spLocks noGrp="1"/>
          </p:cNvSpPr>
          <p:nvPr/>
        </p:nvSpPr>
        <p:spPr>
          <a:xfrm>
            <a:off x="6724650" y="5756275"/>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0" b="0">
                <a:solidFill>
                  <a:srgbClr val="B9C3D0"/>
                </a:solidFill>
                <a:latin typeface="PingFang SC" panose="020B0400000000000000" charset="-122"/>
                <a:ea typeface="PingFang SC" panose="020B0400000000000000" charset="-122"/>
                <a:cs typeface="PingFang SC" panose="020B0400000000000000" charset="-122"/>
              </a:defRPr>
            </a:pPr>
            <a:r>
              <a:rPr sz="790" b="0">
                <a:solidFill>
                  <a:srgbClr val="B9C3D0"/>
                </a:solidFill>
                <a:latin typeface="PingFang SC" panose="020B0400000000000000" charset="-122"/>
                <a:ea typeface="PingFang SC" panose="020B0400000000000000" charset="-122"/>
                <a:cs typeface="PingFang SC" panose="020B0400000000000000" charset="-122"/>
              </a:rPr>
              <a:t>业务侧核销并回传明细</a:t>
            </a:r>
            <a:endParaRPr sz="790" b="0">
              <a:solidFill>
                <a:srgbClr val="B9C3D0"/>
              </a:solidFill>
              <a:latin typeface="PingFang SC" panose="020B0400000000000000" charset="-122"/>
              <a:ea typeface="PingFang SC" panose="020B0400000000000000" charset="-122"/>
              <a:cs typeface="PingFang SC" panose="020B0400000000000000" charset="-122"/>
            </a:endParaRPr>
          </a:p>
        </p:txBody>
      </p:sp>
      <p:sp>
        <p:nvSpPr>
          <p:cNvPr id="76" name="矩形 75"/>
          <p:cNvSpPr>
            <a:spLocks noGrp="1"/>
          </p:cNvSpPr>
          <p:nvPr/>
        </p:nvSpPr>
        <p:spPr>
          <a:xfrm>
            <a:off x="7687945" y="5670550"/>
            <a:ext cx="323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5E6B7A"/>
                </a:solidFill>
                <a:latin typeface="PingFang SC" panose="020B0400000000000000" charset="-122"/>
                <a:ea typeface="PingFang SC" panose="020B0400000000000000" charset="-122"/>
                <a:cs typeface="PingFang SC" panose="020B0400000000000000" charset="-122"/>
              </a:defRPr>
            </a:pPr>
            <a:r>
              <a:rPr sz="1350" b="1">
                <a:solidFill>
                  <a:srgbClr val="5E6B7A"/>
                </a:solidFill>
                <a:latin typeface="PingFang SC" panose="020B0400000000000000" charset="-122"/>
                <a:ea typeface="PingFang SC" panose="020B0400000000000000" charset="-122"/>
                <a:cs typeface="PingFang SC" panose="020B0400000000000000" charset="-122"/>
              </a:rPr>
              <a:t>→</a:t>
            </a:r>
            <a:endParaRPr sz="1350" b="1">
              <a:solidFill>
                <a:srgbClr val="5E6B7A"/>
              </a:solidFill>
              <a:latin typeface="PingFang SC" panose="020B0400000000000000" charset="-122"/>
              <a:ea typeface="PingFang SC" panose="020B0400000000000000" charset="-122"/>
              <a:cs typeface="PingFang SC" panose="020B0400000000000000" charset="-122"/>
            </a:endParaRPr>
          </a:p>
        </p:txBody>
      </p:sp>
      <p:sp>
        <p:nvSpPr>
          <p:cNvPr id="77" name="椭圆 76"/>
          <p:cNvSpPr>
            <a:spLocks noGrp="1"/>
          </p:cNvSpPr>
          <p:nvPr/>
        </p:nvSpPr>
        <p:spPr>
          <a:xfrm>
            <a:off x="7992745" y="5613400"/>
            <a:ext cx="285750" cy="285750"/>
          </a:xfrm>
          <a:prstGeom prst="ellipse">
            <a:avLst/>
          </a:prstGeom>
          <a:solidFill>
            <a:srgbClr val="16A06A"/>
          </a:solidFill>
          <a:ln w="0">
            <a:solidFill>
              <a:srgbClr val="000000">
                <a:alpha val="0"/>
              </a:srgbClr>
            </a:solidFill>
          </a:ln>
        </p:spPr>
        <p:txBody>
          <a:bodyPr/>
          <a:lstStyle/>
          <a:p>
            <a:endParaRPr lang="en-GB"/>
          </a:p>
        </p:txBody>
      </p:sp>
      <p:sp>
        <p:nvSpPr>
          <p:cNvPr id="78" name="矩形 77"/>
          <p:cNvSpPr>
            <a:spLocks noGrp="1"/>
          </p:cNvSpPr>
          <p:nvPr/>
        </p:nvSpPr>
        <p:spPr>
          <a:xfrm>
            <a:off x="7992745" y="5670550"/>
            <a:ext cx="285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PingFang SC" panose="020B0400000000000000" charset="-122"/>
                <a:ea typeface="PingFang SC" panose="020B0400000000000000" charset="-122"/>
                <a:cs typeface="PingFang SC" panose="020B0400000000000000" charset="-122"/>
              </a:defRPr>
            </a:pPr>
            <a:r>
              <a:rPr sz="975" b="1">
                <a:solidFill>
                  <a:srgbClr val="FFFFFF"/>
                </a:solidFill>
                <a:latin typeface="PingFang SC" panose="020B0400000000000000" charset="-122"/>
                <a:ea typeface="PingFang SC" panose="020B0400000000000000" charset="-122"/>
                <a:cs typeface="PingFang SC" panose="020B0400000000000000" charset="-122"/>
              </a:rPr>
              <a:t>4</a:t>
            </a:r>
            <a:endParaRPr sz="9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79" name="矩形 78"/>
          <p:cNvSpPr>
            <a:spLocks noGrp="1"/>
          </p:cNvSpPr>
          <p:nvPr/>
        </p:nvSpPr>
        <p:spPr>
          <a:xfrm>
            <a:off x="8373745" y="5546725"/>
            <a:ext cx="11239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PingFang SC" panose="020B0400000000000000" charset="-122"/>
                <a:ea typeface="PingFang SC" panose="020B0400000000000000" charset="-122"/>
                <a:cs typeface="PingFang SC" panose="020B0400000000000000" charset="-122"/>
              </a:defRPr>
            </a:pPr>
            <a:r>
              <a:rPr sz="1125" b="1">
                <a:solidFill>
                  <a:srgbClr val="FFFFFF"/>
                </a:solidFill>
                <a:latin typeface="PingFang SC" panose="020B0400000000000000" charset="-122"/>
                <a:ea typeface="PingFang SC" panose="020B0400000000000000" charset="-122"/>
                <a:cs typeface="PingFang SC" panose="020B0400000000000000" charset="-122"/>
              </a:rPr>
              <a:t>风控预警</a:t>
            </a:r>
            <a:endParaRPr sz="1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80" name="矩形 79"/>
          <p:cNvSpPr>
            <a:spLocks noGrp="1"/>
          </p:cNvSpPr>
          <p:nvPr/>
        </p:nvSpPr>
        <p:spPr>
          <a:xfrm>
            <a:off x="8373745" y="5756275"/>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0" b="0">
                <a:solidFill>
                  <a:srgbClr val="B9C3D0"/>
                </a:solidFill>
                <a:latin typeface="PingFang SC" panose="020B0400000000000000" charset="-122"/>
                <a:ea typeface="PingFang SC" panose="020B0400000000000000" charset="-122"/>
                <a:cs typeface="PingFang SC" panose="020B0400000000000000" charset="-122"/>
              </a:defRPr>
            </a:pPr>
            <a:r>
              <a:rPr sz="790" b="0">
                <a:solidFill>
                  <a:srgbClr val="B9C3D0"/>
                </a:solidFill>
                <a:latin typeface="PingFang SC" panose="020B0400000000000000" charset="-122"/>
                <a:ea typeface="PingFang SC" panose="020B0400000000000000" charset="-122"/>
                <a:cs typeface="PingFang SC" panose="020B0400000000000000" charset="-122"/>
              </a:rPr>
              <a:t>中心监控额度和异常</a:t>
            </a:r>
            <a:endParaRPr sz="790" b="0">
              <a:solidFill>
                <a:srgbClr val="B9C3D0"/>
              </a:solidFill>
              <a:latin typeface="PingFang SC" panose="020B0400000000000000" charset="-122"/>
              <a:ea typeface="PingFang SC" panose="020B0400000000000000" charset="-122"/>
              <a:cs typeface="PingFang SC" panose="020B0400000000000000" charset="-122"/>
            </a:endParaRPr>
          </a:p>
        </p:txBody>
      </p:sp>
      <p:sp>
        <p:nvSpPr>
          <p:cNvPr id="81" name="矩形 80"/>
          <p:cNvSpPr>
            <a:spLocks noGrp="1"/>
          </p:cNvSpPr>
          <p:nvPr/>
        </p:nvSpPr>
        <p:spPr>
          <a:xfrm>
            <a:off x="9288145" y="5670550"/>
            <a:ext cx="323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350" b="1">
                <a:solidFill>
                  <a:srgbClr val="5E6B7A"/>
                </a:solidFill>
                <a:latin typeface="PingFang SC" panose="020B0400000000000000" charset="-122"/>
                <a:ea typeface="PingFang SC" panose="020B0400000000000000" charset="-122"/>
                <a:cs typeface="PingFang SC" panose="020B0400000000000000" charset="-122"/>
              </a:defRPr>
            </a:pPr>
            <a:r>
              <a:rPr sz="1350" b="1">
                <a:solidFill>
                  <a:srgbClr val="5E6B7A"/>
                </a:solidFill>
                <a:latin typeface="PingFang SC" panose="020B0400000000000000" charset="-122"/>
                <a:ea typeface="PingFang SC" panose="020B0400000000000000" charset="-122"/>
                <a:cs typeface="PingFang SC" panose="020B0400000000000000" charset="-122"/>
              </a:rPr>
              <a:t>→</a:t>
            </a:r>
            <a:endParaRPr sz="1350" b="1">
              <a:solidFill>
                <a:srgbClr val="5E6B7A"/>
              </a:solidFill>
              <a:latin typeface="PingFang SC" panose="020B0400000000000000" charset="-122"/>
              <a:ea typeface="PingFang SC" panose="020B0400000000000000" charset="-122"/>
              <a:cs typeface="PingFang SC" panose="020B0400000000000000" charset="-122"/>
            </a:endParaRPr>
          </a:p>
        </p:txBody>
      </p:sp>
      <p:sp>
        <p:nvSpPr>
          <p:cNvPr id="82" name="椭圆 81"/>
          <p:cNvSpPr>
            <a:spLocks noGrp="1"/>
          </p:cNvSpPr>
          <p:nvPr/>
        </p:nvSpPr>
        <p:spPr>
          <a:xfrm>
            <a:off x="9592945" y="5613400"/>
            <a:ext cx="285750" cy="285750"/>
          </a:xfrm>
          <a:prstGeom prst="ellipse">
            <a:avLst/>
          </a:prstGeom>
          <a:solidFill>
            <a:srgbClr val="16A06A"/>
          </a:solidFill>
          <a:ln w="0">
            <a:solidFill>
              <a:srgbClr val="000000">
                <a:alpha val="0"/>
              </a:srgbClr>
            </a:solidFill>
          </a:ln>
        </p:spPr>
        <p:txBody>
          <a:bodyPr/>
          <a:lstStyle/>
          <a:p>
            <a:endParaRPr lang="en-GB"/>
          </a:p>
        </p:txBody>
      </p:sp>
      <p:sp>
        <p:nvSpPr>
          <p:cNvPr id="83" name="矩形 82"/>
          <p:cNvSpPr>
            <a:spLocks noGrp="1"/>
          </p:cNvSpPr>
          <p:nvPr/>
        </p:nvSpPr>
        <p:spPr>
          <a:xfrm>
            <a:off x="9592945" y="5670550"/>
            <a:ext cx="2857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FFFFFF"/>
                </a:solidFill>
                <a:latin typeface="PingFang SC" panose="020B0400000000000000" charset="-122"/>
                <a:ea typeface="PingFang SC" panose="020B0400000000000000" charset="-122"/>
                <a:cs typeface="PingFang SC" panose="020B0400000000000000" charset="-122"/>
              </a:defRPr>
            </a:pPr>
            <a:r>
              <a:rPr sz="975" b="1">
                <a:solidFill>
                  <a:srgbClr val="FFFFFF"/>
                </a:solidFill>
                <a:latin typeface="PingFang SC" panose="020B0400000000000000" charset="-122"/>
                <a:ea typeface="PingFang SC" panose="020B0400000000000000" charset="-122"/>
                <a:cs typeface="PingFang SC" panose="020B0400000000000000" charset="-122"/>
              </a:rPr>
              <a:t>5</a:t>
            </a:r>
            <a:endParaRPr sz="97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84" name="矩形 83"/>
          <p:cNvSpPr>
            <a:spLocks noGrp="1"/>
          </p:cNvSpPr>
          <p:nvPr/>
        </p:nvSpPr>
        <p:spPr>
          <a:xfrm>
            <a:off x="9973945" y="5546725"/>
            <a:ext cx="11239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1">
                <a:solidFill>
                  <a:srgbClr val="FFFFFF"/>
                </a:solidFill>
                <a:latin typeface="PingFang SC" panose="020B0400000000000000" charset="-122"/>
                <a:ea typeface="PingFang SC" panose="020B0400000000000000" charset="-122"/>
                <a:cs typeface="PingFang SC" panose="020B0400000000000000" charset="-122"/>
              </a:defRPr>
            </a:pPr>
            <a:r>
              <a:rPr sz="1125" b="1">
                <a:solidFill>
                  <a:srgbClr val="FFFFFF"/>
                </a:solidFill>
                <a:latin typeface="PingFang SC" panose="020B0400000000000000" charset="-122"/>
                <a:ea typeface="PingFang SC" panose="020B0400000000000000" charset="-122"/>
                <a:cs typeface="PingFang SC" panose="020B0400000000000000" charset="-122"/>
              </a:rPr>
              <a:t>清结算</a:t>
            </a:r>
            <a:endParaRPr sz="1125" b="1">
              <a:solidFill>
                <a:srgbClr val="FFFFFF"/>
              </a:solidFill>
              <a:latin typeface="PingFang SC" panose="020B0400000000000000" charset="-122"/>
              <a:ea typeface="PingFang SC" panose="020B0400000000000000" charset="-122"/>
              <a:cs typeface="PingFang SC" panose="020B0400000000000000" charset="-122"/>
            </a:endParaRPr>
          </a:p>
        </p:txBody>
      </p:sp>
      <p:sp>
        <p:nvSpPr>
          <p:cNvPr id="85" name="矩形 84"/>
          <p:cNvSpPr>
            <a:spLocks noGrp="1"/>
          </p:cNvSpPr>
          <p:nvPr/>
        </p:nvSpPr>
        <p:spPr>
          <a:xfrm>
            <a:off x="9973945" y="5756275"/>
            <a:ext cx="11430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790" b="0">
                <a:solidFill>
                  <a:srgbClr val="B9C3D0"/>
                </a:solidFill>
                <a:latin typeface="PingFang SC" panose="020B0400000000000000" charset="-122"/>
                <a:ea typeface="PingFang SC" panose="020B0400000000000000" charset="-122"/>
                <a:cs typeface="PingFang SC" panose="020B0400000000000000" charset="-122"/>
              </a:defRPr>
            </a:pPr>
            <a:r>
              <a:rPr sz="790" b="0">
                <a:solidFill>
                  <a:srgbClr val="B9C3D0"/>
                </a:solidFill>
                <a:latin typeface="PingFang SC" panose="020B0400000000000000" charset="-122"/>
                <a:ea typeface="PingFang SC" panose="020B0400000000000000" charset="-122"/>
                <a:cs typeface="PingFang SC" panose="020B0400000000000000" charset="-122"/>
              </a:rPr>
              <a:t>形成部门成本和对账结果</a:t>
            </a:r>
            <a:endParaRPr sz="790" b="0">
              <a:solidFill>
                <a:srgbClr val="B9C3D0"/>
              </a:solidFill>
              <a:latin typeface="PingFang SC" panose="020B0400000000000000" charset="-122"/>
              <a:ea typeface="PingFang SC" panose="020B0400000000000000" charset="-122"/>
              <a:cs typeface="PingFang SC" panose="020B0400000000000000" charset="-122"/>
            </a:endParaRPr>
          </a:p>
        </p:txBody>
      </p:sp>
      <p:sp>
        <p:nvSpPr>
          <p:cNvPr id="86" name="矩形 85"/>
          <p:cNvSpPr>
            <a:spLocks noGrp="1"/>
          </p:cNvSpPr>
          <p:nvPr/>
        </p:nvSpPr>
        <p:spPr>
          <a:xfrm>
            <a:off x="3143250" y="6203950"/>
            <a:ext cx="7810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45" b="0">
                <a:solidFill>
                  <a:srgbClr val="D6DEE8"/>
                </a:solidFill>
                <a:latin typeface="PingFang SC" panose="020B0400000000000000" charset="-122"/>
                <a:ea typeface="PingFang SC" panose="020B0400000000000000" charset="-122"/>
                <a:cs typeface="PingFang SC" panose="020B0400000000000000" charset="-122"/>
              </a:defRPr>
            </a:pPr>
            <a:r>
              <a:rPr sz="945" b="0">
                <a:solidFill>
                  <a:srgbClr val="D6DEE8"/>
                </a:solidFill>
                <a:latin typeface="PingFang SC" panose="020B0400000000000000" charset="-122"/>
                <a:ea typeface="PingFang SC" panose="020B0400000000000000" charset="-122"/>
                <a:cs typeface="PingFang SC" panose="020B0400000000000000" charset="-122"/>
              </a:rPr>
              <a:t>建议：会员积分管理中心作为统一中台，业务系统在授权额度内自行发放、核销，中心负责总额、风控和清结算。</a:t>
            </a:r>
            <a:endParaRPr sz="945" b="0">
              <a:solidFill>
                <a:srgbClr val="D6DEE8"/>
              </a:solidFill>
              <a:latin typeface="PingFang SC" panose="020B0400000000000000" charset="-122"/>
              <a:ea typeface="PingFang SC" panose="020B0400000000000000" charset="-122"/>
              <a:cs typeface="PingFang SC" panose="020B0400000000000000"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5208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rPr>
              <a:t>客户主数据流转与数据集成架构</a:t>
            </a: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7" name="矩形 6"/>
          <p:cNvSpPr>
            <a:spLocks noGrp="1"/>
          </p:cNvSpPr>
          <p:nvPr/>
        </p:nvSpPr>
        <p:spPr>
          <a:xfrm>
            <a:off x="457200" y="892175"/>
            <a:ext cx="88582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65" b="0">
                <a:solidFill>
                  <a:srgbClr val="647181"/>
                </a:solidFill>
                <a:latin typeface="PingFang SC" panose="020B0400000000000000" charset="-122"/>
                <a:ea typeface="PingFang SC" panose="020B0400000000000000" charset="-122"/>
                <a:cs typeface="PingFang SC" panose="020B0400000000000000" charset="-122"/>
              </a:defRPr>
            </a:pPr>
            <a:r>
              <a:rPr sz="1065" b="0">
                <a:solidFill>
                  <a:srgbClr val="647181"/>
                </a:solidFill>
                <a:latin typeface="PingFang SC" panose="020B0400000000000000" charset="-122"/>
                <a:ea typeface="PingFang SC" panose="020B0400000000000000" charset="-122"/>
                <a:cs typeface="PingFang SC" panose="020B0400000000000000" charset="-122"/>
              </a:rPr>
              <a:t>以智能客服为中心，按系统展示流入/流出数据；智能客服包含400、会员积分</a:t>
            </a:r>
            <a:r>
              <a:rPr lang="en-US" sz="1065" b="0">
                <a:solidFill>
                  <a:srgbClr val="647181"/>
                </a:solidFill>
                <a:latin typeface="PingFang SC" panose="020B0400000000000000" charset="-122"/>
                <a:ea typeface="PingFang SC" panose="020B0400000000000000" charset="-122"/>
                <a:cs typeface="PingFang SC" panose="020B0400000000000000" charset="-122"/>
              </a:rPr>
              <a:t>、</a:t>
            </a:r>
            <a:r>
              <a:rPr>
                <a:sym typeface="+mn-ea"/>
              </a:rPr>
              <a:t> </a:t>
            </a:r>
            <a:r>
              <a:rPr lang="zh-CN">
                <a:sym typeface="+mn-ea"/>
              </a:rPr>
              <a:t>客户数据</a:t>
            </a:r>
            <a:r>
              <a:rPr>
                <a:sym typeface="+mn-ea"/>
              </a:rPr>
              <a:t>CDP</a:t>
            </a:r>
            <a:r>
              <a:rPr sz="1065" b="0">
                <a:solidFill>
                  <a:srgbClr val="647181"/>
                </a:solidFill>
                <a:latin typeface="PingFang SC" panose="020B0400000000000000" charset="-122"/>
                <a:ea typeface="PingFang SC" panose="020B0400000000000000" charset="-122"/>
                <a:cs typeface="PingFang SC" panose="020B0400000000000000" charset="-122"/>
              </a:rPr>
              <a:t>模块，并向集团财务系统输出清结算数据。</a:t>
            </a:r>
            <a:endParaRPr sz="106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8" name="圆角矩形 7"/>
          <p:cNvSpPr>
            <a:spLocks noGrp="1"/>
          </p:cNvSpPr>
          <p:nvPr/>
        </p:nvSpPr>
        <p:spPr>
          <a:xfrm>
            <a:off x="8343900" y="568325"/>
            <a:ext cx="1009650" cy="285750"/>
          </a:xfrm>
          <a:prstGeom prst="roundRect">
            <a:avLst>
              <a:gd name="adj" fmla="val 26667"/>
            </a:avLst>
          </a:prstGeom>
          <a:solidFill>
            <a:srgbClr val="EAF1FF"/>
          </a:solidFill>
          <a:ln w="10478">
            <a:solidFill>
              <a:srgbClr val="246BFE"/>
            </a:solidFill>
          </a:ln>
        </p:spPr>
        <p:txBody>
          <a:bodyPr/>
          <a:lstStyle/>
          <a:p>
            <a:endParaRPr lang="en-GB"/>
          </a:p>
        </p:txBody>
      </p:sp>
      <p:sp>
        <p:nvSpPr>
          <p:cNvPr id="36" name="矩形 35"/>
          <p:cNvSpPr>
            <a:spLocks noGrp="1"/>
          </p:cNvSpPr>
          <p:nvPr/>
        </p:nvSpPr>
        <p:spPr>
          <a:xfrm>
            <a:off x="8420100" y="625475"/>
            <a:ext cx="857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15" b="1">
                <a:solidFill>
                  <a:srgbClr val="246BFE"/>
                </a:solidFill>
                <a:latin typeface="PingFang SC" panose="020B0400000000000000" charset="-122"/>
                <a:ea typeface="PingFang SC" panose="020B0400000000000000" charset="-122"/>
                <a:cs typeface="PingFang SC" panose="020B0400000000000000" charset="-122"/>
              </a:defRPr>
            </a:pPr>
            <a:r>
              <a:rPr sz="915" b="1">
                <a:solidFill>
                  <a:srgbClr val="246BFE"/>
                </a:solidFill>
                <a:latin typeface="PingFang SC" panose="020B0400000000000000" charset="-122"/>
                <a:ea typeface="PingFang SC" panose="020B0400000000000000" charset="-122"/>
                <a:cs typeface="PingFang SC" panose="020B0400000000000000" charset="-122"/>
              </a:rPr>
              <a:t>蓝色：本项目</a:t>
            </a:r>
            <a:endParaRPr sz="91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37" name="圆角矩形 36"/>
          <p:cNvSpPr>
            <a:spLocks noGrp="1"/>
          </p:cNvSpPr>
          <p:nvPr/>
        </p:nvSpPr>
        <p:spPr>
          <a:xfrm>
            <a:off x="9467850" y="568325"/>
            <a:ext cx="1066800" cy="285750"/>
          </a:xfrm>
          <a:prstGeom prst="roundRect">
            <a:avLst>
              <a:gd name="adj" fmla="val 26667"/>
            </a:avLst>
          </a:prstGeom>
          <a:solidFill>
            <a:srgbClr val="E8F7F0"/>
          </a:solidFill>
          <a:ln w="10478">
            <a:solidFill>
              <a:srgbClr val="16A06A"/>
            </a:solidFill>
          </a:ln>
        </p:spPr>
        <p:txBody>
          <a:bodyPr/>
          <a:lstStyle/>
          <a:p>
            <a:endParaRPr lang="en-GB"/>
          </a:p>
        </p:txBody>
      </p:sp>
      <p:sp>
        <p:nvSpPr>
          <p:cNvPr id="41" name="矩形 40"/>
          <p:cNvSpPr>
            <a:spLocks noGrp="1"/>
          </p:cNvSpPr>
          <p:nvPr/>
        </p:nvSpPr>
        <p:spPr>
          <a:xfrm>
            <a:off x="9544050" y="625475"/>
            <a:ext cx="9144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15" b="1">
                <a:solidFill>
                  <a:srgbClr val="16A06A"/>
                </a:solidFill>
                <a:latin typeface="PingFang SC" panose="020B0400000000000000" charset="-122"/>
                <a:ea typeface="PingFang SC" panose="020B0400000000000000" charset="-122"/>
                <a:cs typeface="PingFang SC" panose="020B0400000000000000" charset="-122"/>
              </a:defRPr>
            </a:pPr>
            <a:r>
              <a:rPr sz="915" b="1">
                <a:solidFill>
                  <a:srgbClr val="16A06A"/>
                </a:solidFill>
                <a:latin typeface="PingFang SC" panose="020B0400000000000000" charset="-122"/>
                <a:ea typeface="PingFang SC" panose="020B0400000000000000" charset="-122"/>
                <a:cs typeface="PingFang SC" panose="020B0400000000000000" charset="-122"/>
              </a:rPr>
              <a:t>绿色：外部系统</a:t>
            </a:r>
            <a:endParaRPr sz="915"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87" name="圆角矩形 86"/>
          <p:cNvSpPr>
            <a:spLocks noGrp="1"/>
          </p:cNvSpPr>
          <p:nvPr/>
        </p:nvSpPr>
        <p:spPr>
          <a:xfrm>
            <a:off x="10648950" y="568325"/>
            <a:ext cx="1085850" cy="285750"/>
          </a:xfrm>
          <a:prstGeom prst="roundRect">
            <a:avLst>
              <a:gd name="adj" fmla="val 26667"/>
            </a:avLst>
          </a:prstGeom>
          <a:solidFill>
            <a:srgbClr val="F0EDFF"/>
          </a:solidFill>
          <a:ln w="10478">
            <a:solidFill>
              <a:srgbClr val="6B4EFF"/>
            </a:solidFill>
          </a:ln>
        </p:spPr>
        <p:txBody>
          <a:bodyPr/>
          <a:lstStyle/>
          <a:p>
            <a:endParaRPr lang="en-GB"/>
          </a:p>
        </p:txBody>
      </p:sp>
      <p:sp>
        <p:nvSpPr>
          <p:cNvPr id="88" name="矩形 87"/>
          <p:cNvSpPr>
            <a:spLocks noGrp="1"/>
          </p:cNvSpPr>
          <p:nvPr/>
        </p:nvSpPr>
        <p:spPr>
          <a:xfrm>
            <a:off x="10725150" y="625475"/>
            <a:ext cx="9334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15" b="1">
                <a:solidFill>
                  <a:srgbClr val="6B4EFF"/>
                </a:solidFill>
                <a:latin typeface="PingFang SC" panose="020B0400000000000000" charset="-122"/>
                <a:ea typeface="PingFang SC" panose="020B0400000000000000" charset="-122"/>
                <a:cs typeface="PingFang SC" panose="020B0400000000000000" charset="-122"/>
              </a:defRPr>
            </a:pPr>
            <a:r>
              <a:rPr sz="915" b="1">
                <a:solidFill>
                  <a:srgbClr val="6B4EFF"/>
                </a:solidFill>
                <a:latin typeface="PingFang SC" panose="020B0400000000000000" charset="-122"/>
                <a:ea typeface="PingFang SC" panose="020B0400000000000000" charset="-122"/>
                <a:cs typeface="PingFang SC" panose="020B0400000000000000" charset="-122"/>
              </a:rPr>
              <a:t>紫色：上级组织</a:t>
            </a:r>
            <a:endParaRPr sz="915" b="1">
              <a:solidFill>
                <a:srgbClr val="6B4EFF"/>
              </a:solidFill>
              <a:latin typeface="PingFang SC" panose="020B0400000000000000" charset="-122"/>
              <a:ea typeface="PingFang SC" panose="020B0400000000000000" charset="-122"/>
              <a:cs typeface="PingFang SC" panose="020B0400000000000000" charset="-122"/>
            </a:endParaRPr>
          </a:p>
        </p:txBody>
      </p:sp>
      <p:sp>
        <p:nvSpPr>
          <p:cNvPr id="89" name="圆角矩形 88"/>
          <p:cNvSpPr>
            <a:spLocks noGrp="1"/>
          </p:cNvSpPr>
          <p:nvPr/>
        </p:nvSpPr>
        <p:spPr>
          <a:xfrm>
            <a:off x="457200" y="1235075"/>
            <a:ext cx="11277600" cy="3695700"/>
          </a:xfrm>
          <a:prstGeom prst="roundRect">
            <a:avLst>
              <a:gd name="adj" fmla="val 2062"/>
            </a:avLst>
          </a:prstGeom>
          <a:solidFill>
            <a:srgbClr val="FFFFFF"/>
          </a:solidFill>
          <a:ln w="10478">
            <a:solidFill>
              <a:srgbClr val="D7DEE8"/>
            </a:solidFill>
          </a:ln>
        </p:spPr>
        <p:txBody>
          <a:bodyPr/>
          <a:lstStyle/>
          <a:p>
            <a:endParaRPr lang="en-GB"/>
          </a:p>
        </p:txBody>
      </p:sp>
      <p:sp>
        <p:nvSpPr>
          <p:cNvPr id="90" name="圆角矩形 89"/>
          <p:cNvSpPr>
            <a:spLocks noGrp="1"/>
          </p:cNvSpPr>
          <p:nvPr/>
        </p:nvSpPr>
        <p:spPr>
          <a:xfrm>
            <a:off x="4781550" y="2111375"/>
            <a:ext cx="2628900" cy="2533650"/>
          </a:xfrm>
          <a:prstGeom prst="roundRect">
            <a:avLst>
              <a:gd name="adj" fmla="val 3008"/>
            </a:avLst>
          </a:prstGeom>
          <a:solidFill>
            <a:srgbClr val="EAF1FF"/>
          </a:solidFill>
          <a:ln w="14288">
            <a:solidFill>
              <a:srgbClr val="246BFE"/>
            </a:solidFill>
          </a:ln>
        </p:spPr>
        <p:txBody>
          <a:bodyPr/>
          <a:lstStyle/>
          <a:p>
            <a:endParaRPr lang="en-GB"/>
          </a:p>
        </p:txBody>
      </p:sp>
      <p:sp>
        <p:nvSpPr>
          <p:cNvPr id="91" name="矩形 90"/>
          <p:cNvSpPr>
            <a:spLocks noGrp="1"/>
          </p:cNvSpPr>
          <p:nvPr/>
        </p:nvSpPr>
        <p:spPr>
          <a:xfrm>
            <a:off x="4953000" y="2263775"/>
            <a:ext cx="2286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46BFE"/>
                </a:solidFill>
                <a:latin typeface="PingFang SC" panose="020B0400000000000000" charset="-122"/>
                <a:ea typeface="PingFang SC" panose="020B0400000000000000" charset="-122"/>
                <a:cs typeface="PingFang SC" panose="020B0400000000000000" charset="-122"/>
              </a:defRPr>
            </a:pPr>
            <a:r>
              <a:rPr sz="1650" b="1">
                <a:solidFill>
                  <a:srgbClr val="246BFE"/>
                </a:solidFill>
                <a:latin typeface="PingFang SC" panose="020B0400000000000000" charset="-122"/>
                <a:ea typeface="PingFang SC" panose="020B0400000000000000" charset="-122"/>
                <a:cs typeface="PingFang SC" panose="020B0400000000000000" charset="-122"/>
              </a:rPr>
              <a:t>智能客服服务中台</a:t>
            </a:r>
            <a:endParaRPr sz="165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92" name="圆角矩形 91"/>
          <p:cNvSpPr>
            <a:spLocks noGrp="1"/>
          </p:cNvSpPr>
          <p:nvPr/>
        </p:nvSpPr>
        <p:spPr>
          <a:xfrm>
            <a:off x="5286375" y="2797175"/>
            <a:ext cx="1619250" cy="457200"/>
          </a:xfrm>
          <a:prstGeom prst="roundRect">
            <a:avLst>
              <a:gd name="adj" fmla="val 16667"/>
            </a:avLst>
          </a:prstGeom>
          <a:solidFill>
            <a:srgbClr val="FFFFFF"/>
          </a:solidFill>
          <a:ln w="10478">
            <a:solidFill>
              <a:srgbClr val="246BFE"/>
            </a:solidFill>
          </a:ln>
        </p:spPr>
        <p:txBody>
          <a:bodyPr/>
          <a:lstStyle/>
          <a:p>
            <a:endParaRPr lang="en-GB"/>
          </a:p>
        </p:txBody>
      </p:sp>
      <p:sp>
        <p:nvSpPr>
          <p:cNvPr id="93" name="矩形 92"/>
          <p:cNvSpPr>
            <a:spLocks noGrp="1"/>
          </p:cNvSpPr>
          <p:nvPr/>
        </p:nvSpPr>
        <p:spPr>
          <a:xfrm>
            <a:off x="5381625" y="2873375"/>
            <a:ext cx="142875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15" b="1">
                <a:solidFill>
                  <a:srgbClr val="246BFE"/>
                </a:solidFill>
                <a:latin typeface="PingFang SC" panose="020B0400000000000000" charset="-122"/>
                <a:ea typeface="PingFang SC" panose="020B0400000000000000" charset="-122"/>
                <a:cs typeface="PingFang SC" panose="020B0400000000000000" charset="-122"/>
              </a:defRPr>
            </a:pPr>
            <a:r>
              <a:rPr sz="915" b="1">
                <a:solidFill>
                  <a:srgbClr val="246BFE"/>
                </a:solidFill>
                <a:latin typeface="PingFang SC" panose="020B0400000000000000" charset="-122"/>
                <a:ea typeface="PingFang SC" panose="020B0400000000000000" charset="-122"/>
                <a:cs typeface="PingFang SC" panose="020B0400000000000000" charset="-122"/>
              </a:rPr>
              <a:t>智能客服-CDP</a:t>
            </a:r>
            <a:endParaRPr sz="91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94" name="矩形 93"/>
          <p:cNvSpPr>
            <a:spLocks noGrp="1"/>
          </p:cNvSpPr>
          <p:nvPr/>
        </p:nvSpPr>
        <p:spPr>
          <a:xfrm>
            <a:off x="5381625" y="3054350"/>
            <a:ext cx="1428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647181"/>
                </a:solidFill>
                <a:latin typeface="PingFang SC" panose="020B0400000000000000" charset="-122"/>
                <a:ea typeface="PingFang SC" panose="020B0400000000000000" charset="-122"/>
                <a:cs typeface="PingFang SC" panose="020B0400000000000000" charset="-122"/>
              </a:defRPr>
            </a:pPr>
            <a:r>
              <a:rPr sz="675" b="0">
                <a:solidFill>
                  <a:srgbClr val="647181"/>
                </a:solidFill>
                <a:latin typeface="PingFang SC" panose="020B0400000000000000" charset="-122"/>
                <a:ea typeface="PingFang SC" panose="020B0400000000000000" charset="-122"/>
                <a:cs typeface="PingFang SC" panose="020B0400000000000000" charset="-122"/>
              </a:rPr>
              <a:t>客户主数据/标签</a:t>
            </a:r>
            <a:endParaRPr sz="67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95" name="圆角矩形 94"/>
          <p:cNvSpPr>
            <a:spLocks noGrp="1"/>
          </p:cNvSpPr>
          <p:nvPr/>
        </p:nvSpPr>
        <p:spPr>
          <a:xfrm>
            <a:off x="5286375" y="3387725"/>
            <a:ext cx="1619250" cy="457200"/>
          </a:xfrm>
          <a:prstGeom prst="roundRect">
            <a:avLst>
              <a:gd name="adj" fmla="val 16667"/>
            </a:avLst>
          </a:prstGeom>
          <a:solidFill>
            <a:srgbClr val="FFFFFF"/>
          </a:solidFill>
          <a:ln w="10478">
            <a:solidFill>
              <a:srgbClr val="246BFE"/>
            </a:solidFill>
          </a:ln>
        </p:spPr>
        <p:txBody>
          <a:bodyPr/>
          <a:lstStyle/>
          <a:p>
            <a:endParaRPr lang="en-GB"/>
          </a:p>
        </p:txBody>
      </p:sp>
      <p:sp>
        <p:nvSpPr>
          <p:cNvPr id="96" name="矩形 95"/>
          <p:cNvSpPr>
            <a:spLocks noGrp="1"/>
          </p:cNvSpPr>
          <p:nvPr/>
        </p:nvSpPr>
        <p:spPr>
          <a:xfrm>
            <a:off x="5381625" y="3463925"/>
            <a:ext cx="142875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15" b="1">
                <a:solidFill>
                  <a:srgbClr val="246BFE"/>
                </a:solidFill>
                <a:latin typeface="PingFang SC" panose="020B0400000000000000" charset="-122"/>
                <a:ea typeface="PingFang SC" panose="020B0400000000000000" charset="-122"/>
                <a:cs typeface="PingFang SC" panose="020B0400000000000000" charset="-122"/>
              </a:defRPr>
            </a:pPr>
            <a:r>
              <a:rPr sz="915" b="1">
                <a:solidFill>
                  <a:srgbClr val="246BFE"/>
                </a:solidFill>
                <a:latin typeface="PingFang SC" panose="020B0400000000000000" charset="-122"/>
                <a:ea typeface="PingFang SC" panose="020B0400000000000000" charset="-122"/>
                <a:cs typeface="PingFang SC" panose="020B0400000000000000" charset="-122"/>
              </a:rPr>
              <a:t>智能客服-400</a:t>
            </a:r>
            <a:endParaRPr sz="91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97" name="矩形 96"/>
          <p:cNvSpPr>
            <a:spLocks noGrp="1"/>
          </p:cNvSpPr>
          <p:nvPr/>
        </p:nvSpPr>
        <p:spPr>
          <a:xfrm>
            <a:off x="5381625" y="3644900"/>
            <a:ext cx="1428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647181"/>
                </a:solidFill>
                <a:latin typeface="PingFang SC" panose="020B0400000000000000" charset="-122"/>
                <a:ea typeface="PingFang SC" panose="020B0400000000000000" charset="-122"/>
                <a:cs typeface="PingFang SC" panose="020B0400000000000000" charset="-122"/>
              </a:defRPr>
            </a:pPr>
            <a:r>
              <a:rPr sz="675" b="0">
                <a:solidFill>
                  <a:srgbClr val="647181"/>
                </a:solidFill>
                <a:latin typeface="PingFang SC" panose="020B0400000000000000" charset="-122"/>
                <a:ea typeface="PingFang SC" panose="020B0400000000000000" charset="-122"/>
                <a:cs typeface="PingFang SC" panose="020B0400000000000000" charset="-122"/>
              </a:rPr>
              <a:t>工单/满意度</a:t>
            </a:r>
            <a:endParaRPr sz="67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98" name="圆角矩形 97"/>
          <p:cNvSpPr>
            <a:spLocks noGrp="1"/>
          </p:cNvSpPr>
          <p:nvPr/>
        </p:nvSpPr>
        <p:spPr>
          <a:xfrm>
            <a:off x="5286375" y="3978275"/>
            <a:ext cx="1619250" cy="457200"/>
          </a:xfrm>
          <a:prstGeom prst="roundRect">
            <a:avLst>
              <a:gd name="adj" fmla="val 16667"/>
            </a:avLst>
          </a:prstGeom>
          <a:solidFill>
            <a:srgbClr val="FFFFFF"/>
          </a:solidFill>
          <a:ln w="10478">
            <a:solidFill>
              <a:srgbClr val="246BFE"/>
            </a:solidFill>
          </a:ln>
        </p:spPr>
        <p:txBody>
          <a:bodyPr/>
          <a:lstStyle/>
          <a:p>
            <a:endParaRPr lang="en-GB"/>
          </a:p>
        </p:txBody>
      </p:sp>
      <p:sp>
        <p:nvSpPr>
          <p:cNvPr id="99" name="矩形 98"/>
          <p:cNvSpPr>
            <a:spLocks noGrp="1"/>
          </p:cNvSpPr>
          <p:nvPr/>
        </p:nvSpPr>
        <p:spPr>
          <a:xfrm>
            <a:off x="5381625" y="4054475"/>
            <a:ext cx="142875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15" b="1">
                <a:solidFill>
                  <a:srgbClr val="246BFE"/>
                </a:solidFill>
                <a:latin typeface="PingFang SC" panose="020B0400000000000000" charset="-122"/>
                <a:ea typeface="PingFang SC" panose="020B0400000000000000" charset="-122"/>
                <a:cs typeface="PingFang SC" panose="020B0400000000000000" charset="-122"/>
              </a:defRPr>
            </a:pPr>
            <a:r>
              <a:rPr sz="915" b="1">
                <a:solidFill>
                  <a:srgbClr val="246BFE"/>
                </a:solidFill>
                <a:latin typeface="PingFang SC" panose="020B0400000000000000" charset="-122"/>
                <a:ea typeface="PingFang SC" panose="020B0400000000000000" charset="-122"/>
                <a:cs typeface="PingFang SC" panose="020B0400000000000000" charset="-122"/>
              </a:rPr>
              <a:t>会员积分模块</a:t>
            </a:r>
            <a:endParaRPr sz="91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00" name="矩形 99"/>
          <p:cNvSpPr>
            <a:spLocks noGrp="1"/>
          </p:cNvSpPr>
          <p:nvPr/>
        </p:nvSpPr>
        <p:spPr>
          <a:xfrm>
            <a:off x="5381625" y="4235450"/>
            <a:ext cx="1428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75" b="0">
                <a:solidFill>
                  <a:srgbClr val="647181"/>
                </a:solidFill>
                <a:latin typeface="PingFang SC" panose="020B0400000000000000" charset="-122"/>
                <a:ea typeface="PingFang SC" panose="020B0400000000000000" charset="-122"/>
                <a:cs typeface="PingFang SC" panose="020B0400000000000000" charset="-122"/>
              </a:defRPr>
            </a:pPr>
            <a:r>
              <a:rPr sz="675" b="0">
                <a:solidFill>
                  <a:srgbClr val="647181"/>
                </a:solidFill>
                <a:latin typeface="PingFang SC" panose="020B0400000000000000" charset="-122"/>
                <a:ea typeface="PingFang SC" panose="020B0400000000000000" charset="-122"/>
                <a:cs typeface="PingFang SC" panose="020B0400000000000000" charset="-122"/>
              </a:rPr>
              <a:t>积分/优惠/清结算</a:t>
            </a:r>
            <a:endParaRPr sz="67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01" name="矩形 100"/>
          <p:cNvSpPr>
            <a:spLocks noGrp="1"/>
          </p:cNvSpPr>
          <p:nvPr/>
        </p:nvSpPr>
        <p:spPr>
          <a:xfrm>
            <a:off x="4953000" y="4445000"/>
            <a:ext cx="228600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65" b="0">
                <a:solidFill>
                  <a:srgbClr val="17202A"/>
                </a:solidFill>
                <a:latin typeface="PingFang SC" panose="020B0400000000000000" charset="-122"/>
                <a:ea typeface="PingFang SC" panose="020B0400000000000000" charset="-122"/>
                <a:cs typeface="PingFang SC" panose="020B0400000000000000" charset="-122"/>
              </a:defRPr>
            </a:pPr>
            <a:r>
              <a:rPr sz="765" b="0">
                <a:solidFill>
                  <a:srgbClr val="17202A"/>
                </a:solidFill>
                <a:latin typeface="PingFang SC" panose="020B0400000000000000" charset="-122"/>
                <a:ea typeface="PingFang SC" panose="020B0400000000000000" charset="-122"/>
                <a:cs typeface="PingFang SC" panose="020B0400000000000000" charset="-122"/>
              </a:rPr>
              <a:t>统一客户ID、数据去重、积分会员、服务触达</a:t>
            </a:r>
            <a:endParaRPr sz="76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02" name="圆角矩形 101"/>
          <p:cNvSpPr>
            <a:spLocks noGrp="1"/>
          </p:cNvSpPr>
          <p:nvPr/>
        </p:nvSpPr>
        <p:spPr>
          <a:xfrm>
            <a:off x="4762500" y="1368425"/>
            <a:ext cx="2667000" cy="438150"/>
          </a:xfrm>
          <a:prstGeom prst="roundRect">
            <a:avLst>
              <a:gd name="adj" fmla="val 17391"/>
            </a:avLst>
          </a:prstGeom>
          <a:solidFill>
            <a:srgbClr val="F0EDFF"/>
          </a:solidFill>
          <a:ln w="11430">
            <a:solidFill>
              <a:srgbClr val="6B4EFF"/>
            </a:solidFill>
          </a:ln>
        </p:spPr>
        <p:txBody>
          <a:bodyPr/>
          <a:lstStyle/>
          <a:p>
            <a:endParaRPr lang="en-GB"/>
          </a:p>
        </p:txBody>
      </p:sp>
      <p:sp>
        <p:nvSpPr>
          <p:cNvPr id="103" name="矩形 102"/>
          <p:cNvSpPr>
            <a:spLocks noGrp="1"/>
          </p:cNvSpPr>
          <p:nvPr/>
        </p:nvSpPr>
        <p:spPr>
          <a:xfrm>
            <a:off x="4933950" y="1444625"/>
            <a:ext cx="23241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15" b="1">
                <a:solidFill>
                  <a:srgbClr val="6B4EFF"/>
                </a:solidFill>
                <a:latin typeface="PingFang SC" panose="020B0400000000000000" charset="-122"/>
                <a:ea typeface="PingFang SC" panose="020B0400000000000000" charset="-122"/>
                <a:cs typeface="PingFang SC" panose="020B0400000000000000" charset="-122"/>
              </a:defRPr>
            </a:pPr>
            <a:r>
              <a:rPr sz="1015" b="1">
                <a:solidFill>
                  <a:srgbClr val="6B4EFF"/>
                </a:solidFill>
                <a:latin typeface="PingFang SC" panose="020B0400000000000000" charset="-122"/>
                <a:ea typeface="PingFang SC" panose="020B0400000000000000" charset="-122"/>
                <a:cs typeface="PingFang SC" panose="020B0400000000000000" charset="-122"/>
              </a:rPr>
              <a:t>集团财务系统（上级组织）</a:t>
            </a:r>
            <a:endParaRPr sz="1015" b="1">
              <a:solidFill>
                <a:srgbClr val="6B4EFF"/>
              </a:solidFill>
              <a:latin typeface="PingFang SC" panose="020B0400000000000000" charset="-122"/>
              <a:ea typeface="PingFang SC" panose="020B0400000000000000" charset="-122"/>
              <a:cs typeface="PingFang SC" panose="020B0400000000000000" charset="-122"/>
            </a:endParaRPr>
          </a:p>
        </p:txBody>
      </p:sp>
      <p:sp>
        <p:nvSpPr>
          <p:cNvPr id="104" name="矩形 103"/>
          <p:cNvSpPr>
            <a:spLocks noGrp="1"/>
          </p:cNvSpPr>
          <p:nvPr/>
        </p:nvSpPr>
        <p:spPr>
          <a:xfrm>
            <a:off x="4933950" y="1616075"/>
            <a:ext cx="232410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05" b="0">
                <a:solidFill>
                  <a:srgbClr val="17202A"/>
                </a:solidFill>
                <a:latin typeface="PingFang SC" panose="020B0400000000000000" charset="-122"/>
                <a:ea typeface="PingFang SC" panose="020B0400000000000000" charset="-122"/>
                <a:cs typeface="PingFang SC" panose="020B0400000000000000" charset="-122"/>
              </a:defRPr>
            </a:pPr>
            <a:r>
              <a:rPr sz="705" b="0">
                <a:solidFill>
                  <a:srgbClr val="17202A"/>
                </a:solidFill>
                <a:latin typeface="PingFang SC" panose="020B0400000000000000" charset="-122"/>
                <a:ea typeface="PingFang SC" panose="020B0400000000000000" charset="-122"/>
                <a:cs typeface="PingFang SC" panose="020B0400000000000000" charset="-122"/>
              </a:rPr>
              <a:t>接收：会员积分模块积分清结算数据</a:t>
            </a:r>
            <a:endParaRPr sz="70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05" name="矩形 104"/>
          <p:cNvSpPr>
            <a:spLocks noGrp="1"/>
          </p:cNvSpPr>
          <p:nvPr/>
        </p:nvSpPr>
        <p:spPr>
          <a:xfrm>
            <a:off x="5772150" y="1749425"/>
            <a:ext cx="6477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800" b="1">
                <a:solidFill>
                  <a:srgbClr val="6B4EFF"/>
                </a:solidFill>
                <a:latin typeface="PingFang SC" panose="020B0400000000000000" charset="-122"/>
                <a:ea typeface="PingFang SC" panose="020B0400000000000000" charset="-122"/>
                <a:cs typeface="PingFang SC" panose="020B0400000000000000" charset="-122"/>
              </a:defRPr>
            </a:pPr>
            <a:r>
              <a:rPr sz="1800" b="1">
                <a:solidFill>
                  <a:srgbClr val="6B4EFF"/>
                </a:solidFill>
                <a:latin typeface="PingFang SC" panose="020B0400000000000000" charset="-122"/>
                <a:ea typeface="PingFang SC" panose="020B0400000000000000" charset="-122"/>
                <a:cs typeface="PingFang SC" panose="020B0400000000000000" charset="-122"/>
              </a:rPr>
              <a:t>↑</a:t>
            </a:r>
            <a:endParaRPr sz="1800" b="1">
              <a:solidFill>
                <a:srgbClr val="6B4EFF"/>
              </a:solidFill>
              <a:latin typeface="PingFang SC" panose="020B0400000000000000" charset="-122"/>
              <a:ea typeface="PingFang SC" panose="020B0400000000000000" charset="-122"/>
              <a:cs typeface="PingFang SC" panose="020B0400000000000000" charset="-122"/>
            </a:endParaRPr>
          </a:p>
        </p:txBody>
      </p:sp>
      <p:sp>
        <p:nvSpPr>
          <p:cNvPr id="106" name="圆角矩形 105"/>
          <p:cNvSpPr>
            <a:spLocks noGrp="1"/>
          </p:cNvSpPr>
          <p:nvPr/>
        </p:nvSpPr>
        <p:spPr>
          <a:xfrm>
            <a:off x="685800" y="1901825"/>
            <a:ext cx="3429000" cy="647700"/>
          </a:xfrm>
          <a:prstGeom prst="roundRect">
            <a:avLst>
              <a:gd name="adj" fmla="val 11765"/>
            </a:avLst>
          </a:prstGeom>
          <a:solidFill>
            <a:srgbClr val="FFFFFF"/>
          </a:solidFill>
          <a:ln w="10478">
            <a:solidFill>
              <a:srgbClr val="16A06A"/>
            </a:solidFill>
          </a:ln>
        </p:spPr>
        <p:txBody>
          <a:bodyPr/>
          <a:lstStyle/>
          <a:p>
            <a:endParaRPr lang="en-GB"/>
          </a:p>
        </p:txBody>
      </p:sp>
      <p:sp>
        <p:nvSpPr>
          <p:cNvPr id="107" name="矩形 106"/>
          <p:cNvSpPr>
            <a:spLocks noGrp="1"/>
          </p:cNvSpPr>
          <p:nvPr/>
        </p:nvSpPr>
        <p:spPr>
          <a:xfrm>
            <a:off x="781050" y="1968500"/>
            <a:ext cx="3238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40" b="1">
                <a:solidFill>
                  <a:srgbClr val="16A06A"/>
                </a:solidFill>
                <a:latin typeface="PingFang SC" panose="020B0400000000000000" charset="-122"/>
                <a:ea typeface="PingFang SC" panose="020B0400000000000000" charset="-122"/>
                <a:cs typeface="PingFang SC" panose="020B0400000000000000" charset="-122"/>
              </a:defRPr>
            </a:pPr>
            <a:r>
              <a:rPr sz="940" b="1">
                <a:solidFill>
                  <a:srgbClr val="16A06A"/>
                </a:solidFill>
                <a:latin typeface="PingFang SC" panose="020B0400000000000000" charset="-122"/>
                <a:ea typeface="PingFang SC" panose="020B0400000000000000" charset="-122"/>
                <a:cs typeface="PingFang SC" panose="020B0400000000000000" charset="-122"/>
              </a:rPr>
              <a:t>运营一体化</a:t>
            </a:r>
            <a:endParaRPr sz="940"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108" name="矩形 107"/>
          <p:cNvSpPr>
            <a:spLocks noGrp="1"/>
          </p:cNvSpPr>
          <p:nvPr/>
        </p:nvSpPr>
        <p:spPr>
          <a:xfrm>
            <a:off x="781050" y="2120900"/>
            <a:ext cx="32385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60" b="0">
                <a:solidFill>
                  <a:srgbClr val="647181"/>
                </a:solidFill>
                <a:latin typeface="PingFang SC" panose="020B0400000000000000" charset="-122"/>
                <a:ea typeface="PingFang SC" panose="020B0400000000000000" charset="-122"/>
                <a:cs typeface="PingFang SC" panose="020B0400000000000000" charset="-122"/>
              </a:defRPr>
            </a:pPr>
            <a:r>
              <a:rPr sz="660" b="0">
                <a:solidFill>
                  <a:srgbClr val="647181"/>
                </a:solidFill>
                <a:latin typeface="PingFang SC" panose="020B0400000000000000" charset="-122"/>
                <a:ea typeface="PingFang SC" panose="020B0400000000000000" charset="-122"/>
                <a:cs typeface="PingFang SC" panose="020B0400000000000000" charset="-122"/>
              </a:rPr>
              <a:t>来源：一体化</a:t>
            </a:r>
            <a:endParaRPr sz="66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09" name="矩形 108"/>
          <p:cNvSpPr>
            <a:spLocks noGrp="1"/>
          </p:cNvSpPr>
          <p:nvPr/>
        </p:nvSpPr>
        <p:spPr>
          <a:xfrm>
            <a:off x="800100" y="227330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C67A10"/>
                </a:solidFill>
                <a:latin typeface="PingFang SC" panose="020B0400000000000000" charset="-122"/>
                <a:ea typeface="PingFang SC" panose="020B0400000000000000" charset="-122"/>
                <a:cs typeface="PingFang SC" panose="020B0400000000000000" charset="-122"/>
              </a:defRPr>
            </a:pPr>
            <a:r>
              <a:rPr sz="715" b="1">
                <a:solidFill>
                  <a:srgbClr val="C67A10"/>
                </a:solidFill>
                <a:latin typeface="PingFang SC" panose="020B0400000000000000" charset="-122"/>
                <a:ea typeface="PingFang SC" panose="020B0400000000000000" charset="-122"/>
                <a:cs typeface="PingFang SC" panose="020B0400000000000000" charset="-122"/>
              </a:rPr>
              <a:t>入</a:t>
            </a:r>
            <a:endParaRPr sz="715"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10" name="矩形 109"/>
          <p:cNvSpPr>
            <a:spLocks noGrp="1"/>
          </p:cNvSpPr>
          <p:nvPr/>
        </p:nvSpPr>
        <p:spPr>
          <a:xfrm>
            <a:off x="1143000" y="226377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资产/用户/满意度 → CDP；工单 → 400</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11" name="矩形 110"/>
          <p:cNvSpPr>
            <a:spLocks noGrp="1"/>
          </p:cNvSpPr>
          <p:nvPr/>
        </p:nvSpPr>
        <p:spPr>
          <a:xfrm>
            <a:off x="800100" y="242570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246BFE"/>
                </a:solidFill>
                <a:latin typeface="PingFang SC" panose="020B0400000000000000" charset="-122"/>
                <a:ea typeface="PingFang SC" panose="020B0400000000000000" charset="-122"/>
                <a:cs typeface="PingFang SC" panose="020B0400000000000000" charset="-122"/>
              </a:defRPr>
            </a:pPr>
            <a:r>
              <a:rPr sz="715" b="1">
                <a:solidFill>
                  <a:srgbClr val="246BFE"/>
                </a:solidFill>
                <a:latin typeface="PingFang SC" panose="020B0400000000000000" charset="-122"/>
                <a:ea typeface="PingFang SC" panose="020B0400000000000000" charset="-122"/>
                <a:cs typeface="PingFang SC" panose="020B0400000000000000" charset="-122"/>
              </a:rPr>
              <a:t>出</a:t>
            </a:r>
            <a:endParaRPr sz="71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12" name="矩形 111"/>
          <p:cNvSpPr>
            <a:spLocks noGrp="1"/>
          </p:cNvSpPr>
          <p:nvPr/>
        </p:nvSpPr>
        <p:spPr>
          <a:xfrm>
            <a:off x="1143000" y="241617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标签/客户信息修改 → 一体化</a:t>
            </a:r>
            <a:r>
              <a:rPr lang="en-US" sz="645" b="0">
                <a:solidFill>
                  <a:srgbClr val="17202A"/>
                </a:solidFill>
                <a:latin typeface="PingFang SC" panose="020B0400000000000000" charset="-122"/>
                <a:ea typeface="PingFang SC" panose="020B0400000000000000" charset="-122"/>
                <a:cs typeface="PingFang SC" panose="020B0400000000000000" charset="-122"/>
              </a:rPr>
              <a:t>；400 </a:t>
            </a:r>
            <a:r>
              <a:rPr>
                <a:sym typeface="+mn-ea"/>
              </a:rPr>
              <a:t>→ </a:t>
            </a:r>
            <a:r>
              <a:rPr lang="zh-CN">
                <a:sym typeface="+mn-ea"/>
              </a:rPr>
              <a:t>创建工单</a:t>
            </a:r>
            <a:endParaRPr lang="zh-CN">
              <a:sym typeface="+mn-ea"/>
            </a:endParaRPr>
          </a:p>
        </p:txBody>
      </p:sp>
      <p:sp>
        <p:nvSpPr>
          <p:cNvPr id="113" name="圆角矩形 112"/>
          <p:cNvSpPr>
            <a:spLocks noGrp="1"/>
          </p:cNvSpPr>
          <p:nvPr/>
        </p:nvSpPr>
        <p:spPr>
          <a:xfrm>
            <a:off x="685800" y="2644775"/>
            <a:ext cx="3429000" cy="647700"/>
          </a:xfrm>
          <a:prstGeom prst="roundRect">
            <a:avLst>
              <a:gd name="adj" fmla="val 11765"/>
            </a:avLst>
          </a:prstGeom>
          <a:solidFill>
            <a:srgbClr val="FFFFFF"/>
          </a:solidFill>
          <a:ln w="10478">
            <a:solidFill>
              <a:srgbClr val="16A06A"/>
            </a:solidFill>
          </a:ln>
        </p:spPr>
        <p:txBody>
          <a:bodyPr/>
          <a:lstStyle/>
          <a:p>
            <a:endParaRPr lang="en-GB"/>
          </a:p>
        </p:txBody>
      </p:sp>
      <p:sp>
        <p:nvSpPr>
          <p:cNvPr id="114" name="矩形 113"/>
          <p:cNvSpPr>
            <a:spLocks noGrp="1"/>
          </p:cNvSpPr>
          <p:nvPr/>
        </p:nvSpPr>
        <p:spPr>
          <a:xfrm>
            <a:off x="781050" y="2711450"/>
            <a:ext cx="3238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40" b="1">
                <a:solidFill>
                  <a:srgbClr val="16A06A"/>
                </a:solidFill>
                <a:latin typeface="PingFang SC" panose="020B0400000000000000" charset="-122"/>
                <a:ea typeface="PingFang SC" panose="020B0400000000000000" charset="-122"/>
                <a:cs typeface="PingFang SC" panose="020B0400000000000000" charset="-122"/>
              </a:defRPr>
            </a:pPr>
            <a:r>
              <a:rPr sz="940" b="1">
                <a:solidFill>
                  <a:srgbClr val="16A06A"/>
                </a:solidFill>
                <a:latin typeface="PingFang SC" panose="020B0400000000000000" charset="-122"/>
                <a:ea typeface="PingFang SC" panose="020B0400000000000000" charset="-122"/>
                <a:cs typeface="PingFang SC" panose="020B0400000000000000" charset="-122"/>
              </a:rPr>
              <a:t>商业会员系统（安荟邻）</a:t>
            </a:r>
            <a:endParaRPr sz="940"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115" name="矩形 114"/>
          <p:cNvSpPr>
            <a:spLocks noGrp="1"/>
          </p:cNvSpPr>
          <p:nvPr/>
        </p:nvSpPr>
        <p:spPr>
          <a:xfrm>
            <a:off x="781050" y="2863850"/>
            <a:ext cx="32385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60" b="0">
                <a:solidFill>
                  <a:srgbClr val="647181"/>
                </a:solidFill>
                <a:latin typeface="PingFang SC" panose="020B0400000000000000" charset="-122"/>
                <a:ea typeface="PingFang SC" panose="020B0400000000000000" charset="-122"/>
                <a:cs typeface="PingFang SC" panose="020B0400000000000000" charset="-122"/>
              </a:defRPr>
            </a:pPr>
            <a:r>
              <a:rPr sz="660" b="0">
                <a:solidFill>
                  <a:srgbClr val="647181"/>
                </a:solidFill>
                <a:latin typeface="PingFang SC" panose="020B0400000000000000" charset="-122"/>
                <a:ea typeface="PingFang SC" panose="020B0400000000000000" charset="-122"/>
                <a:cs typeface="PingFang SC" panose="020B0400000000000000" charset="-122"/>
              </a:rPr>
              <a:t>来源：商业平台</a:t>
            </a:r>
            <a:endParaRPr sz="66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16" name="矩形 115"/>
          <p:cNvSpPr>
            <a:spLocks noGrp="1"/>
          </p:cNvSpPr>
          <p:nvPr/>
        </p:nvSpPr>
        <p:spPr>
          <a:xfrm>
            <a:off x="800100" y="301625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C67A10"/>
                </a:solidFill>
                <a:latin typeface="PingFang SC" panose="020B0400000000000000" charset="-122"/>
                <a:ea typeface="PingFang SC" panose="020B0400000000000000" charset="-122"/>
                <a:cs typeface="PingFang SC" panose="020B0400000000000000" charset="-122"/>
              </a:defRPr>
            </a:pPr>
            <a:r>
              <a:rPr sz="715" b="1">
                <a:solidFill>
                  <a:srgbClr val="C67A10"/>
                </a:solidFill>
                <a:latin typeface="PingFang SC" panose="020B0400000000000000" charset="-122"/>
                <a:ea typeface="PingFang SC" panose="020B0400000000000000" charset="-122"/>
                <a:cs typeface="PingFang SC" panose="020B0400000000000000" charset="-122"/>
              </a:rPr>
              <a:t>入</a:t>
            </a:r>
            <a:endParaRPr sz="715"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17" name="矩形 116"/>
          <p:cNvSpPr>
            <a:spLocks noGrp="1"/>
          </p:cNvSpPr>
          <p:nvPr/>
        </p:nvSpPr>
        <p:spPr>
          <a:xfrm>
            <a:off x="1143000" y="300672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用户/积分/行为/招商 → CDP/积分/400</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18" name="矩形 117"/>
          <p:cNvSpPr>
            <a:spLocks noGrp="1"/>
          </p:cNvSpPr>
          <p:nvPr/>
        </p:nvSpPr>
        <p:spPr>
          <a:xfrm>
            <a:off x="800100" y="316865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246BFE"/>
                </a:solidFill>
                <a:latin typeface="PingFang SC" panose="020B0400000000000000" charset="-122"/>
                <a:ea typeface="PingFang SC" panose="020B0400000000000000" charset="-122"/>
                <a:cs typeface="PingFang SC" panose="020B0400000000000000" charset="-122"/>
              </a:defRPr>
            </a:pPr>
            <a:r>
              <a:rPr sz="715" b="1">
                <a:solidFill>
                  <a:srgbClr val="246BFE"/>
                </a:solidFill>
                <a:latin typeface="PingFang SC" panose="020B0400000000000000" charset="-122"/>
                <a:ea typeface="PingFang SC" panose="020B0400000000000000" charset="-122"/>
                <a:cs typeface="PingFang SC" panose="020B0400000000000000" charset="-122"/>
              </a:rPr>
              <a:t>出</a:t>
            </a:r>
            <a:endParaRPr sz="71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19" name="矩形 118"/>
          <p:cNvSpPr>
            <a:spLocks noGrp="1"/>
          </p:cNvSpPr>
          <p:nvPr/>
        </p:nvSpPr>
        <p:spPr>
          <a:xfrm>
            <a:off x="1143000" y="315912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积分中台/清洗客户/标签 → 安荟邻</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20" name="圆角矩形 119"/>
          <p:cNvSpPr>
            <a:spLocks noGrp="1"/>
          </p:cNvSpPr>
          <p:nvPr/>
        </p:nvSpPr>
        <p:spPr>
          <a:xfrm>
            <a:off x="685800" y="3387725"/>
            <a:ext cx="3429000" cy="647700"/>
          </a:xfrm>
          <a:prstGeom prst="roundRect">
            <a:avLst>
              <a:gd name="adj" fmla="val 11765"/>
            </a:avLst>
          </a:prstGeom>
          <a:solidFill>
            <a:srgbClr val="FFFFFF"/>
          </a:solidFill>
          <a:ln w="10478">
            <a:solidFill>
              <a:srgbClr val="16A06A"/>
            </a:solidFill>
          </a:ln>
        </p:spPr>
        <p:txBody>
          <a:bodyPr/>
          <a:lstStyle/>
          <a:p>
            <a:endParaRPr lang="en-GB"/>
          </a:p>
        </p:txBody>
      </p:sp>
      <p:sp>
        <p:nvSpPr>
          <p:cNvPr id="121" name="矩形 120"/>
          <p:cNvSpPr>
            <a:spLocks noGrp="1"/>
          </p:cNvSpPr>
          <p:nvPr/>
        </p:nvSpPr>
        <p:spPr>
          <a:xfrm>
            <a:off x="781050" y="3454400"/>
            <a:ext cx="3238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40" b="1">
                <a:solidFill>
                  <a:srgbClr val="16A06A"/>
                </a:solidFill>
                <a:latin typeface="PingFang SC" panose="020B0400000000000000" charset="-122"/>
                <a:ea typeface="PingFang SC" panose="020B0400000000000000" charset="-122"/>
                <a:cs typeface="PingFang SC" panose="020B0400000000000000" charset="-122"/>
              </a:defRPr>
            </a:pPr>
            <a:r>
              <a:rPr sz="940" b="1">
                <a:solidFill>
                  <a:srgbClr val="16A06A"/>
                </a:solidFill>
                <a:latin typeface="PingFang SC" panose="020B0400000000000000" charset="-122"/>
                <a:ea typeface="PingFang SC" panose="020B0400000000000000" charset="-122"/>
                <a:cs typeface="PingFang SC" panose="020B0400000000000000" charset="-122"/>
              </a:rPr>
              <a:t>停车系统 / 安邻充</a:t>
            </a:r>
            <a:endParaRPr sz="940"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122" name="矩形 121"/>
          <p:cNvSpPr>
            <a:spLocks noGrp="1"/>
          </p:cNvSpPr>
          <p:nvPr/>
        </p:nvSpPr>
        <p:spPr>
          <a:xfrm>
            <a:off x="781050" y="3606800"/>
            <a:ext cx="32385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60" b="0">
                <a:solidFill>
                  <a:srgbClr val="647181"/>
                </a:solidFill>
                <a:latin typeface="PingFang SC" panose="020B0400000000000000" charset="-122"/>
                <a:ea typeface="PingFang SC" panose="020B0400000000000000" charset="-122"/>
                <a:cs typeface="PingFang SC" panose="020B0400000000000000" charset="-122"/>
              </a:defRPr>
            </a:pPr>
            <a:r>
              <a:rPr sz="660" b="0">
                <a:solidFill>
                  <a:srgbClr val="647181"/>
                </a:solidFill>
                <a:latin typeface="PingFang SC" panose="020B0400000000000000" charset="-122"/>
                <a:ea typeface="PingFang SC" panose="020B0400000000000000" charset="-122"/>
                <a:cs typeface="PingFang SC" panose="020B0400000000000000" charset="-122"/>
              </a:rPr>
              <a:t>来源：停车、充电桩</a:t>
            </a:r>
            <a:endParaRPr sz="66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23" name="矩形 122"/>
          <p:cNvSpPr>
            <a:spLocks noGrp="1"/>
          </p:cNvSpPr>
          <p:nvPr/>
        </p:nvSpPr>
        <p:spPr>
          <a:xfrm>
            <a:off x="800100" y="375920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C67A10"/>
                </a:solidFill>
                <a:latin typeface="PingFang SC" panose="020B0400000000000000" charset="-122"/>
                <a:ea typeface="PingFang SC" panose="020B0400000000000000" charset="-122"/>
                <a:cs typeface="PingFang SC" panose="020B0400000000000000" charset="-122"/>
              </a:defRPr>
            </a:pPr>
            <a:r>
              <a:rPr sz="715" b="1">
                <a:solidFill>
                  <a:srgbClr val="C67A10"/>
                </a:solidFill>
                <a:latin typeface="PingFang SC" panose="020B0400000000000000" charset="-122"/>
                <a:ea typeface="PingFang SC" panose="020B0400000000000000" charset="-122"/>
                <a:cs typeface="PingFang SC" panose="020B0400000000000000" charset="-122"/>
              </a:rPr>
              <a:t>入</a:t>
            </a:r>
            <a:endParaRPr sz="715"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24" name="矩形 123"/>
          <p:cNvSpPr>
            <a:spLocks noGrp="1"/>
          </p:cNvSpPr>
          <p:nvPr/>
        </p:nvSpPr>
        <p:spPr>
          <a:xfrm>
            <a:off x="1143000" y="374967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优惠 → 积分；</a:t>
            </a:r>
            <a:r>
              <a:rPr lang="zh-CN" sz="645" b="0">
                <a:solidFill>
                  <a:srgbClr val="17202A"/>
                </a:solidFill>
                <a:latin typeface="PingFang SC" panose="020B0400000000000000" charset="-122"/>
                <a:ea typeface="PingFang SC" panose="020B0400000000000000" charset="-122"/>
                <a:cs typeface="PingFang SC" panose="020B0400000000000000" charset="-122"/>
              </a:rPr>
              <a:t>停车充电</a:t>
            </a:r>
            <a:r>
              <a:rPr sz="645" b="0">
                <a:solidFill>
                  <a:srgbClr val="17202A"/>
                </a:solidFill>
                <a:latin typeface="PingFang SC" panose="020B0400000000000000" charset="-122"/>
                <a:ea typeface="PingFang SC" panose="020B0400000000000000" charset="-122"/>
                <a:cs typeface="PingFang SC" panose="020B0400000000000000" charset="-122"/>
              </a:rPr>
              <a:t>记录 → CDP</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25" name="矩形 124"/>
          <p:cNvSpPr>
            <a:spLocks noGrp="1"/>
          </p:cNvSpPr>
          <p:nvPr/>
        </p:nvSpPr>
        <p:spPr>
          <a:xfrm>
            <a:off x="800100" y="391160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246BFE"/>
                </a:solidFill>
                <a:latin typeface="PingFang SC" panose="020B0400000000000000" charset="-122"/>
                <a:ea typeface="PingFang SC" panose="020B0400000000000000" charset="-122"/>
                <a:cs typeface="PingFang SC" panose="020B0400000000000000" charset="-122"/>
              </a:defRPr>
            </a:pPr>
            <a:r>
              <a:rPr sz="715" b="1">
                <a:solidFill>
                  <a:srgbClr val="246BFE"/>
                </a:solidFill>
                <a:latin typeface="PingFang SC" panose="020B0400000000000000" charset="-122"/>
                <a:ea typeface="PingFang SC" panose="020B0400000000000000" charset="-122"/>
                <a:cs typeface="PingFang SC" panose="020B0400000000000000" charset="-122"/>
              </a:rPr>
              <a:t>出</a:t>
            </a:r>
            <a:endParaRPr sz="71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26" name="矩形 125"/>
          <p:cNvSpPr>
            <a:spLocks noGrp="1"/>
          </p:cNvSpPr>
          <p:nvPr/>
        </p:nvSpPr>
        <p:spPr>
          <a:xfrm>
            <a:off x="1143000" y="390207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客户查询/标签同步</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27" name="圆角矩形 126"/>
          <p:cNvSpPr>
            <a:spLocks noGrp="1"/>
          </p:cNvSpPr>
          <p:nvPr/>
        </p:nvSpPr>
        <p:spPr>
          <a:xfrm>
            <a:off x="685800" y="4130675"/>
            <a:ext cx="3429000" cy="647700"/>
          </a:xfrm>
          <a:prstGeom prst="roundRect">
            <a:avLst>
              <a:gd name="adj" fmla="val 11765"/>
            </a:avLst>
          </a:prstGeom>
          <a:solidFill>
            <a:srgbClr val="FFFFFF"/>
          </a:solidFill>
          <a:ln w="10478">
            <a:solidFill>
              <a:srgbClr val="16A06A"/>
            </a:solidFill>
          </a:ln>
        </p:spPr>
        <p:txBody>
          <a:bodyPr/>
          <a:lstStyle/>
          <a:p>
            <a:endParaRPr lang="en-GB"/>
          </a:p>
        </p:txBody>
      </p:sp>
      <p:sp>
        <p:nvSpPr>
          <p:cNvPr id="128" name="矩形 127"/>
          <p:cNvSpPr>
            <a:spLocks noGrp="1"/>
          </p:cNvSpPr>
          <p:nvPr/>
        </p:nvSpPr>
        <p:spPr>
          <a:xfrm>
            <a:off x="781050" y="4197350"/>
            <a:ext cx="3238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40" b="1">
                <a:solidFill>
                  <a:srgbClr val="16A06A"/>
                </a:solidFill>
                <a:latin typeface="PingFang SC" panose="020B0400000000000000" charset="-122"/>
                <a:ea typeface="PingFang SC" panose="020B0400000000000000" charset="-122"/>
                <a:cs typeface="PingFang SC" panose="020B0400000000000000" charset="-122"/>
              </a:defRPr>
            </a:pPr>
            <a:r>
              <a:rPr sz="940" b="1">
                <a:solidFill>
                  <a:srgbClr val="16A06A"/>
                </a:solidFill>
                <a:latin typeface="PingFang SC" panose="020B0400000000000000" charset="-122"/>
                <a:ea typeface="PingFang SC" panose="020B0400000000000000" charset="-122"/>
                <a:cs typeface="PingFang SC" panose="020B0400000000000000" charset="-122"/>
              </a:rPr>
              <a:t>好社区</a:t>
            </a:r>
            <a:endParaRPr sz="940"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129" name="矩形 128"/>
          <p:cNvSpPr>
            <a:spLocks noGrp="1"/>
          </p:cNvSpPr>
          <p:nvPr/>
        </p:nvSpPr>
        <p:spPr>
          <a:xfrm>
            <a:off x="781050" y="4349750"/>
            <a:ext cx="32385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60" b="0">
                <a:solidFill>
                  <a:srgbClr val="647181"/>
                </a:solidFill>
                <a:latin typeface="PingFang SC" panose="020B0400000000000000" charset="-122"/>
                <a:ea typeface="PingFang SC" panose="020B0400000000000000" charset="-122"/>
                <a:cs typeface="PingFang SC" panose="020B0400000000000000" charset="-122"/>
              </a:defRPr>
            </a:pPr>
            <a:r>
              <a:rPr sz="660" b="0">
                <a:solidFill>
                  <a:srgbClr val="647181"/>
                </a:solidFill>
                <a:latin typeface="PingFang SC" panose="020B0400000000000000" charset="-122"/>
                <a:ea typeface="PingFang SC" panose="020B0400000000000000" charset="-122"/>
                <a:cs typeface="PingFang SC" panose="020B0400000000000000" charset="-122"/>
              </a:rPr>
              <a:t>来源：友邻社区、安馨汇</a:t>
            </a:r>
            <a:endParaRPr sz="66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30" name="矩形 129"/>
          <p:cNvSpPr>
            <a:spLocks noGrp="1"/>
          </p:cNvSpPr>
          <p:nvPr/>
        </p:nvSpPr>
        <p:spPr>
          <a:xfrm>
            <a:off x="800100" y="450215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C67A10"/>
                </a:solidFill>
                <a:latin typeface="PingFang SC" panose="020B0400000000000000" charset="-122"/>
                <a:ea typeface="PingFang SC" panose="020B0400000000000000" charset="-122"/>
                <a:cs typeface="PingFang SC" panose="020B0400000000000000" charset="-122"/>
              </a:defRPr>
            </a:pPr>
            <a:r>
              <a:rPr sz="715" b="1">
                <a:solidFill>
                  <a:srgbClr val="C67A10"/>
                </a:solidFill>
                <a:latin typeface="PingFang SC" panose="020B0400000000000000" charset="-122"/>
                <a:ea typeface="PingFang SC" panose="020B0400000000000000" charset="-122"/>
                <a:cs typeface="PingFang SC" panose="020B0400000000000000" charset="-122"/>
              </a:rPr>
              <a:t>入</a:t>
            </a:r>
            <a:endParaRPr sz="715"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31" name="矩形 130"/>
          <p:cNvSpPr>
            <a:spLocks noGrp="1"/>
          </p:cNvSpPr>
          <p:nvPr/>
        </p:nvSpPr>
        <p:spPr>
          <a:xfrm>
            <a:off x="1143000" y="449262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基础/行为/兴趣/会员 → CDP</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32" name="矩形 131"/>
          <p:cNvSpPr>
            <a:spLocks noGrp="1"/>
          </p:cNvSpPr>
          <p:nvPr/>
        </p:nvSpPr>
        <p:spPr>
          <a:xfrm>
            <a:off x="800100" y="465455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246BFE"/>
                </a:solidFill>
                <a:latin typeface="PingFang SC" panose="020B0400000000000000" charset="-122"/>
                <a:ea typeface="PingFang SC" panose="020B0400000000000000" charset="-122"/>
                <a:cs typeface="PingFang SC" panose="020B0400000000000000" charset="-122"/>
              </a:defRPr>
            </a:pPr>
            <a:r>
              <a:rPr sz="715" b="1">
                <a:solidFill>
                  <a:srgbClr val="246BFE"/>
                </a:solidFill>
                <a:latin typeface="PingFang SC" panose="020B0400000000000000" charset="-122"/>
                <a:ea typeface="PingFang SC" panose="020B0400000000000000" charset="-122"/>
                <a:cs typeface="PingFang SC" panose="020B0400000000000000" charset="-122"/>
              </a:rPr>
              <a:t>出</a:t>
            </a:r>
            <a:endParaRPr sz="71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33" name="矩形 132"/>
          <p:cNvSpPr>
            <a:spLocks noGrp="1"/>
          </p:cNvSpPr>
          <p:nvPr/>
        </p:nvSpPr>
        <p:spPr>
          <a:xfrm>
            <a:off x="1143000" y="464502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积分中台/清洗客户/标签 → 对应系统</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34" name="圆角矩形 133"/>
          <p:cNvSpPr>
            <a:spLocks noGrp="1"/>
          </p:cNvSpPr>
          <p:nvPr/>
        </p:nvSpPr>
        <p:spPr>
          <a:xfrm>
            <a:off x="8077200" y="1901825"/>
            <a:ext cx="3429000" cy="647700"/>
          </a:xfrm>
          <a:prstGeom prst="roundRect">
            <a:avLst>
              <a:gd name="adj" fmla="val 11765"/>
            </a:avLst>
          </a:prstGeom>
          <a:solidFill>
            <a:srgbClr val="FFFFFF"/>
          </a:solidFill>
          <a:ln w="10478">
            <a:solidFill>
              <a:srgbClr val="16A06A"/>
            </a:solidFill>
          </a:ln>
        </p:spPr>
        <p:txBody>
          <a:bodyPr/>
          <a:lstStyle/>
          <a:p>
            <a:endParaRPr lang="en-GB"/>
          </a:p>
        </p:txBody>
      </p:sp>
      <p:sp>
        <p:nvSpPr>
          <p:cNvPr id="135" name="矩形 134"/>
          <p:cNvSpPr>
            <a:spLocks noGrp="1"/>
          </p:cNvSpPr>
          <p:nvPr/>
        </p:nvSpPr>
        <p:spPr>
          <a:xfrm>
            <a:off x="8172450" y="1968500"/>
            <a:ext cx="3238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40" b="1">
                <a:solidFill>
                  <a:srgbClr val="16A06A"/>
                </a:solidFill>
                <a:latin typeface="PingFang SC" panose="020B0400000000000000" charset="-122"/>
                <a:ea typeface="PingFang SC" panose="020B0400000000000000" charset="-122"/>
                <a:cs typeface="PingFang SC" panose="020B0400000000000000" charset="-122"/>
              </a:defRPr>
            </a:pPr>
            <a:r>
              <a:rPr sz="940" b="1">
                <a:solidFill>
                  <a:srgbClr val="16A06A"/>
                </a:solidFill>
                <a:latin typeface="PingFang SC" panose="020B0400000000000000" charset="-122"/>
                <a:ea typeface="PingFang SC" panose="020B0400000000000000" charset="-122"/>
                <a:cs typeface="PingFang SC" panose="020B0400000000000000" charset="-122"/>
              </a:rPr>
              <a:t>有赞小程序（安馨汇）</a:t>
            </a:r>
            <a:endParaRPr sz="940"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136" name="矩形 135"/>
          <p:cNvSpPr>
            <a:spLocks noGrp="1"/>
          </p:cNvSpPr>
          <p:nvPr/>
        </p:nvSpPr>
        <p:spPr>
          <a:xfrm>
            <a:off x="8172450" y="2120900"/>
            <a:ext cx="32385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60" b="0">
                <a:solidFill>
                  <a:srgbClr val="647181"/>
                </a:solidFill>
                <a:latin typeface="PingFang SC" panose="020B0400000000000000" charset="-122"/>
                <a:ea typeface="PingFang SC" panose="020B0400000000000000" charset="-122"/>
                <a:cs typeface="PingFang SC" panose="020B0400000000000000" charset="-122"/>
              </a:defRPr>
            </a:pPr>
            <a:r>
              <a:rPr sz="660" b="0">
                <a:solidFill>
                  <a:srgbClr val="647181"/>
                </a:solidFill>
                <a:latin typeface="PingFang SC" panose="020B0400000000000000" charset="-122"/>
                <a:ea typeface="PingFang SC" panose="020B0400000000000000" charset="-122"/>
                <a:cs typeface="PingFang SC" panose="020B0400000000000000" charset="-122"/>
              </a:rPr>
              <a:t>来源：安馨汇/有赞</a:t>
            </a:r>
            <a:endParaRPr sz="66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37" name="矩形 136"/>
          <p:cNvSpPr>
            <a:spLocks noGrp="1"/>
          </p:cNvSpPr>
          <p:nvPr/>
        </p:nvSpPr>
        <p:spPr>
          <a:xfrm>
            <a:off x="8191500" y="227330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C67A10"/>
                </a:solidFill>
                <a:latin typeface="PingFang SC" panose="020B0400000000000000" charset="-122"/>
                <a:ea typeface="PingFang SC" panose="020B0400000000000000" charset="-122"/>
                <a:cs typeface="PingFang SC" panose="020B0400000000000000" charset="-122"/>
              </a:defRPr>
            </a:pPr>
            <a:r>
              <a:rPr sz="715" b="1">
                <a:solidFill>
                  <a:srgbClr val="C67A10"/>
                </a:solidFill>
                <a:latin typeface="PingFang SC" panose="020B0400000000000000" charset="-122"/>
                <a:ea typeface="PingFang SC" panose="020B0400000000000000" charset="-122"/>
                <a:cs typeface="PingFang SC" panose="020B0400000000000000" charset="-122"/>
              </a:rPr>
              <a:t>入</a:t>
            </a:r>
            <a:endParaRPr sz="715"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38" name="矩形 137"/>
          <p:cNvSpPr>
            <a:spLocks noGrp="1"/>
          </p:cNvSpPr>
          <p:nvPr/>
        </p:nvSpPr>
        <p:spPr>
          <a:xfrm>
            <a:off x="8534400" y="226377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基础信息 → CDP</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39" name="矩形 138"/>
          <p:cNvSpPr>
            <a:spLocks noGrp="1"/>
          </p:cNvSpPr>
          <p:nvPr/>
        </p:nvSpPr>
        <p:spPr>
          <a:xfrm>
            <a:off x="8191500" y="242570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246BFE"/>
                </a:solidFill>
                <a:latin typeface="PingFang SC" panose="020B0400000000000000" charset="-122"/>
                <a:ea typeface="PingFang SC" panose="020B0400000000000000" charset="-122"/>
                <a:cs typeface="PingFang SC" panose="020B0400000000000000" charset="-122"/>
              </a:defRPr>
            </a:pPr>
            <a:r>
              <a:rPr sz="715" b="1">
                <a:solidFill>
                  <a:srgbClr val="246BFE"/>
                </a:solidFill>
                <a:latin typeface="PingFang SC" panose="020B0400000000000000" charset="-122"/>
                <a:ea typeface="PingFang SC" panose="020B0400000000000000" charset="-122"/>
                <a:cs typeface="PingFang SC" panose="020B0400000000000000" charset="-122"/>
              </a:rPr>
              <a:t>出</a:t>
            </a:r>
            <a:endParaRPr sz="71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40" name="矩形 139"/>
          <p:cNvSpPr>
            <a:spLocks noGrp="1"/>
          </p:cNvSpPr>
          <p:nvPr/>
        </p:nvSpPr>
        <p:spPr>
          <a:xfrm>
            <a:off x="8534400" y="241617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积分中台/清洗客户/标签 → 有赞</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41" name="圆角矩形 140"/>
          <p:cNvSpPr>
            <a:spLocks noGrp="1"/>
          </p:cNvSpPr>
          <p:nvPr/>
        </p:nvSpPr>
        <p:spPr>
          <a:xfrm>
            <a:off x="8077200" y="2644775"/>
            <a:ext cx="3429000" cy="647700"/>
          </a:xfrm>
          <a:prstGeom prst="roundRect">
            <a:avLst>
              <a:gd name="adj" fmla="val 11765"/>
            </a:avLst>
          </a:prstGeom>
          <a:solidFill>
            <a:srgbClr val="FFFFFF"/>
          </a:solidFill>
          <a:ln w="10478">
            <a:solidFill>
              <a:srgbClr val="16A06A"/>
            </a:solidFill>
          </a:ln>
        </p:spPr>
        <p:txBody>
          <a:bodyPr/>
          <a:lstStyle/>
          <a:p>
            <a:endParaRPr lang="en-GB"/>
          </a:p>
        </p:txBody>
      </p:sp>
      <p:sp>
        <p:nvSpPr>
          <p:cNvPr id="142" name="矩形 141"/>
          <p:cNvSpPr>
            <a:spLocks noGrp="1"/>
          </p:cNvSpPr>
          <p:nvPr/>
        </p:nvSpPr>
        <p:spPr>
          <a:xfrm>
            <a:off x="8172450" y="2711450"/>
            <a:ext cx="3238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40" b="1">
                <a:solidFill>
                  <a:srgbClr val="16A06A"/>
                </a:solidFill>
                <a:latin typeface="PingFang SC" panose="020B0400000000000000" charset="-122"/>
                <a:ea typeface="PingFang SC" panose="020B0400000000000000" charset="-122"/>
                <a:cs typeface="PingFang SC" panose="020B0400000000000000" charset="-122"/>
              </a:defRPr>
            </a:pPr>
            <a:r>
              <a:rPr sz="940" b="1">
                <a:solidFill>
                  <a:srgbClr val="16A06A"/>
                </a:solidFill>
                <a:latin typeface="PingFang SC" panose="020B0400000000000000" charset="-122"/>
                <a:ea typeface="PingFang SC" panose="020B0400000000000000" charset="-122"/>
                <a:cs typeface="PingFang SC" panose="020B0400000000000000" charset="-122"/>
              </a:rPr>
              <a:t>尘锋 / 客户通</a:t>
            </a:r>
            <a:endParaRPr sz="940"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143" name="矩形 142"/>
          <p:cNvSpPr>
            <a:spLocks noGrp="1"/>
          </p:cNvSpPr>
          <p:nvPr/>
        </p:nvSpPr>
        <p:spPr>
          <a:xfrm>
            <a:off x="8172450" y="2863850"/>
            <a:ext cx="32385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60" b="0">
                <a:solidFill>
                  <a:srgbClr val="647181"/>
                </a:solidFill>
                <a:latin typeface="PingFang SC" panose="020B0400000000000000" charset="-122"/>
                <a:ea typeface="PingFang SC" panose="020B0400000000000000" charset="-122"/>
                <a:cs typeface="PingFang SC" panose="020B0400000000000000" charset="-122"/>
              </a:defRPr>
            </a:pPr>
            <a:r>
              <a:rPr sz="660" b="0">
                <a:solidFill>
                  <a:srgbClr val="647181"/>
                </a:solidFill>
                <a:latin typeface="PingFang SC" panose="020B0400000000000000" charset="-122"/>
                <a:ea typeface="PingFang SC" panose="020B0400000000000000" charset="-122"/>
                <a:cs typeface="PingFang SC" panose="020B0400000000000000" charset="-122"/>
              </a:rPr>
              <a:t>来源：CRM、企业微信</a:t>
            </a:r>
            <a:endParaRPr sz="66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44" name="矩形 143"/>
          <p:cNvSpPr>
            <a:spLocks noGrp="1"/>
          </p:cNvSpPr>
          <p:nvPr/>
        </p:nvSpPr>
        <p:spPr>
          <a:xfrm>
            <a:off x="8191500" y="301625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C67A10"/>
                </a:solidFill>
                <a:latin typeface="PingFang SC" panose="020B0400000000000000" charset="-122"/>
                <a:ea typeface="PingFang SC" panose="020B0400000000000000" charset="-122"/>
                <a:cs typeface="PingFang SC" panose="020B0400000000000000" charset="-122"/>
              </a:defRPr>
            </a:pPr>
            <a:r>
              <a:rPr sz="715" b="1">
                <a:solidFill>
                  <a:srgbClr val="C67A10"/>
                </a:solidFill>
                <a:latin typeface="PingFang SC" panose="020B0400000000000000" charset="-122"/>
                <a:ea typeface="PingFang SC" panose="020B0400000000000000" charset="-122"/>
                <a:cs typeface="PingFang SC" panose="020B0400000000000000" charset="-122"/>
              </a:rPr>
              <a:t>入</a:t>
            </a:r>
            <a:endParaRPr sz="715"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45" name="矩形 144"/>
          <p:cNvSpPr>
            <a:spLocks noGrp="1"/>
          </p:cNvSpPr>
          <p:nvPr/>
        </p:nvSpPr>
        <p:spPr>
          <a:xfrm>
            <a:off x="8534400" y="300672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企业微信标签 → CDP</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46" name="矩形 145"/>
          <p:cNvSpPr>
            <a:spLocks noGrp="1"/>
          </p:cNvSpPr>
          <p:nvPr/>
        </p:nvSpPr>
        <p:spPr>
          <a:xfrm>
            <a:off x="8191500" y="316865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246BFE"/>
                </a:solidFill>
                <a:latin typeface="PingFang SC" panose="020B0400000000000000" charset="-122"/>
                <a:ea typeface="PingFang SC" panose="020B0400000000000000" charset="-122"/>
                <a:cs typeface="PingFang SC" panose="020B0400000000000000" charset="-122"/>
              </a:defRPr>
            </a:pPr>
            <a:r>
              <a:rPr sz="715" b="1">
                <a:solidFill>
                  <a:srgbClr val="246BFE"/>
                </a:solidFill>
                <a:latin typeface="PingFang SC" panose="020B0400000000000000" charset="-122"/>
                <a:ea typeface="PingFang SC" panose="020B0400000000000000" charset="-122"/>
                <a:cs typeface="PingFang SC" panose="020B0400000000000000" charset="-122"/>
              </a:rPr>
              <a:t>出</a:t>
            </a:r>
            <a:endParaRPr sz="71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47" name="矩形 146"/>
          <p:cNvSpPr>
            <a:spLocks noGrp="1"/>
          </p:cNvSpPr>
          <p:nvPr/>
        </p:nvSpPr>
        <p:spPr>
          <a:xfrm>
            <a:off x="8534400" y="315912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用户基础/客户标签 → 尘锋</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48" name="圆角矩形 147"/>
          <p:cNvSpPr>
            <a:spLocks noGrp="1"/>
          </p:cNvSpPr>
          <p:nvPr/>
        </p:nvSpPr>
        <p:spPr>
          <a:xfrm>
            <a:off x="8077200" y="3387725"/>
            <a:ext cx="3429000" cy="647700"/>
          </a:xfrm>
          <a:prstGeom prst="roundRect">
            <a:avLst>
              <a:gd name="adj" fmla="val 11765"/>
            </a:avLst>
          </a:prstGeom>
          <a:solidFill>
            <a:srgbClr val="FFFFFF"/>
          </a:solidFill>
          <a:ln w="10478">
            <a:solidFill>
              <a:srgbClr val="16A06A"/>
            </a:solidFill>
          </a:ln>
        </p:spPr>
        <p:txBody>
          <a:bodyPr/>
          <a:lstStyle/>
          <a:p>
            <a:endParaRPr lang="en-GB"/>
          </a:p>
        </p:txBody>
      </p:sp>
      <p:sp>
        <p:nvSpPr>
          <p:cNvPr id="149" name="矩形 148"/>
          <p:cNvSpPr>
            <a:spLocks noGrp="1"/>
          </p:cNvSpPr>
          <p:nvPr/>
        </p:nvSpPr>
        <p:spPr>
          <a:xfrm>
            <a:off x="8172450" y="3454400"/>
            <a:ext cx="3238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40" b="1">
                <a:solidFill>
                  <a:srgbClr val="16A06A"/>
                </a:solidFill>
                <a:latin typeface="PingFang SC" panose="020B0400000000000000" charset="-122"/>
                <a:ea typeface="PingFang SC" panose="020B0400000000000000" charset="-122"/>
                <a:cs typeface="PingFang SC" panose="020B0400000000000000" charset="-122"/>
              </a:defRPr>
            </a:pPr>
            <a:r>
              <a:rPr sz="940" b="1">
                <a:solidFill>
                  <a:srgbClr val="16A06A"/>
                </a:solidFill>
                <a:latin typeface="PingFang SC" panose="020B0400000000000000" charset="-122"/>
                <a:ea typeface="PingFang SC" panose="020B0400000000000000" charset="-122"/>
                <a:cs typeface="PingFang SC" panose="020B0400000000000000" charset="-122"/>
              </a:rPr>
              <a:t>安居乐寓</a:t>
            </a:r>
            <a:endParaRPr sz="940"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150" name="矩形 149"/>
          <p:cNvSpPr>
            <a:spLocks noGrp="1"/>
          </p:cNvSpPr>
          <p:nvPr/>
        </p:nvSpPr>
        <p:spPr>
          <a:xfrm>
            <a:off x="8172450" y="3606800"/>
            <a:ext cx="3238500" cy="1047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60" b="0">
                <a:solidFill>
                  <a:srgbClr val="647181"/>
                </a:solidFill>
                <a:latin typeface="PingFang SC" panose="020B0400000000000000" charset="-122"/>
                <a:ea typeface="PingFang SC" panose="020B0400000000000000" charset="-122"/>
                <a:cs typeface="PingFang SC" panose="020B0400000000000000" charset="-122"/>
              </a:defRPr>
            </a:pPr>
            <a:r>
              <a:rPr sz="660" b="0">
                <a:solidFill>
                  <a:srgbClr val="647181"/>
                </a:solidFill>
                <a:latin typeface="PingFang SC" panose="020B0400000000000000" charset="-122"/>
                <a:ea typeface="PingFang SC" panose="020B0400000000000000" charset="-122"/>
                <a:cs typeface="PingFang SC" panose="020B0400000000000000" charset="-122"/>
              </a:rPr>
              <a:t>来源：安居乐寓</a:t>
            </a:r>
            <a:endParaRPr sz="660"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51" name="矩形 150"/>
          <p:cNvSpPr>
            <a:spLocks noGrp="1"/>
          </p:cNvSpPr>
          <p:nvPr/>
        </p:nvSpPr>
        <p:spPr>
          <a:xfrm>
            <a:off x="8191500" y="375920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C67A10"/>
                </a:solidFill>
                <a:latin typeface="PingFang SC" panose="020B0400000000000000" charset="-122"/>
                <a:ea typeface="PingFang SC" panose="020B0400000000000000" charset="-122"/>
                <a:cs typeface="PingFang SC" panose="020B0400000000000000" charset="-122"/>
              </a:defRPr>
            </a:pPr>
            <a:r>
              <a:rPr sz="715" b="1">
                <a:solidFill>
                  <a:srgbClr val="C67A10"/>
                </a:solidFill>
                <a:latin typeface="PingFang SC" panose="020B0400000000000000" charset="-122"/>
                <a:ea typeface="PingFang SC" panose="020B0400000000000000" charset="-122"/>
                <a:cs typeface="PingFang SC" panose="020B0400000000000000" charset="-122"/>
              </a:rPr>
              <a:t>入</a:t>
            </a:r>
            <a:endParaRPr sz="715"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52" name="矩形 151"/>
          <p:cNvSpPr>
            <a:spLocks noGrp="1"/>
          </p:cNvSpPr>
          <p:nvPr/>
        </p:nvSpPr>
        <p:spPr>
          <a:xfrm>
            <a:off x="8534400" y="374967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用户基础/行为 → CDP</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53" name="矩形 152"/>
          <p:cNvSpPr>
            <a:spLocks noGrp="1"/>
          </p:cNvSpPr>
          <p:nvPr/>
        </p:nvSpPr>
        <p:spPr>
          <a:xfrm>
            <a:off x="8191500" y="3911600"/>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246BFE"/>
                </a:solidFill>
                <a:latin typeface="PingFang SC" panose="020B0400000000000000" charset="-122"/>
                <a:ea typeface="PingFang SC" panose="020B0400000000000000" charset="-122"/>
                <a:cs typeface="PingFang SC" panose="020B0400000000000000" charset="-122"/>
              </a:defRPr>
            </a:pPr>
            <a:r>
              <a:rPr sz="715" b="1">
                <a:solidFill>
                  <a:srgbClr val="246BFE"/>
                </a:solidFill>
                <a:latin typeface="PingFang SC" panose="020B0400000000000000" charset="-122"/>
                <a:ea typeface="PingFang SC" panose="020B0400000000000000" charset="-122"/>
                <a:cs typeface="PingFang SC" panose="020B0400000000000000" charset="-122"/>
              </a:rPr>
              <a:t>出</a:t>
            </a:r>
            <a:endParaRPr sz="71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54" name="矩形 153"/>
          <p:cNvSpPr>
            <a:spLocks noGrp="1"/>
          </p:cNvSpPr>
          <p:nvPr/>
        </p:nvSpPr>
        <p:spPr>
          <a:xfrm>
            <a:off x="8534400" y="390207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sz="645" b="0">
                <a:solidFill>
                  <a:srgbClr val="17202A"/>
                </a:solidFill>
                <a:latin typeface="PingFang SC" panose="020B0400000000000000" charset="-122"/>
                <a:ea typeface="PingFang SC" panose="020B0400000000000000" charset="-122"/>
                <a:cs typeface="PingFang SC" panose="020B0400000000000000" charset="-122"/>
              </a:rPr>
              <a:t>积分中台/清洗客户/标签 → 安居乐寓</a:t>
            </a:r>
            <a:endParaRPr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55" name="矩形 154"/>
          <p:cNvSpPr>
            <a:spLocks noGrp="1"/>
          </p:cNvSpPr>
          <p:nvPr/>
        </p:nvSpPr>
        <p:spPr>
          <a:xfrm>
            <a:off x="4114800" y="202565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C67A10"/>
                </a:solidFill>
                <a:latin typeface="PingFang SC" panose="020B0400000000000000" charset="-122"/>
                <a:ea typeface="PingFang SC" panose="020B0400000000000000" charset="-122"/>
                <a:cs typeface="PingFang SC" panose="020B0400000000000000" charset="-122"/>
              </a:defRPr>
            </a:pPr>
            <a:r>
              <a:rPr sz="1650" b="1">
                <a:solidFill>
                  <a:srgbClr val="C67A10"/>
                </a:solidFill>
                <a:latin typeface="PingFang SC" panose="020B0400000000000000" charset="-122"/>
                <a:ea typeface="PingFang SC" panose="020B0400000000000000" charset="-122"/>
                <a:cs typeface="PingFang SC" panose="020B0400000000000000" charset="-122"/>
              </a:rPr>
              <a:t>→</a:t>
            </a:r>
            <a:endParaRPr sz="165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56" name="矩形 155"/>
          <p:cNvSpPr>
            <a:spLocks noGrp="1"/>
          </p:cNvSpPr>
          <p:nvPr/>
        </p:nvSpPr>
        <p:spPr>
          <a:xfrm>
            <a:off x="4114800" y="221615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C67A10"/>
                </a:solidFill>
                <a:latin typeface="PingFang SC" panose="020B0400000000000000" charset="-122"/>
                <a:ea typeface="PingFang SC" panose="020B0400000000000000" charset="-122"/>
                <a:cs typeface="PingFang SC" panose="020B0400000000000000" charset="-122"/>
              </a:defRPr>
            </a:pPr>
            <a:r>
              <a:rPr sz="630" b="1">
                <a:solidFill>
                  <a:srgbClr val="C67A10"/>
                </a:solidFill>
                <a:latin typeface="PingFang SC" panose="020B0400000000000000" charset="-122"/>
                <a:ea typeface="PingFang SC" panose="020B0400000000000000" charset="-122"/>
                <a:cs typeface="PingFang SC" panose="020B0400000000000000" charset="-122"/>
              </a:rPr>
              <a:t>入CDP/400</a:t>
            </a:r>
            <a:endParaRPr sz="63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57" name="矩形 156"/>
          <p:cNvSpPr>
            <a:spLocks noGrp="1"/>
          </p:cNvSpPr>
          <p:nvPr/>
        </p:nvSpPr>
        <p:spPr>
          <a:xfrm>
            <a:off x="4114800" y="227330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46BFE"/>
                </a:solidFill>
                <a:latin typeface="PingFang SC" panose="020B0400000000000000" charset="-122"/>
                <a:ea typeface="PingFang SC" panose="020B0400000000000000" charset="-122"/>
                <a:cs typeface="PingFang SC" panose="020B0400000000000000" charset="-122"/>
              </a:defRPr>
            </a:pPr>
            <a:r>
              <a:rPr sz="1650" b="1">
                <a:solidFill>
                  <a:srgbClr val="246BFE"/>
                </a:solidFill>
                <a:latin typeface="PingFang SC" panose="020B0400000000000000" charset="-122"/>
                <a:ea typeface="PingFang SC" panose="020B0400000000000000" charset="-122"/>
                <a:cs typeface="PingFang SC" panose="020B0400000000000000" charset="-122"/>
              </a:rPr>
              <a:t>←</a:t>
            </a:r>
            <a:endParaRPr sz="165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58" name="矩形 157"/>
          <p:cNvSpPr>
            <a:spLocks noGrp="1"/>
          </p:cNvSpPr>
          <p:nvPr/>
        </p:nvSpPr>
        <p:spPr>
          <a:xfrm>
            <a:off x="4114800" y="246380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246BFE"/>
                </a:solidFill>
                <a:latin typeface="PingFang SC" panose="020B0400000000000000" charset="-122"/>
                <a:ea typeface="PingFang SC" panose="020B0400000000000000" charset="-122"/>
                <a:cs typeface="PingFang SC" panose="020B0400000000000000" charset="-122"/>
              </a:defRPr>
            </a:pPr>
            <a:r>
              <a:rPr sz="630" b="1">
                <a:solidFill>
                  <a:srgbClr val="246BFE"/>
                </a:solidFill>
                <a:latin typeface="PingFang SC" panose="020B0400000000000000" charset="-122"/>
                <a:ea typeface="PingFang SC" panose="020B0400000000000000" charset="-122"/>
                <a:cs typeface="PingFang SC" panose="020B0400000000000000" charset="-122"/>
              </a:rPr>
              <a:t>出一体化</a:t>
            </a:r>
            <a:endParaRPr sz="63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59" name="矩形 158"/>
          <p:cNvSpPr>
            <a:spLocks noGrp="1"/>
          </p:cNvSpPr>
          <p:nvPr/>
        </p:nvSpPr>
        <p:spPr>
          <a:xfrm>
            <a:off x="4114800" y="276860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C67A10"/>
                </a:solidFill>
                <a:latin typeface="PingFang SC" panose="020B0400000000000000" charset="-122"/>
                <a:ea typeface="PingFang SC" panose="020B0400000000000000" charset="-122"/>
                <a:cs typeface="PingFang SC" panose="020B0400000000000000" charset="-122"/>
              </a:defRPr>
            </a:pPr>
            <a:r>
              <a:rPr sz="1650" b="1">
                <a:solidFill>
                  <a:srgbClr val="C67A10"/>
                </a:solidFill>
                <a:latin typeface="PingFang SC" panose="020B0400000000000000" charset="-122"/>
                <a:ea typeface="PingFang SC" panose="020B0400000000000000" charset="-122"/>
                <a:cs typeface="PingFang SC" panose="020B0400000000000000" charset="-122"/>
              </a:rPr>
              <a:t>→</a:t>
            </a:r>
            <a:endParaRPr sz="165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60" name="矩形 159"/>
          <p:cNvSpPr>
            <a:spLocks noGrp="1"/>
          </p:cNvSpPr>
          <p:nvPr/>
        </p:nvSpPr>
        <p:spPr>
          <a:xfrm>
            <a:off x="4114800" y="295910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C67A10"/>
                </a:solidFill>
                <a:latin typeface="PingFang SC" panose="020B0400000000000000" charset="-122"/>
                <a:ea typeface="PingFang SC" panose="020B0400000000000000" charset="-122"/>
                <a:cs typeface="PingFang SC" panose="020B0400000000000000" charset="-122"/>
              </a:defRPr>
            </a:pPr>
            <a:r>
              <a:rPr sz="630" b="1">
                <a:solidFill>
                  <a:srgbClr val="C67A10"/>
                </a:solidFill>
                <a:latin typeface="PingFang SC" panose="020B0400000000000000" charset="-122"/>
                <a:ea typeface="PingFang SC" panose="020B0400000000000000" charset="-122"/>
                <a:cs typeface="PingFang SC" panose="020B0400000000000000" charset="-122"/>
              </a:rPr>
              <a:t>入CDP/积分/400</a:t>
            </a:r>
            <a:endParaRPr sz="63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61" name="矩形 160"/>
          <p:cNvSpPr>
            <a:spLocks noGrp="1"/>
          </p:cNvSpPr>
          <p:nvPr/>
        </p:nvSpPr>
        <p:spPr>
          <a:xfrm>
            <a:off x="4114800" y="301625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46BFE"/>
                </a:solidFill>
                <a:latin typeface="PingFang SC" panose="020B0400000000000000" charset="-122"/>
                <a:ea typeface="PingFang SC" panose="020B0400000000000000" charset="-122"/>
                <a:cs typeface="PingFang SC" panose="020B0400000000000000" charset="-122"/>
              </a:defRPr>
            </a:pPr>
            <a:r>
              <a:rPr sz="1650" b="1">
                <a:solidFill>
                  <a:srgbClr val="246BFE"/>
                </a:solidFill>
                <a:latin typeface="PingFang SC" panose="020B0400000000000000" charset="-122"/>
                <a:ea typeface="PingFang SC" panose="020B0400000000000000" charset="-122"/>
                <a:cs typeface="PingFang SC" panose="020B0400000000000000" charset="-122"/>
              </a:rPr>
              <a:t>←</a:t>
            </a:r>
            <a:endParaRPr sz="165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62" name="矩形 161"/>
          <p:cNvSpPr>
            <a:spLocks noGrp="1"/>
          </p:cNvSpPr>
          <p:nvPr/>
        </p:nvSpPr>
        <p:spPr>
          <a:xfrm>
            <a:off x="4114800" y="320675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246BFE"/>
                </a:solidFill>
                <a:latin typeface="PingFang SC" panose="020B0400000000000000" charset="-122"/>
                <a:ea typeface="PingFang SC" panose="020B0400000000000000" charset="-122"/>
                <a:cs typeface="PingFang SC" panose="020B0400000000000000" charset="-122"/>
              </a:defRPr>
            </a:pPr>
            <a:r>
              <a:rPr sz="630" b="1">
                <a:solidFill>
                  <a:srgbClr val="246BFE"/>
                </a:solidFill>
                <a:latin typeface="PingFang SC" panose="020B0400000000000000" charset="-122"/>
                <a:ea typeface="PingFang SC" panose="020B0400000000000000" charset="-122"/>
                <a:cs typeface="PingFang SC" panose="020B0400000000000000" charset="-122"/>
              </a:rPr>
              <a:t>出安荟邻</a:t>
            </a:r>
            <a:endParaRPr sz="63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63" name="矩形 162"/>
          <p:cNvSpPr>
            <a:spLocks noGrp="1"/>
          </p:cNvSpPr>
          <p:nvPr/>
        </p:nvSpPr>
        <p:spPr>
          <a:xfrm>
            <a:off x="4114800" y="351155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C67A10"/>
                </a:solidFill>
                <a:latin typeface="PingFang SC" panose="020B0400000000000000" charset="-122"/>
                <a:ea typeface="PingFang SC" panose="020B0400000000000000" charset="-122"/>
                <a:cs typeface="PingFang SC" panose="020B0400000000000000" charset="-122"/>
              </a:defRPr>
            </a:pPr>
            <a:r>
              <a:rPr sz="1650" b="1">
                <a:solidFill>
                  <a:srgbClr val="C67A10"/>
                </a:solidFill>
                <a:latin typeface="PingFang SC" panose="020B0400000000000000" charset="-122"/>
                <a:ea typeface="PingFang SC" panose="020B0400000000000000" charset="-122"/>
                <a:cs typeface="PingFang SC" panose="020B0400000000000000" charset="-122"/>
              </a:rPr>
              <a:t>→</a:t>
            </a:r>
            <a:endParaRPr sz="165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64" name="矩形 163"/>
          <p:cNvSpPr>
            <a:spLocks noGrp="1"/>
          </p:cNvSpPr>
          <p:nvPr/>
        </p:nvSpPr>
        <p:spPr>
          <a:xfrm>
            <a:off x="4114800" y="370205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C67A10"/>
                </a:solidFill>
                <a:latin typeface="PingFang SC" panose="020B0400000000000000" charset="-122"/>
                <a:ea typeface="PingFang SC" panose="020B0400000000000000" charset="-122"/>
                <a:cs typeface="PingFang SC" panose="020B0400000000000000" charset="-122"/>
              </a:defRPr>
            </a:pPr>
            <a:r>
              <a:rPr sz="630" b="1">
                <a:solidFill>
                  <a:srgbClr val="C67A10"/>
                </a:solidFill>
                <a:latin typeface="PingFang SC" panose="020B0400000000000000" charset="-122"/>
                <a:ea typeface="PingFang SC" panose="020B0400000000000000" charset="-122"/>
                <a:cs typeface="PingFang SC" panose="020B0400000000000000" charset="-122"/>
              </a:rPr>
              <a:t>入积分/CDP</a:t>
            </a:r>
            <a:endParaRPr sz="63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65" name="矩形 164"/>
          <p:cNvSpPr>
            <a:spLocks noGrp="1"/>
          </p:cNvSpPr>
          <p:nvPr/>
        </p:nvSpPr>
        <p:spPr>
          <a:xfrm>
            <a:off x="4114800" y="375920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46BFE"/>
                </a:solidFill>
                <a:latin typeface="PingFang SC" panose="020B0400000000000000" charset="-122"/>
                <a:ea typeface="PingFang SC" panose="020B0400000000000000" charset="-122"/>
                <a:cs typeface="PingFang SC" panose="020B0400000000000000" charset="-122"/>
              </a:defRPr>
            </a:pPr>
            <a:r>
              <a:rPr sz="1650" b="1">
                <a:solidFill>
                  <a:srgbClr val="246BFE"/>
                </a:solidFill>
                <a:latin typeface="PingFang SC" panose="020B0400000000000000" charset="-122"/>
                <a:ea typeface="PingFang SC" panose="020B0400000000000000" charset="-122"/>
                <a:cs typeface="PingFang SC" panose="020B0400000000000000" charset="-122"/>
              </a:rPr>
              <a:t>←</a:t>
            </a:r>
            <a:endParaRPr sz="165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66" name="矩形 165"/>
          <p:cNvSpPr>
            <a:spLocks noGrp="1"/>
          </p:cNvSpPr>
          <p:nvPr/>
        </p:nvSpPr>
        <p:spPr>
          <a:xfrm>
            <a:off x="4114800" y="394970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246BFE"/>
                </a:solidFill>
                <a:latin typeface="PingFang SC" panose="020B0400000000000000" charset="-122"/>
                <a:ea typeface="PingFang SC" panose="020B0400000000000000" charset="-122"/>
                <a:cs typeface="PingFang SC" panose="020B0400000000000000" charset="-122"/>
              </a:defRPr>
            </a:pPr>
            <a:r>
              <a:rPr sz="630" b="1">
                <a:solidFill>
                  <a:srgbClr val="246BFE"/>
                </a:solidFill>
                <a:latin typeface="PingFang SC" panose="020B0400000000000000" charset="-122"/>
                <a:ea typeface="PingFang SC" panose="020B0400000000000000" charset="-122"/>
                <a:cs typeface="PingFang SC" panose="020B0400000000000000" charset="-122"/>
              </a:rPr>
              <a:t>出查询/标签</a:t>
            </a:r>
            <a:endParaRPr sz="63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67" name="矩形 166"/>
          <p:cNvSpPr>
            <a:spLocks noGrp="1"/>
          </p:cNvSpPr>
          <p:nvPr/>
        </p:nvSpPr>
        <p:spPr>
          <a:xfrm>
            <a:off x="4114800" y="425450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C67A10"/>
                </a:solidFill>
                <a:latin typeface="PingFang SC" panose="020B0400000000000000" charset="-122"/>
                <a:ea typeface="PingFang SC" panose="020B0400000000000000" charset="-122"/>
                <a:cs typeface="PingFang SC" panose="020B0400000000000000" charset="-122"/>
              </a:defRPr>
            </a:pPr>
            <a:r>
              <a:rPr sz="1650" b="1">
                <a:solidFill>
                  <a:srgbClr val="C67A10"/>
                </a:solidFill>
                <a:latin typeface="PingFang SC" panose="020B0400000000000000" charset="-122"/>
                <a:ea typeface="PingFang SC" panose="020B0400000000000000" charset="-122"/>
                <a:cs typeface="PingFang SC" panose="020B0400000000000000" charset="-122"/>
              </a:rPr>
              <a:t>→</a:t>
            </a:r>
            <a:endParaRPr sz="165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68" name="矩形 167"/>
          <p:cNvSpPr>
            <a:spLocks noGrp="1"/>
          </p:cNvSpPr>
          <p:nvPr/>
        </p:nvSpPr>
        <p:spPr>
          <a:xfrm>
            <a:off x="4114800" y="444500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C67A10"/>
                </a:solidFill>
                <a:latin typeface="PingFang SC" panose="020B0400000000000000" charset="-122"/>
                <a:ea typeface="PingFang SC" panose="020B0400000000000000" charset="-122"/>
                <a:cs typeface="PingFang SC" panose="020B0400000000000000" charset="-122"/>
              </a:defRPr>
            </a:pPr>
            <a:r>
              <a:rPr sz="630" b="1">
                <a:solidFill>
                  <a:srgbClr val="C67A10"/>
                </a:solidFill>
                <a:latin typeface="PingFang SC" panose="020B0400000000000000" charset="-122"/>
                <a:ea typeface="PingFang SC" panose="020B0400000000000000" charset="-122"/>
                <a:cs typeface="PingFang SC" panose="020B0400000000000000" charset="-122"/>
              </a:rPr>
              <a:t>入CDP/积分</a:t>
            </a:r>
            <a:endParaRPr sz="63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69" name="矩形 168"/>
          <p:cNvSpPr>
            <a:spLocks noGrp="1"/>
          </p:cNvSpPr>
          <p:nvPr/>
        </p:nvSpPr>
        <p:spPr>
          <a:xfrm>
            <a:off x="4114800" y="450215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46BFE"/>
                </a:solidFill>
                <a:latin typeface="PingFang SC" panose="020B0400000000000000" charset="-122"/>
                <a:ea typeface="PingFang SC" panose="020B0400000000000000" charset="-122"/>
                <a:cs typeface="PingFang SC" panose="020B0400000000000000" charset="-122"/>
              </a:defRPr>
            </a:pPr>
            <a:r>
              <a:rPr sz="1650" b="1">
                <a:solidFill>
                  <a:srgbClr val="246BFE"/>
                </a:solidFill>
                <a:latin typeface="PingFang SC" panose="020B0400000000000000" charset="-122"/>
                <a:ea typeface="PingFang SC" panose="020B0400000000000000" charset="-122"/>
                <a:cs typeface="PingFang SC" panose="020B0400000000000000" charset="-122"/>
              </a:rPr>
              <a:t>←</a:t>
            </a:r>
            <a:endParaRPr sz="165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70" name="矩形 169"/>
          <p:cNvSpPr>
            <a:spLocks noGrp="1"/>
          </p:cNvSpPr>
          <p:nvPr/>
        </p:nvSpPr>
        <p:spPr>
          <a:xfrm>
            <a:off x="4114800" y="469265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246BFE"/>
                </a:solidFill>
                <a:latin typeface="PingFang SC" panose="020B0400000000000000" charset="-122"/>
                <a:ea typeface="PingFang SC" panose="020B0400000000000000" charset="-122"/>
                <a:cs typeface="PingFang SC" panose="020B0400000000000000" charset="-122"/>
              </a:defRPr>
            </a:pPr>
            <a:r>
              <a:rPr sz="630" b="1">
                <a:solidFill>
                  <a:srgbClr val="246BFE"/>
                </a:solidFill>
                <a:latin typeface="PingFang SC" panose="020B0400000000000000" charset="-122"/>
                <a:ea typeface="PingFang SC" panose="020B0400000000000000" charset="-122"/>
                <a:cs typeface="PingFang SC" panose="020B0400000000000000" charset="-122"/>
              </a:rPr>
              <a:t>出对应系统</a:t>
            </a:r>
            <a:endParaRPr sz="63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71" name="矩形 170"/>
          <p:cNvSpPr>
            <a:spLocks noGrp="1"/>
          </p:cNvSpPr>
          <p:nvPr/>
        </p:nvSpPr>
        <p:spPr>
          <a:xfrm>
            <a:off x="7410450" y="202565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C67A10"/>
                </a:solidFill>
                <a:latin typeface="PingFang SC" panose="020B0400000000000000" charset="-122"/>
                <a:ea typeface="PingFang SC" panose="020B0400000000000000" charset="-122"/>
                <a:cs typeface="PingFang SC" panose="020B0400000000000000" charset="-122"/>
              </a:defRPr>
            </a:pPr>
            <a:r>
              <a:rPr sz="1650" b="1">
                <a:solidFill>
                  <a:srgbClr val="C67A10"/>
                </a:solidFill>
                <a:latin typeface="PingFang SC" panose="020B0400000000000000" charset="-122"/>
                <a:ea typeface="PingFang SC" panose="020B0400000000000000" charset="-122"/>
                <a:cs typeface="PingFang SC" panose="020B0400000000000000" charset="-122"/>
              </a:rPr>
              <a:t>←</a:t>
            </a:r>
            <a:endParaRPr sz="165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72" name="矩形 171"/>
          <p:cNvSpPr>
            <a:spLocks noGrp="1"/>
          </p:cNvSpPr>
          <p:nvPr/>
        </p:nvSpPr>
        <p:spPr>
          <a:xfrm>
            <a:off x="7410450" y="221615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C67A10"/>
                </a:solidFill>
                <a:latin typeface="PingFang SC" panose="020B0400000000000000" charset="-122"/>
                <a:ea typeface="PingFang SC" panose="020B0400000000000000" charset="-122"/>
                <a:cs typeface="PingFang SC" panose="020B0400000000000000" charset="-122"/>
              </a:defRPr>
            </a:pPr>
            <a:r>
              <a:rPr sz="630" b="1">
                <a:solidFill>
                  <a:srgbClr val="C67A10"/>
                </a:solidFill>
                <a:latin typeface="PingFang SC" panose="020B0400000000000000" charset="-122"/>
                <a:ea typeface="PingFang SC" panose="020B0400000000000000" charset="-122"/>
                <a:cs typeface="PingFang SC" panose="020B0400000000000000" charset="-122"/>
              </a:rPr>
              <a:t>入CDP</a:t>
            </a:r>
            <a:endParaRPr sz="63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73" name="矩形 172"/>
          <p:cNvSpPr>
            <a:spLocks noGrp="1"/>
          </p:cNvSpPr>
          <p:nvPr/>
        </p:nvSpPr>
        <p:spPr>
          <a:xfrm>
            <a:off x="7410450" y="227330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46BFE"/>
                </a:solidFill>
                <a:latin typeface="PingFang SC" panose="020B0400000000000000" charset="-122"/>
                <a:ea typeface="PingFang SC" panose="020B0400000000000000" charset="-122"/>
                <a:cs typeface="PingFang SC" panose="020B0400000000000000" charset="-122"/>
              </a:defRPr>
            </a:pPr>
            <a:r>
              <a:rPr sz="1650" b="1">
                <a:solidFill>
                  <a:srgbClr val="246BFE"/>
                </a:solidFill>
                <a:latin typeface="PingFang SC" panose="020B0400000000000000" charset="-122"/>
                <a:ea typeface="PingFang SC" panose="020B0400000000000000" charset="-122"/>
                <a:cs typeface="PingFang SC" panose="020B0400000000000000" charset="-122"/>
              </a:rPr>
              <a:t>→</a:t>
            </a:r>
            <a:endParaRPr sz="165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74" name="矩形 173"/>
          <p:cNvSpPr>
            <a:spLocks noGrp="1"/>
          </p:cNvSpPr>
          <p:nvPr/>
        </p:nvSpPr>
        <p:spPr>
          <a:xfrm>
            <a:off x="7410450" y="246380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246BFE"/>
                </a:solidFill>
                <a:latin typeface="PingFang SC" panose="020B0400000000000000" charset="-122"/>
                <a:ea typeface="PingFang SC" panose="020B0400000000000000" charset="-122"/>
                <a:cs typeface="PingFang SC" panose="020B0400000000000000" charset="-122"/>
              </a:defRPr>
            </a:pPr>
            <a:r>
              <a:rPr sz="630" b="1">
                <a:solidFill>
                  <a:srgbClr val="246BFE"/>
                </a:solidFill>
                <a:latin typeface="PingFang SC" panose="020B0400000000000000" charset="-122"/>
                <a:ea typeface="PingFang SC" panose="020B0400000000000000" charset="-122"/>
                <a:cs typeface="PingFang SC" panose="020B0400000000000000" charset="-122"/>
              </a:rPr>
              <a:t>出有赞</a:t>
            </a:r>
            <a:endParaRPr sz="63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75" name="矩形 174"/>
          <p:cNvSpPr>
            <a:spLocks noGrp="1"/>
          </p:cNvSpPr>
          <p:nvPr/>
        </p:nvSpPr>
        <p:spPr>
          <a:xfrm>
            <a:off x="7410450" y="276860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C67A10"/>
                </a:solidFill>
                <a:latin typeface="PingFang SC" panose="020B0400000000000000" charset="-122"/>
                <a:ea typeface="PingFang SC" panose="020B0400000000000000" charset="-122"/>
                <a:cs typeface="PingFang SC" panose="020B0400000000000000" charset="-122"/>
              </a:defRPr>
            </a:pPr>
            <a:r>
              <a:rPr sz="1650" b="1">
                <a:solidFill>
                  <a:srgbClr val="C67A10"/>
                </a:solidFill>
                <a:latin typeface="PingFang SC" panose="020B0400000000000000" charset="-122"/>
                <a:ea typeface="PingFang SC" panose="020B0400000000000000" charset="-122"/>
                <a:cs typeface="PingFang SC" panose="020B0400000000000000" charset="-122"/>
              </a:rPr>
              <a:t>←</a:t>
            </a:r>
            <a:endParaRPr sz="165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76" name="矩形 175"/>
          <p:cNvSpPr>
            <a:spLocks noGrp="1"/>
          </p:cNvSpPr>
          <p:nvPr/>
        </p:nvSpPr>
        <p:spPr>
          <a:xfrm>
            <a:off x="7410450" y="295910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C67A10"/>
                </a:solidFill>
                <a:latin typeface="PingFang SC" panose="020B0400000000000000" charset="-122"/>
                <a:ea typeface="PingFang SC" panose="020B0400000000000000" charset="-122"/>
                <a:cs typeface="PingFang SC" panose="020B0400000000000000" charset="-122"/>
              </a:defRPr>
            </a:pPr>
            <a:r>
              <a:rPr sz="630" b="1">
                <a:solidFill>
                  <a:srgbClr val="C67A10"/>
                </a:solidFill>
                <a:latin typeface="PingFang SC" panose="020B0400000000000000" charset="-122"/>
                <a:ea typeface="PingFang SC" panose="020B0400000000000000" charset="-122"/>
                <a:cs typeface="PingFang SC" panose="020B0400000000000000" charset="-122"/>
              </a:rPr>
              <a:t>入CDP</a:t>
            </a:r>
            <a:endParaRPr sz="63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77" name="矩形 176"/>
          <p:cNvSpPr>
            <a:spLocks noGrp="1"/>
          </p:cNvSpPr>
          <p:nvPr/>
        </p:nvSpPr>
        <p:spPr>
          <a:xfrm>
            <a:off x="7410450" y="301625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46BFE"/>
                </a:solidFill>
                <a:latin typeface="PingFang SC" panose="020B0400000000000000" charset="-122"/>
                <a:ea typeface="PingFang SC" panose="020B0400000000000000" charset="-122"/>
                <a:cs typeface="PingFang SC" panose="020B0400000000000000" charset="-122"/>
              </a:defRPr>
            </a:pPr>
            <a:r>
              <a:rPr sz="1650" b="1">
                <a:solidFill>
                  <a:srgbClr val="246BFE"/>
                </a:solidFill>
                <a:latin typeface="PingFang SC" panose="020B0400000000000000" charset="-122"/>
                <a:ea typeface="PingFang SC" panose="020B0400000000000000" charset="-122"/>
                <a:cs typeface="PingFang SC" panose="020B0400000000000000" charset="-122"/>
              </a:rPr>
              <a:t>→</a:t>
            </a:r>
            <a:endParaRPr sz="165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78" name="矩形 177"/>
          <p:cNvSpPr>
            <a:spLocks noGrp="1"/>
          </p:cNvSpPr>
          <p:nvPr/>
        </p:nvSpPr>
        <p:spPr>
          <a:xfrm>
            <a:off x="7410450" y="320675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246BFE"/>
                </a:solidFill>
                <a:latin typeface="PingFang SC" panose="020B0400000000000000" charset="-122"/>
                <a:ea typeface="PingFang SC" panose="020B0400000000000000" charset="-122"/>
                <a:cs typeface="PingFang SC" panose="020B0400000000000000" charset="-122"/>
              </a:defRPr>
            </a:pPr>
            <a:r>
              <a:rPr sz="630" b="1">
                <a:solidFill>
                  <a:srgbClr val="246BFE"/>
                </a:solidFill>
                <a:latin typeface="PingFang SC" panose="020B0400000000000000" charset="-122"/>
                <a:ea typeface="PingFang SC" panose="020B0400000000000000" charset="-122"/>
                <a:cs typeface="PingFang SC" panose="020B0400000000000000" charset="-122"/>
              </a:rPr>
              <a:t>出尘锋</a:t>
            </a:r>
            <a:endParaRPr sz="63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79" name="矩形 178"/>
          <p:cNvSpPr>
            <a:spLocks noGrp="1"/>
          </p:cNvSpPr>
          <p:nvPr/>
        </p:nvSpPr>
        <p:spPr>
          <a:xfrm>
            <a:off x="7410450" y="351155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C67A10"/>
                </a:solidFill>
                <a:latin typeface="PingFang SC" panose="020B0400000000000000" charset="-122"/>
                <a:ea typeface="PingFang SC" panose="020B0400000000000000" charset="-122"/>
                <a:cs typeface="PingFang SC" panose="020B0400000000000000" charset="-122"/>
              </a:defRPr>
            </a:pPr>
            <a:r>
              <a:rPr sz="1650" b="1">
                <a:solidFill>
                  <a:srgbClr val="C67A10"/>
                </a:solidFill>
                <a:latin typeface="PingFang SC" panose="020B0400000000000000" charset="-122"/>
                <a:ea typeface="PingFang SC" panose="020B0400000000000000" charset="-122"/>
                <a:cs typeface="PingFang SC" panose="020B0400000000000000" charset="-122"/>
              </a:rPr>
              <a:t>←</a:t>
            </a:r>
            <a:endParaRPr sz="165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80" name="矩形 179"/>
          <p:cNvSpPr>
            <a:spLocks noGrp="1"/>
          </p:cNvSpPr>
          <p:nvPr/>
        </p:nvSpPr>
        <p:spPr>
          <a:xfrm>
            <a:off x="7410450" y="370205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C67A10"/>
                </a:solidFill>
                <a:latin typeface="PingFang SC" panose="020B0400000000000000" charset="-122"/>
                <a:ea typeface="PingFang SC" panose="020B0400000000000000" charset="-122"/>
                <a:cs typeface="PingFang SC" panose="020B0400000000000000" charset="-122"/>
              </a:defRPr>
            </a:pPr>
            <a:r>
              <a:rPr sz="630" b="1">
                <a:solidFill>
                  <a:srgbClr val="C67A10"/>
                </a:solidFill>
                <a:latin typeface="PingFang SC" panose="020B0400000000000000" charset="-122"/>
                <a:ea typeface="PingFang SC" panose="020B0400000000000000" charset="-122"/>
                <a:cs typeface="PingFang SC" panose="020B0400000000000000" charset="-122"/>
              </a:rPr>
              <a:t>入CDP</a:t>
            </a:r>
            <a:endParaRPr sz="63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181" name="矩形 180"/>
          <p:cNvSpPr>
            <a:spLocks noGrp="1"/>
          </p:cNvSpPr>
          <p:nvPr/>
        </p:nvSpPr>
        <p:spPr>
          <a:xfrm>
            <a:off x="7410450" y="3759200"/>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46BFE"/>
                </a:solidFill>
                <a:latin typeface="PingFang SC" panose="020B0400000000000000" charset="-122"/>
                <a:ea typeface="PingFang SC" panose="020B0400000000000000" charset="-122"/>
                <a:cs typeface="PingFang SC" panose="020B0400000000000000" charset="-122"/>
              </a:defRPr>
            </a:pPr>
            <a:r>
              <a:rPr sz="1650" b="1">
                <a:solidFill>
                  <a:srgbClr val="246BFE"/>
                </a:solidFill>
                <a:latin typeface="PingFang SC" panose="020B0400000000000000" charset="-122"/>
                <a:ea typeface="PingFang SC" panose="020B0400000000000000" charset="-122"/>
                <a:cs typeface="PingFang SC" panose="020B0400000000000000" charset="-122"/>
              </a:rPr>
              <a:t>→</a:t>
            </a:r>
            <a:endParaRPr sz="165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82" name="矩形 181"/>
          <p:cNvSpPr>
            <a:spLocks noGrp="1"/>
          </p:cNvSpPr>
          <p:nvPr/>
        </p:nvSpPr>
        <p:spPr>
          <a:xfrm>
            <a:off x="7410450" y="3949700"/>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246BFE"/>
                </a:solidFill>
                <a:latin typeface="PingFang SC" panose="020B0400000000000000" charset="-122"/>
                <a:ea typeface="PingFang SC" panose="020B0400000000000000" charset="-122"/>
                <a:cs typeface="PingFang SC" panose="020B0400000000000000" charset="-122"/>
              </a:defRPr>
            </a:pPr>
            <a:r>
              <a:rPr sz="630" b="1">
                <a:solidFill>
                  <a:srgbClr val="246BFE"/>
                </a:solidFill>
                <a:latin typeface="PingFang SC" panose="020B0400000000000000" charset="-122"/>
                <a:ea typeface="PingFang SC" panose="020B0400000000000000" charset="-122"/>
                <a:cs typeface="PingFang SC" panose="020B0400000000000000" charset="-122"/>
              </a:rPr>
              <a:t>出乐寓</a:t>
            </a:r>
            <a:endParaRPr sz="63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83" name="矩形 182"/>
          <p:cNvSpPr>
            <a:spLocks noGrp="1"/>
          </p:cNvSpPr>
          <p:nvPr/>
        </p:nvSpPr>
        <p:spPr>
          <a:xfrm>
            <a:off x="4457700" y="4721225"/>
            <a:ext cx="34480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65" b="0">
                <a:solidFill>
                  <a:srgbClr val="647181"/>
                </a:solidFill>
                <a:latin typeface="PingFang SC" panose="020B0400000000000000" charset="-122"/>
                <a:ea typeface="PingFang SC" panose="020B0400000000000000" charset="-122"/>
                <a:cs typeface="PingFang SC" panose="020B0400000000000000" charset="-122"/>
              </a:defRPr>
            </a:pPr>
            <a:r>
              <a:rPr sz="765" b="0">
                <a:solidFill>
                  <a:srgbClr val="647181"/>
                </a:solidFill>
                <a:latin typeface="PingFang SC" panose="020B0400000000000000" charset="-122"/>
                <a:ea typeface="PingFang SC" panose="020B0400000000000000" charset="-122"/>
                <a:cs typeface="PingFang SC" panose="020B0400000000000000" charset="-122"/>
              </a:rPr>
              <a:t>业务系统卡片列出入/出数据；箭头标明对接的中心模块或输出目标。</a:t>
            </a:r>
            <a:endParaRPr sz="76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84" name="矩形 183"/>
          <p:cNvSpPr>
            <a:spLocks noGrp="1"/>
          </p:cNvSpPr>
          <p:nvPr/>
        </p:nvSpPr>
        <p:spPr>
          <a:xfrm>
            <a:off x="457200" y="5083175"/>
            <a:ext cx="29527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425" b="1">
                <a:solidFill>
                  <a:srgbClr val="17202A"/>
                </a:solidFill>
                <a:latin typeface="PingFang SC" panose="020B0400000000000000" charset="-122"/>
                <a:ea typeface="PingFang SC" panose="020B0400000000000000" charset="-122"/>
                <a:cs typeface="PingFang SC" panose="020B0400000000000000" charset="-122"/>
              </a:defRPr>
            </a:pPr>
            <a:r>
              <a:rPr sz="1425" b="1">
                <a:solidFill>
                  <a:srgbClr val="17202A"/>
                </a:solidFill>
                <a:latin typeface="PingFang SC" panose="020B0400000000000000" charset="-122"/>
                <a:ea typeface="PingFang SC" panose="020B0400000000000000" charset="-122"/>
                <a:cs typeface="PingFang SC" panose="020B0400000000000000" charset="-122"/>
              </a:rPr>
              <a:t>客户主数据生成方式对比</a:t>
            </a:r>
            <a:endParaRPr sz="1425" b="1">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85" name="圆角矩形 184"/>
          <p:cNvSpPr>
            <a:spLocks noGrp="1"/>
          </p:cNvSpPr>
          <p:nvPr/>
        </p:nvSpPr>
        <p:spPr>
          <a:xfrm>
            <a:off x="457200" y="5407025"/>
            <a:ext cx="11277600" cy="1257300"/>
          </a:xfrm>
          <a:prstGeom prst="roundRect">
            <a:avLst>
              <a:gd name="adj" fmla="val 6061"/>
            </a:avLst>
          </a:prstGeom>
          <a:solidFill>
            <a:srgbClr val="FFFFFF"/>
          </a:solidFill>
          <a:ln w="10478">
            <a:solidFill>
              <a:srgbClr val="D7DEE8"/>
            </a:solidFill>
          </a:ln>
        </p:spPr>
        <p:txBody>
          <a:bodyPr/>
          <a:lstStyle/>
          <a:p>
            <a:endParaRPr lang="en-GB"/>
          </a:p>
        </p:txBody>
      </p:sp>
      <p:sp>
        <p:nvSpPr>
          <p:cNvPr id="186" name="矩形 185"/>
          <p:cNvSpPr>
            <a:spLocks noGrp="1"/>
          </p:cNvSpPr>
          <p:nvPr/>
        </p:nvSpPr>
        <p:spPr>
          <a:xfrm>
            <a:off x="457200" y="5407025"/>
            <a:ext cx="11277600" cy="323850"/>
          </a:xfrm>
          <a:prstGeom prst="rect">
            <a:avLst/>
          </a:prstGeom>
          <a:solidFill>
            <a:srgbClr val="EDF2F8"/>
          </a:solidFill>
          <a:ln w="0">
            <a:solidFill>
              <a:srgbClr val="000000">
                <a:alpha val="0"/>
              </a:srgbClr>
            </a:solidFill>
          </a:ln>
        </p:spPr>
        <p:txBody>
          <a:bodyPr/>
          <a:lstStyle/>
          <a:p>
            <a:endParaRPr lang="en-GB"/>
          </a:p>
        </p:txBody>
      </p:sp>
      <p:sp>
        <p:nvSpPr>
          <p:cNvPr id="187" name="矩形 186"/>
          <p:cNvSpPr>
            <a:spLocks noGrp="1"/>
          </p:cNvSpPr>
          <p:nvPr/>
        </p:nvSpPr>
        <p:spPr>
          <a:xfrm>
            <a:off x="571500" y="5492750"/>
            <a:ext cx="13906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015" b="1">
                <a:solidFill>
                  <a:srgbClr val="647181"/>
                </a:solidFill>
                <a:latin typeface="PingFang SC" panose="020B0400000000000000" charset="-122"/>
                <a:ea typeface="PingFang SC" panose="020B0400000000000000" charset="-122"/>
                <a:cs typeface="PingFang SC" panose="020B0400000000000000" charset="-122"/>
              </a:defRPr>
            </a:pPr>
            <a:r>
              <a:rPr sz="1015" b="1">
                <a:solidFill>
                  <a:srgbClr val="647181"/>
                </a:solidFill>
                <a:latin typeface="PingFang SC" panose="020B0400000000000000" charset="-122"/>
                <a:ea typeface="PingFang SC" panose="020B0400000000000000" charset="-122"/>
                <a:cs typeface="PingFang SC" panose="020B0400000000000000" charset="-122"/>
              </a:rPr>
              <a:t>方式</a:t>
            </a:r>
            <a:endParaRPr sz="1015" b="1">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88" name="矩形 187"/>
          <p:cNvSpPr>
            <a:spLocks noGrp="1"/>
          </p:cNvSpPr>
          <p:nvPr/>
        </p:nvSpPr>
        <p:spPr>
          <a:xfrm>
            <a:off x="2190750" y="5492750"/>
            <a:ext cx="38671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5" b="1">
                <a:solidFill>
                  <a:srgbClr val="647181"/>
                </a:solidFill>
                <a:latin typeface="PingFang SC" panose="020B0400000000000000" charset="-122"/>
                <a:ea typeface="PingFang SC" panose="020B0400000000000000" charset="-122"/>
                <a:cs typeface="PingFang SC" panose="020B0400000000000000" charset="-122"/>
              </a:defRPr>
            </a:pPr>
            <a:r>
              <a:rPr sz="1015" b="1">
                <a:solidFill>
                  <a:srgbClr val="647181"/>
                </a:solidFill>
                <a:latin typeface="PingFang SC" panose="020B0400000000000000" charset="-122"/>
                <a:ea typeface="PingFang SC" panose="020B0400000000000000" charset="-122"/>
                <a:cs typeface="PingFang SC" panose="020B0400000000000000" charset="-122"/>
              </a:rPr>
              <a:t>流程</a:t>
            </a:r>
            <a:endParaRPr sz="1015" b="1">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89" name="矩形 188"/>
          <p:cNvSpPr>
            <a:spLocks noGrp="1"/>
          </p:cNvSpPr>
          <p:nvPr/>
        </p:nvSpPr>
        <p:spPr>
          <a:xfrm>
            <a:off x="2076450" y="5407025"/>
            <a:ext cx="11430" cy="1257300"/>
          </a:xfrm>
          <a:prstGeom prst="rect">
            <a:avLst/>
          </a:prstGeom>
          <a:solidFill>
            <a:srgbClr val="D7DEE8"/>
          </a:solidFill>
          <a:ln w="0">
            <a:solidFill>
              <a:srgbClr val="000000">
                <a:alpha val="0"/>
              </a:srgbClr>
            </a:solidFill>
          </a:ln>
        </p:spPr>
        <p:txBody>
          <a:bodyPr/>
          <a:lstStyle/>
          <a:p>
            <a:endParaRPr lang="en-GB"/>
          </a:p>
        </p:txBody>
      </p:sp>
      <p:sp>
        <p:nvSpPr>
          <p:cNvPr id="190" name="矩形 189"/>
          <p:cNvSpPr>
            <a:spLocks noGrp="1"/>
          </p:cNvSpPr>
          <p:nvPr/>
        </p:nvSpPr>
        <p:spPr>
          <a:xfrm>
            <a:off x="6286500" y="5492750"/>
            <a:ext cx="27241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5" b="1">
                <a:solidFill>
                  <a:srgbClr val="647181"/>
                </a:solidFill>
                <a:latin typeface="PingFang SC" panose="020B0400000000000000" charset="-122"/>
                <a:ea typeface="PingFang SC" panose="020B0400000000000000" charset="-122"/>
                <a:cs typeface="PingFang SC" panose="020B0400000000000000" charset="-122"/>
              </a:defRPr>
            </a:pPr>
            <a:r>
              <a:rPr sz="1015" b="1">
                <a:solidFill>
                  <a:srgbClr val="647181"/>
                </a:solidFill>
                <a:latin typeface="PingFang SC" panose="020B0400000000000000" charset="-122"/>
                <a:ea typeface="PingFang SC" panose="020B0400000000000000" charset="-122"/>
                <a:cs typeface="PingFang SC" panose="020B0400000000000000" charset="-122"/>
              </a:rPr>
              <a:t>优劣势</a:t>
            </a:r>
            <a:endParaRPr sz="1015" b="1">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91" name="矩形 190"/>
          <p:cNvSpPr>
            <a:spLocks noGrp="1"/>
          </p:cNvSpPr>
          <p:nvPr/>
        </p:nvSpPr>
        <p:spPr>
          <a:xfrm>
            <a:off x="5958840" y="5407025"/>
            <a:ext cx="11430" cy="1257300"/>
          </a:xfrm>
          <a:prstGeom prst="rect">
            <a:avLst/>
          </a:prstGeom>
          <a:solidFill>
            <a:srgbClr val="D7DEE8"/>
          </a:solidFill>
          <a:ln w="0">
            <a:solidFill>
              <a:srgbClr val="000000">
                <a:alpha val="0"/>
              </a:srgbClr>
            </a:solidFill>
          </a:ln>
        </p:spPr>
        <p:txBody>
          <a:bodyPr/>
          <a:lstStyle/>
          <a:p>
            <a:endParaRPr lang="en-GB"/>
          </a:p>
        </p:txBody>
      </p:sp>
      <p:sp>
        <p:nvSpPr>
          <p:cNvPr id="192" name="矩形 191"/>
          <p:cNvSpPr>
            <a:spLocks noGrp="1"/>
          </p:cNvSpPr>
          <p:nvPr/>
        </p:nvSpPr>
        <p:spPr>
          <a:xfrm>
            <a:off x="9239250" y="5492750"/>
            <a:ext cx="2381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15" b="1">
                <a:solidFill>
                  <a:srgbClr val="647181"/>
                </a:solidFill>
                <a:latin typeface="PingFang SC" panose="020B0400000000000000" charset="-122"/>
                <a:ea typeface="PingFang SC" panose="020B0400000000000000" charset="-122"/>
                <a:cs typeface="PingFang SC" panose="020B0400000000000000" charset="-122"/>
              </a:defRPr>
            </a:pPr>
            <a:r>
              <a:rPr sz="1015" b="1">
                <a:solidFill>
                  <a:srgbClr val="647181"/>
                </a:solidFill>
                <a:latin typeface="PingFang SC" panose="020B0400000000000000" charset="-122"/>
                <a:ea typeface="PingFang SC" panose="020B0400000000000000" charset="-122"/>
                <a:cs typeface="PingFang SC" panose="020B0400000000000000" charset="-122"/>
              </a:rPr>
              <a:t>结论</a:t>
            </a:r>
            <a:endParaRPr sz="1015" b="1">
              <a:solidFill>
                <a:srgbClr val="647181"/>
              </a:solidFill>
              <a:latin typeface="PingFang SC" panose="020B0400000000000000" charset="-122"/>
              <a:ea typeface="PingFang SC" panose="020B0400000000000000" charset="-122"/>
              <a:cs typeface="PingFang SC" panose="020B0400000000000000" charset="-122"/>
            </a:endParaRPr>
          </a:p>
        </p:txBody>
      </p:sp>
      <p:sp>
        <p:nvSpPr>
          <p:cNvPr id="193" name="矩形 192"/>
          <p:cNvSpPr>
            <a:spLocks noGrp="1"/>
          </p:cNvSpPr>
          <p:nvPr/>
        </p:nvSpPr>
        <p:spPr>
          <a:xfrm>
            <a:off x="8840470" y="5407025"/>
            <a:ext cx="11430" cy="1257300"/>
          </a:xfrm>
          <a:prstGeom prst="rect">
            <a:avLst/>
          </a:prstGeom>
          <a:solidFill>
            <a:srgbClr val="D7DEE8"/>
          </a:solidFill>
          <a:ln w="0">
            <a:solidFill>
              <a:srgbClr val="000000">
                <a:alpha val="0"/>
              </a:srgbClr>
            </a:solidFill>
          </a:ln>
        </p:spPr>
        <p:txBody>
          <a:bodyPr/>
          <a:lstStyle/>
          <a:p>
            <a:endParaRPr lang="en-GB"/>
          </a:p>
        </p:txBody>
      </p:sp>
      <p:sp>
        <p:nvSpPr>
          <p:cNvPr id="194" name="矩形 193"/>
          <p:cNvSpPr>
            <a:spLocks noGrp="1"/>
          </p:cNvSpPr>
          <p:nvPr/>
        </p:nvSpPr>
        <p:spPr>
          <a:xfrm>
            <a:off x="457200" y="6177915"/>
            <a:ext cx="11277600" cy="11430"/>
          </a:xfrm>
          <a:prstGeom prst="rect">
            <a:avLst/>
          </a:prstGeom>
          <a:solidFill>
            <a:srgbClr val="D7DEE8"/>
          </a:solidFill>
          <a:ln w="0">
            <a:solidFill>
              <a:srgbClr val="000000">
                <a:alpha val="0"/>
              </a:srgbClr>
            </a:solidFill>
          </a:ln>
        </p:spPr>
        <p:txBody>
          <a:bodyPr/>
          <a:lstStyle/>
          <a:p>
            <a:endParaRPr lang="en-GB"/>
          </a:p>
        </p:txBody>
      </p:sp>
      <p:sp>
        <p:nvSpPr>
          <p:cNvPr id="195" name="圆角矩形 194"/>
          <p:cNvSpPr>
            <a:spLocks noGrp="1"/>
          </p:cNvSpPr>
          <p:nvPr/>
        </p:nvSpPr>
        <p:spPr>
          <a:xfrm>
            <a:off x="647700" y="5826125"/>
            <a:ext cx="1219200" cy="285750"/>
          </a:xfrm>
          <a:prstGeom prst="roundRect">
            <a:avLst>
              <a:gd name="adj" fmla="val 26667"/>
            </a:avLst>
          </a:prstGeom>
          <a:solidFill>
            <a:srgbClr val="EAF1FF"/>
          </a:solidFill>
          <a:ln w="10478">
            <a:solidFill>
              <a:srgbClr val="246BFE"/>
            </a:solidFill>
          </a:ln>
        </p:spPr>
        <p:txBody>
          <a:bodyPr/>
          <a:lstStyle/>
          <a:p>
            <a:endParaRPr lang="en-GB"/>
          </a:p>
        </p:txBody>
      </p:sp>
      <p:sp>
        <p:nvSpPr>
          <p:cNvPr id="196" name="矩形 195"/>
          <p:cNvSpPr>
            <a:spLocks noGrp="1"/>
          </p:cNvSpPr>
          <p:nvPr/>
        </p:nvSpPr>
        <p:spPr>
          <a:xfrm>
            <a:off x="723900" y="5883275"/>
            <a:ext cx="1066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246BFE"/>
                </a:solidFill>
                <a:latin typeface="PingFang SC" panose="020B0400000000000000" charset="-122"/>
                <a:ea typeface="PingFang SC" panose="020B0400000000000000" charset="-122"/>
                <a:cs typeface="PingFang SC" panose="020B0400000000000000" charset="-122"/>
              </a:defRPr>
            </a:pPr>
            <a:r>
              <a:rPr sz="975" b="1">
                <a:solidFill>
                  <a:srgbClr val="246BFE"/>
                </a:solidFill>
                <a:latin typeface="PingFang SC" panose="020B0400000000000000" charset="-122"/>
                <a:ea typeface="PingFang SC" panose="020B0400000000000000" charset="-122"/>
                <a:cs typeface="PingFang SC" panose="020B0400000000000000" charset="-122"/>
              </a:rPr>
              <a:t>方式一</a:t>
            </a:r>
            <a:endParaRPr sz="97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197" name="矩形 196"/>
          <p:cNvSpPr>
            <a:spLocks noGrp="1"/>
          </p:cNvSpPr>
          <p:nvPr/>
        </p:nvSpPr>
        <p:spPr>
          <a:xfrm>
            <a:off x="2247900" y="5807075"/>
            <a:ext cx="36004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25" b="0">
                <a:solidFill>
                  <a:srgbClr val="17202A"/>
                </a:solidFill>
                <a:latin typeface="PingFang SC" panose="020B0400000000000000" charset="-122"/>
                <a:ea typeface="PingFang SC" panose="020B0400000000000000" charset="-122"/>
                <a:cs typeface="PingFang SC" panose="020B0400000000000000" charset="-122"/>
              </a:defRPr>
            </a:pPr>
            <a:r>
              <a:rPr sz="925" b="0">
                <a:solidFill>
                  <a:srgbClr val="17202A"/>
                </a:solidFill>
                <a:latin typeface="PingFang SC" panose="020B0400000000000000" charset="-122"/>
                <a:ea typeface="PingFang SC" panose="020B0400000000000000" charset="-122"/>
                <a:cs typeface="PingFang SC" panose="020B0400000000000000" charset="-122"/>
              </a:rPr>
              <a:t>各业务系统注册生成用户后，同步至客户数据管理平台，由平台进行用户信息去重。</a:t>
            </a:r>
            <a:endParaRPr sz="92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98" name="矩形 197"/>
          <p:cNvSpPr>
            <a:spLocks noGrp="1"/>
          </p:cNvSpPr>
          <p:nvPr/>
        </p:nvSpPr>
        <p:spPr>
          <a:xfrm>
            <a:off x="6153150" y="5826125"/>
            <a:ext cx="2476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15" b="0">
                <a:solidFill>
                  <a:srgbClr val="17202A"/>
                </a:solidFill>
                <a:latin typeface="PingFang SC" panose="020B0400000000000000" charset="-122"/>
                <a:ea typeface="PingFang SC" panose="020B0400000000000000" charset="-122"/>
                <a:cs typeface="PingFang SC" panose="020B0400000000000000" charset="-122"/>
              </a:defRPr>
            </a:pPr>
            <a:r>
              <a:rPr sz="915" b="0">
                <a:solidFill>
                  <a:srgbClr val="17202A"/>
                </a:solidFill>
                <a:latin typeface="PingFang SC" panose="020B0400000000000000" charset="-122"/>
                <a:ea typeface="PingFang SC" panose="020B0400000000000000" charset="-122"/>
                <a:cs typeface="PingFang SC" panose="020B0400000000000000" charset="-122"/>
              </a:rPr>
              <a:t>兼容现有系统，改造成本较低；平台统一去重，治理边界清晰。</a:t>
            </a:r>
            <a:endParaRPr sz="91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199" name="矩形 198"/>
          <p:cNvSpPr>
            <a:spLocks noGrp="1"/>
          </p:cNvSpPr>
          <p:nvPr/>
        </p:nvSpPr>
        <p:spPr>
          <a:xfrm>
            <a:off x="9086850" y="5807075"/>
            <a:ext cx="23241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05" b="1">
                <a:solidFill>
                  <a:srgbClr val="246BFE"/>
                </a:solidFill>
                <a:latin typeface="PingFang SC" panose="020B0400000000000000" charset="-122"/>
                <a:ea typeface="PingFang SC" panose="020B0400000000000000" charset="-122"/>
                <a:cs typeface="PingFang SC" panose="020B0400000000000000" charset="-122"/>
              </a:defRPr>
            </a:pPr>
            <a:r>
              <a:rPr sz="905" b="1">
                <a:solidFill>
                  <a:srgbClr val="246BFE"/>
                </a:solidFill>
                <a:latin typeface="PingFang SC" panose="020B0400000000000000" charset="-122"/>
                <a:ea typeface="PingFang SC" panose="020B0400000000000000" charset="-122"/>
                <a:cs typeface="PingFang SC" panose="020B0400000000000000" charset="-122"/>
              </a:rPr>
              <a:t>建议方案：各业务系统生成后同步至客户数据管理平台</a:t>
            </a:r>
            <a:endParaRPr sz="905"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200" name="圆角矩形 199"/>
          <p:cNvSpPr>
            <a:spLocks noGrp="1"/>
          </p:cNvSpPr>
          <p:nvPr/>
        </p:nvSpPr>
        <p:spPr>
          <a:xfrm>
            <a:off x="647700" y="6254750"/>
            <a:ext cx="1219200" cy="285750"/>
          </a:xfrm>
          <a:prstGeom prst="roundRect">
            <a:avLst>
              <a:gd name="adj" fmla="val 26667"/>
            </a:avLst>
          </a:prstGeom>
          <a:solidFill>
            <a:srgbClr val="E8F7F0"/>
          </a:solidFill>
          <a:ln w="10478">
            <a:solidFill>
              <a:srgbClr val="16A06A"/>
            </a:solidFill>
          </a:ln>
        </p:spPr>
        <p:txBody>
          <a:bodyPr/>
          <a:lstStyle/>
          <a:p>
            <a:endParaRPr lang="en-GB"/>
          </a:p>
        </p:txBody>
      </p:sp>
      <p:sp>
        <p:nvSpPr>
          <p:cNvPr id="201" name="矩形 200"/>
          <p:cNvSpPr>
            <a:spLocks noGrp="1"/>
          </p:cNvSpPr>
          <p:nvPr/>
        </p:nvSpPr>
        <p:spPr>
          <a:xfrm>
            <a:off x="723900" y="6311900"/>
            <a:ext cx="106680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75" b="1">
                <a:solidFill>
                  <a:srgbClr val="16A06A"/>
                </a:solidFill>
                <a:latin typeface="PingFang SC" panose="020B0400000000000000" charset="-122"/>
                <a:ea typeface="PingFang SC" panose="020B0400000000000000" charset="-122"/>
                <a:cs typeface="PingFang SC" panose="020B0400000000000000" charset="-122"/>
              </a:defRPr>
            </a:pPr>
            <a:r>
              <a:rPr sz="975" b="1">
                <a:solidFill>
                  <a:srgbClr val="16A06A"/>
                </a:solidFill>
                <a:latin typeface="PingFang SC" panose="020B0400000000000000" charset="-122"/>
                <a:ea typeface="PingFang SC" panose="020B0400000000000000" charset="-122"/>
                <a:cs typeface="PingFang SC" panose="020B0400000000000000" charset="-122"/>
              </a:rPr>
              <a:t>方式二</a:t>
            </a:r>
            <a:endParaRPr sz="975"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202" name="矩形 201"/>
          <p:cNvSpPr>
            <a:spLocks noGrp="1"/>
          </p:cNvSpPr>
          <p:nvPr/>
        </p:nvSpPr>
        <p:spPr>
          <a:xfrm>
            <a:off x="2247900" y="6235700"/>
            <a:ext cx="360045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25" b="0">
                <a:solidFill>
                  <a:srgbClr val="17202A"/>
                </a:solidFill>
                <a:latin typeface="PingFang SC" panose="020B0400000000000000" charset="-122"/>
                <a:ea typeface="PingFang SC" panose="020B0400000000000000" charset="-122"/>
                <a:cs typeface="PingFang SC" panose="020B0400000000000000" charset="-122"/>
              </a:defRPr>
            </a:pPr>
            <a:r>
              <a:rPr sz="925" b="0">
                <a:solidFill>
                  <a:srgbClr val="17202A"/>
                </a:solidFill>
                <a:latin typeface="PingFang SC" panose="020B0400000000000000" charset="-122"/>
                <a:ea typeface="PingFang SC" panose="020B0400000000000000" charset="-122"/>
                <a:cs typeface="PingFang SC" panose="020B0400000000000000" charset="-122"/>
              </a:rPr>
              <a:t>平台提供统一注册接口，各业务系统注册时实时调用平台接口生成客户主数据。</a:t>
            </a:r>
            <a:endParaRPr sz="92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203" name="矩形 202"/>
          <p:cNvSpPr>
            <a:spLocks noGrp="1"/>
          </p:cNvSpPr>
          <p:nvPr/>
        </p:nvSpPr>
        <p:spPr>
          <a:xfrm>
            <a:off x="6153150" y="6235700"/>
            <a:ext cx="24765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15" b="0">
                <a:solidFill>
                  <a:srgbClr val="17202A"/>
                </a:solidFill>
                <a:latin typeface="PingFang SC" panose="020B0400000000000000" charset="-122"/>
                <a:ea typeface="PingFang SC" panose="020B0400000000000000" charset="-122"/>
                <a:cs typeface="PingFang SC" panose="020B0400000000000000" charset="-122"/>
              </a:defRPr>
            </a:pPr>
            <a:r>
              <a:rPr sz="915" b="0">
                <a:solidFill>
                  <a:srgbClr val="17202A"/>
                </a:solidFill>
                <a:latin typeface="PingFang SC" panose="020B0400000000000000" charset="-122"/>
                <a:ea typeface="PingFang SC" panose="020B0400000000000000" charset="-122"/>
                <a:cs typeface="PingFang SC" panose="020B0400000000000000" charset="-122"/>
              </a:rPr>
              <a:t>实时一致性更强，但各系统改造要求高，切换风险和协同成本更高。</a:t>
            </a:r>
            <a:endParaRPr sz="91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204" name="矩形 203"/>
          <p:cNvSpPr>
            <a:spLocks noGrp="1"/>
          </p:cNvSpPr>
          <p:nvPr/>
        </p:nvSpPr>
        <p:spPr>
          <a:xfrm>
            <a:off x="9086850" y="6236970"/>
            <a:ext cx="232410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15" b="0">
                <a:solidFill>
                  <a:srgbClr val="647181"/>
                </a:solidFill>
                <a:latin typeface="PingFang SC" panose="020B0400000000000000" charset="-122"/>
                <a:ea typeface="PingFang SC" panose="020B0400000000000000" charset="-122"/>
                <a:cs typeface="PingFang SC" panose="020B0400000000000000" charset="-122"/>
              </a:defRPr>
            </a:pPr>
            <a:r>
              <a:rPr sz="915" b="0">
                <a:solidFill>
                  <a:srgbClr val="647181"/>
                </a:solidFill>
                <a:latin typeface="PingFang SC" panose="020B0400000000000000" charset="-122"/>
                <a:ea typeface="PingFang SC" panose="020B0400000000000000" charset="-122"/>
                <a:cs typeface="PingFang SC" panose="020B0400000000000000" charset="-122"/>
              </a:rPr>
              <a:t>可作为后续统一注册能力演进方向</a:t>
            </a:r>
            <a:endParaRPr sz="915" b="0">
              <a:solidFill>
                <a:srgbClr val="647181"/>
              </a:solidFill>
              <a:latin typeface="PingFang SC" panose="020B0400000000000000" charset="-122"/>
              <a:ea typeface="PingFang SC" panose="020B0400000000000000" charset="-122"/>
              <a:cs typeface="PingFang SC" panose="020B0400000000000000" charset="-122"/>
            </a:endParaRPr>
          </a:p>
        </p:txBody>
      </p:sp>
      <p:sp>
        <p:nvSpPr>
          <p:cNvPr id="205" name="圆角矩形 204"/>
          <p:cNvSpPr>
            <a:spLocks noGrp="1"/>
          </p:cNvSpPr>
          <p:nvPr/>
        </p:nvSpPr>
        <p:spPr>
          <a:xfrm>
            <a:off x="8070850" y="4141470"/>
            <a:ext cx="3429000" cy="647700"/>
          </a:xfrm>
          <a:prstGeom prst="roundRect">
            <a:avLst>
              <a:gd name="adj" fmla="val 11765"/>
            </a:avLst>
          </a:prstGeom>
          <a:solidFill>
            <a:srgbClr val="FFFFFF"/>
          </a:solidFill>
          <a:ln w="10478">
            <a:solidFill>
              <a:srgbClr val="16A06A"/>
            </a:solidFill>
          </a:ln>
        </p:spPr>
        <p:txBody>
          <a:bodyPr/>
          <a:lstStyle/>
          <a:p>
            <a:endParaRPr lang="en-GB"/>
          </a:p>
        </p:txBody>
      </p:sp>
      <p:sp>
        <p:nvSpPr>
          <p:cNvPr id="206" name="矩形 205"/>
          <p:cNvSpPr>
            <a:spLocks noGrp="1"/>
          </p:cNvSpPr>
          <p:nvPr/>
        </p:nvSpPr>
        <p:spPr>
          <a:xfrm>
            <a:off x="8166100" y="4208145"/>
            <a:ext cx="3238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940" b="1">
                <a:solidFill>
                  <a:srgbClr val="16A06A"/>
                </a:solidFill>
                <a:latin typeface="PingFang SC" panose="020B0400000000000000" charset="-122"/>
                <a:ea typeface="PingFang SC" panose="020B0400000000000000" charset="-122"/>
                <a:cs typeface="PingFang SC" panose="020B0400000000000000" charset="-122"/>
              </a:defRPr>
            </a:pPr>
            <a:r>
              <a:rPr lang="zh-CN" sz="940" b="1">
                <a:solidFill>
                  <a:srgbClr val="16A06A"/>
                </a:solidFill>
                <a:latin typeface="PingFang SC" panose="020B0400000000000000" charset="-122"/>
                <a:ea typeface="PingFang SC" panose="020B0400000000000000" charset="-122"/>
                <a:cs typeface="PingFang SC" panose="020B0400000000000000" charset="-122"/>
              </a:rPr>
              <a:t>外部营销系统</a:t>
            </a:r>
            <a:endParaRPr lang="zh-CN" sz="940" b="1">
              <a:solidFill>
                <a:srgbClr val="16A06A"/>
              </a:solidFill>
              <a:latin typeface="PingFang SC" panose="020B0400000000000000" charset="-122"/>
              <a:ea typeface="PingFang SC" panose="020B0400000000000000" charset="-122"/>
              <a:cs typeface="PingFang SC" panose="020B0400000000000000" charset="-122"/>
            </a:endParaRPr>
          </a:p>
        </p:txBody>
      </p:sp>
      <p:sp>
        <p:nvSpPr>
          <p:cNvPr id="210" name="矩形 209"/>
          <p:cNvSpPr>
            <a:spLocks noGrp="1"/>
          </p:cNvSpPr>
          <p:nvPr/>
        </p:nvSpPr>
        <p:spPr>
          <a:xfrm>
            <a:off x="8528050" y="4455795"/>
            <a:ext cx="28765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645" b="0">
                <a:solidFill>
                  <a:srgbClr val="17202A"/>
                </a:solidFill>
                <a:latin typeface="PingFang SC" panose="020B0400000000000000" charset="-122"/>
                <a:ea typeface="PingFang SC" panose="020B0400000000000000" charset="-122"/>
                <a:cs typeface="PingFang SC" panose="020B0400000000000000" charset="-122"/>
              </a:defRPr>
            </a:pPr>
            <a:r>
              <a:rPr lang="zh-CN" altLang="en-US" sz="645" b="0">
                <a:solidFill>
                  <a:srgbClr val="17202A"/>
                </a:solidFill>
                <a:latin typeface="PingFang SC" panose="020B0400000000000000" charset="-122"/>
                <a:ea typeface="PingFang SC" panose="020B0400000000000000" charset="-122"/>
                <a:cs typeface="PingFang SC" panose="020B0400000000000000" charset="-122"/>
              </a:rPr>
              <a:t>提供判断用户身份、用户画像标签的接口服务【只返回是否，不返回数据明细】</a:t>
            </a:r>
            <a:r>
              <a:rPr sz="645" b="0">
                <a:solidFill>
                  <a:srgbClr val="17202A"/>
                </a:solidFill>
                <a:latin typeface="PingFang SC" panose="020B0400000000000000" charset="-122"/>
                <a:ea typeface="PingFang SC" panose="020B0400000000000000" charset="-122"/>
                <a:cs typeface="PingFang SC" panose="020B0400000000000000" charset="-122"/>
              </a:rPr>
              <a:t> → </a:t>
            </a:r>
            <a:r>
              <a:rPr lang="zh-CN" sz="645" b="0">
                <a:solidFill>
                  <a:srgbClr val="17202A"/>
                </a:solidFill>
                <a:latin typeface="PingFang SC" panose="020B0400000000000000" charset="-122"/>
                <a:ea typeface="PingFang SC" panose="020B0400000000000000" charset="-122"/>
                <a:cs typeface="PingFang SC" panose="020B0400000000000000" charset="-122"/>
              </a:rPr>
              <a:t>外部营销系统</a:t>
            </a:r>
            <a:endParaRPr lang="zh-CN" sz="645" b="0">
              <a:solidFill>
                <a:srgbClr val="17202A"/>
              </a:solidFill>
              <a:latin typeface="PingFang SC" panose="020B0400000000000000" charset="-122"/>
              <a:ea typeface="PingFang SC" panose="020B0400000000000000" charset="-122"/>
              <a:cs typeface="PingFang SC" panose="020B0400000000000000" charset="-122"/>
            </a:endParaRPr>
          </a:p>
        </p:txBody>
      </p:sp>
      <p:sp>
        <p:nvSpPr>
          <p:cNvPr id="211" name="矩形 210"/>
          <p:cNvSpPr>
            <a:spLocks noGrp="1"/>
          </p:cNvSpPr>
          <p:nvPr/>
        </p:nvSpPr>
        <p:spPr>
          <a:xfrm>
            <a:off x="7404100" y="4265295"/>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C67A10"/>
                </a:solidFill>
                <a:latin typeface="PingFang SC" panose="020B0400000000000000" charset="-122"/>
                <a:ea typeface="PingFang SC" panose="020B0400000000000000" charset="-122"/>
                <a:cs typeface="PingFang SC" panose="020B0400000000000000" charset="-122"/>
              </a:defRPr>
            </a:pPr>
            <a:r>
              <a:rPr sz="1650" b="1">
                <a:solidFill>
                  <a:srgbClr val="C67A10"/>
                </a:solidFill>
                <a:latin typeface="PingFang SC" panose="020B0400000000000000" charset="-122"/>
                <a:ea typeface="PingFang SC" panose="020B0400000000000000" charset="-122"/>
                <a:cs typeface="PingFang SC" panose="020B0400000000000000" charset="-122"/>
              </a:rPr>
              <a:t>←</a:t>
            </a:r>
            <a:endParaRPr sz="165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212" name="矩形 211"/>
          <p:cNvSpPr>
            <a:spLocks noGrp="1"/>
          </p:cNvSpPr>
          <p:nvPr/>
        </p:nvSpPr>
        <p:spPr>
          <a:xfrm>
            <a:off x="7404100" y="4455795"/>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C67A10"/>
                </a:solidFill>
                <a:latin typeface="PingFang SC" panose="020B0400000000000000" charset="-122"/>
                <a:ea typeface="PingFang SC" panose="020B0400000000000000" charset="-122"/>
                <a:cs typeface="PingFang SC" panose="020B0400000000000000" charset="-122"/>
              </a:defRPr>
            </a:pPr>
            <a:r>
              <a:rPr sz="630" b="1">
                <a:solidFill>
                  <a:srgbClr val="C67A10"/>
                </a:solidFill>
                <a:latin typeface="PingFang SC" panose="020B0400000000000000" charset="-122"/>
                <a:ea typeface="PingFang SC" panose="020B0400000000000000" charset="-122"/>
                <a:cs typeface="PingFang SC" panose="020B0400000000000000" charset="-122"/>
              </a:rPr>
              <a:t>入CDP</a:t>
            </a:r>
            <a:endParaRPr sz="630" b="1">
              <a:solidFill>
                <a:srgbClr val="C67A10"/>
              </a:solidFill>
              <a:latin typeface="PingFang SC" panose="020B0400000000000000" charset="-122"/>
              <a:ea typeface="PingFang SC" panose="020B0400000000000000" charset="-122"/>
              <a:cs typeface="PingFang SC" panose="020B0400000000000000" charset="-122"/>
            </a:endParaRPr>
          </a:p>
        </p:txBody>
      </p:sp>
      <p:sp>
        <p:nvSpPr>
          <p:cNvPr id="213" name="矩形 212"/>
          <p:cNvSpPr>
            <a:spLocks noGrp="1"/>
          </p:cNvSpPr>
          <p:nvPr/>
        </p:nvSpPr>
        <p:spPr>
          <a:xfrm>
            <a:off x="7404100" y="4512945"/>
            <a:ext cx="666750" cy="18097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1650" b="1">
                <a:solidFill>
                  <a:srgbClr val="246BFE"/>
                </a:solidFill>
                <a:latin typeface="PingFang SC" panose="020B0400000000000000" charset="-122"/>
                <a:ea typeface="PingFang SC" panose="020B0400000000000000" charset="-122"/>
                <a:cs typeface="PingFang SC" panose="020B0400000000000000" charset="-122"/>
              </a:defRPr>
            </a:pPr>
            <a:r>
              <a:rPr sz="1650" b="1">
                <a:solidFill>
                  <a:srgbClr val="246BFE"/>
                </a:solidFill>
                <a:latin typeface="PingFang SC" panose="020B0400000000000000" charset="-122"/>
                <a:ea typeface="PingFang SC" panose="020B0400000000000000" charset="-122"/>
                <a:cs typeface="PingFang SC" panose="020B0400000000000000" charset="-122"/>
              </a:rPr>
              <a:t>→</a:t>
            </a:r>
            <a:endParaRPr sz="165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214" name="矩形 213"/>
          <p:cNvSpPr>
            <a:spLocks noGrp="1"/>
          </p:cNvSpPr>
          <p:nvPr/>
        </p:nvSpPr>
        <p:spPr>
          <a:xfrm>
            <a:off x="7404100" y="4703445"/>
            <a:ext cx="666750" cy="123825"/>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630" b="1">
                <a:solidFill>
                  <a:srgbClr val="246BFE"/>
                </a:solidFill>
                <a:latin typeface="PingFang SC" panose="020B0400000000000000" charset="-122"/>
                <a:ea typeface="PingFang SC" panose="020B0400000000000000" charset="-122"/>
                <a:cs typeface="PingFang SC" panose="020B0400000000000000" charset="-122"/>
              </a:defRPr>
            </a:pPr>
            <a:r>
              <a:rPr sz="630" b="1">
                <a:solidFill>
                  <a:srgbClr val="246BFE"/>
                </a:solidFill>
                <a:latin typeface="PingFang SC" panose="020B0400000000000000" charset="-122"/>
                <a:ea typeface="PingFang SC" panose="020B0400000000000000" charset="-122"/>
                <a:cs typeface="PingFang SC" panose="020B0400000000000000" charset="-122"/>
              </a:rPr>
              <a:t>出乐寓</a:t>
            </a:r>
            <a:endParaRPr sz="630" b="1">
              <a:solidFill>
                <a:srgbClr val="246BFE"/>
              </a:solidFill>
              <a:latin typeface="PingFang SC" panose="020B0400000000000000" charset="-122"/>
              <a:ea typeface="PingFang SC" panose="020B0400000000000000" charset="-122"/>
              <a:cs typeface="PingFang SC" panose="020B0400000000000000" charset="-122"/>
            </a:endParaRPr>
          </a:p>
        </p:txBody>
      </p:sp>
      <p:sp>
        <p:nvSpPr>
          <p:cNvPr id="215" name="矩形 214"/>
          <p:cNvSpPr>
            <a:spLocks noGrp="1"/>
          </p:cNvSpPr>
          <p:nvPr/>
        </p:nvSpPr>
        <p:spPr>
          <a:xfrm>
            <a:off x="8185150" y="4451985"/>
            <a:ext cx="323850" cy="1143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defRPr sz="715" b="1">
                <a:solidFill>
                  <a:srgbClr val="246BFE"/>
                </a:solidFill>
                <a:latin typeface="PingFang SC" panose="020B0400000000000000" charset="-122"/>
                <a:ea typeface="PingFang SC" panose="020B0400000000000000" charset="-122"/>
                <a:cs typeface="PingFang SC" panose="020B0400000000000000" charset="-122"/>
              </a:defRPr>
            </a:pPr>
            <a:r>
              <a:rPr sz="715" b="1">
                <a:solidFill>
                  <a:srgbClr val="246BFE"/>
                </a:solidFill>
                <a:latin typeface="PingFang SC" panose="020B0400000000000000" charset="-122"/>
                <a:ea typeface="PingFang SC" panose="020B0400000000000000" charset="-122"/>
                <a:cs typeface="PingFang SC" panose="020B0400000000000000" charset="-122"/>
              </a:rPr>
              <a:t>出</a:t>
            </a:r>
            <a:endParaRPr sz="715" b="1">
              <a:solidFill>
                <a:srgbClr val="246BFE"/>
              </a:solidFill>
              <a:latin typeface="PingFang SC" panose="020B0400000000000000" charset="-122"/>
              <a:ea typeface="PingFang SC" panose="020B0400000000000000" charset="-122"/>
              <a:cs typeface="PingFang SC" panose="020B0400000000000000"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487803" y="358230"/>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rPr>
              <a:t>会员积分与客户数据技术架构图</a:t>
            </a: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7" name="TextBox 2"/>
          <p:cNvSpPr txBox="1"/>
          <p:nvPr/>
        </p:nvSpPr>
        <p:spPr>
          <a:xfrm>
            <a:off x="457200" y="758952"/>
            <a:ext cx="11155680" cy="274320"/>
          </a:xfrm>
          <a:prstGeom prst="rect">
            <a:avLst/>
          </a:prstGeom>
          <a:noFill/>
        </p:spPr>
        <p:txBody>
          <a:bodyPr wrap="square" lIns="0" tIns="18288" rIns="0" bIns="18288" anchor="t">
            <a:spAutoFit/>
          </a:bodyPr>
          <a:lstStyle/>
          <a:p>
            <a:pPr algn="l"/>
            <a:r>
              <a:rPr sz="1250" b="0">
                <a:solidFill>
                  <a:srgbClr val="5B687C"/>
                </a:solidFill>
                <a:latin typeface="微软雅黑"/>
              </a:rPr>
              <a:t>以开放接口接入多业务系统，按接入、集成、核心服务、数据分层建设，支撑交易实时处理、数据沉淀与对账闭环。</a:t>
            </a:r>
            <a:endParaRPr sz="1250" b="0">
              <a:solidFill>
                <a:srgbClr val="5B687C"/>
              </a:solidFill>
              <a:latin typeface="微软雅黑"/>
            </a:endParaRPr>
          </a:p>
        </p:txBody>
      </p:sp>
      <p:sp>
        <p:nvSpPr>
          <p:cNvPr id="8" name="Rounded Rectangle 3"/>
          <p:cNvSpPr/>
          <p:nvPr/>
        </p:nvSpPr>
        <p:spPr>
          <a:xfrm>
            <a:off x="8503920" y="393192"/>
            <a:ext cx="960120" cy="292608"/>
          </a:xfrm>
          <a:prstGeom prst="roundRect">
            <a:avLst/>
          </a:prstGeom>
          <a:solidFill>
            <a:srgbClr val="EAF2FF"/>
          </a:solidFill>
          <a:ln w="12700">
            <a:solidFill>
              <a:srgbClr val="206BFF"/>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50" b="1">
                <a:solidFill>
                  <a:srgbClr val="206BFF"/>
                </a:solidFill>
                <a:latin typeface="微软雅黑"/>
              </a:rPr>
              <a:t>蓝色：本项目</a:t>
            </a:r>
            <a:endParaRPr sz="950" b="1">
              <a:solidFill>
                <a:srgbClr val="206BFF"/>
              </a:solidFill>
              <a:latin typeface="微软雅黑"/>
            </a:endParaRPr>
          </a:p>
        </p:txBody>
      </p:sp>
      <p:sp>
        <p:nvSpPr>
          <p:cNvPr id="36" name="Rounded Rectangle 4"/>
          <p:cNvSpPr/>
          <p:nvPr/>
        </p:nvSpPr>
        <p:spPr>
          <a:xfrm>
            <a:off x="9601200" y="393192"/>
            <a:ext cx="1005840" cy="292608"/>
          </a:xfrm>
          <a:prstGeom prst="roundRect">
            <a:avLst/>
          </a:prstGeom>
          <a:solidFill>
            <a:srgbClr val="E8F8F1"/>
          </a:solidFill>
          <a:ln w="12700">
            <a:solidFill>
              <a:srgbClr val="10A36D"/>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50" b="1">
                <a:solidFill>
                  <a:srgbClr val="10A36D"/>
                </a:solidFill>
                <a:latin typeface="微软雅黑"/>
              </a:rPr>
              <a:t>绿色：外部系统</a:t>
            </a:r>
            <a:endParaRPr sz="950" b="1">
              <a:solidFill>
                <a:srgbClr val="10A36D"/>
              </a:solidFill>
              <a:latin typeface="微软雅黑"/>
            </a:endParaRPr>
          </a:p>
        </p:txBody>
      </p:sp>
      <p:sp>
        <p:nvSpPr>
          <p:cNvPr id="37" name="Rounded Rectangle 5"/>
          <p:cNvSpPr/>
          <p:nvPr/>
        </p:nvSpPr>
        <p:spPr>
          <a:xfrm>
            <a:off x="10753344" y="393192"/>
            <a:ext cx="1005840" cy="292608"/>
          </a:xfrm>
          <a:prstGeom prst="roundRect">
            <a:avLst/>
          </a:prstGeom>
          <a:solidFill>
            <a:srgbClr val="F0ECFF"/>
          </a:solidFill>
          <a:ln w="12700">
            <a:solidFill>
              <a:srgbClr val="6E44FF"/>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50" b="1">
                <a:solidFill>
                  <a:srgbClr val="6E44FF"/>
                </a:solidFill>
                <a:latin typeface="微软雅黑"/>
              </a:rPr>
              <a:t>紫色：上级组织</a:t>
            </a:r>
            <a:endParaRPr sz="950" b="1">
              <a:solidFill>
                <a:srgbClr val="6E44FF"/>
              </a:solidFill>
              <a:latin typeface="微软雅黑"/>
            </a:endParaRPr>
          </a:p>
        </p:txBody>
      </p:sp>
      <p:sp>
        <p:nvSpPr>
          <p:cNvPr id="41" name="Rounded Rectangle 6"/>
          <p:cNvSpPr/>
          <p:nvPr/>
        </p:nvSpPr>
        <p:spPr>
          <a:xfrm>
            <a:off x="457200" y="1097280"/>
            <a:ext cx="11274552" cy="5029200"/>
          </a:xfrm>
          <a:prstGeom prst="roundRect">
            <a:avLst/>
          </a:prstGeom>
          <a:solidFill>
            <a:srgbClr val="FFFFFF"/>
          </a:solidFill>
          <a:ln w="12700">
            <a:solidFill>
              <a:srgbClr val="CDD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87" name="Connector 7"/>
          <p:cNvCxnSpPr/>
          <p:nvPr/>
        </p:nvCxnSpPr>
        <p:spPr>
          <a:xfrm>
            <a:off x="1682496" y="1856231"/>
            <a:ext cx="0" cy="201169"/>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88" name="Connector 8"/>
          <p:cNvCxnSpPr/>
          <p:nvPr/>
        </p:nvCxnSpPr>
        <p:spPr>
          <a:xfrm>
            <a:off x="3657600" y="1856231"/>
            <a:ext cx="0" cy="201169"/>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89" name="Connector 9"/>
          <p:cNvCxnSpPr/>
          <p:nvPr/>
        </p:nvCxnSpPr>
        <p:spPr>
          <a:xfrm>
            <a:off x="5632704" y="1856231"/>
            <a:ext cx="0" cy="201169"/>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90" name="Connector 10"/>
          <p:cNvCxnSpPr/>
          <p:nvPr/>
        </p:nvCxnSpPr>
        <p:spPr>
          <a:xfrm>
            <a:off x="7607808" y="1856231"/>
            <a:ext cx="0" cy="201169"/>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91" name="Connector 11"/>
          <p:cNvCxnSpPr/>
          <p:nvPr/>
        </p:nvCxnSpPr>
        <p:spPr>
          <a:xfrm>
            <a:off x="9582912" y="1856231"/>
            <a:ext cx="0" cy="201169"/>
          </a:xfrm>
          <a:prstGeom prst="line">
            <a:avLst/>
          </a:prstGeom>
          <a:ln w="1270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92" name="Connector 12"/>
          <p:cNvCxnSpPr/>
          <p:nvPr/>
        </p:nvCxnSpPr>
        <p:spPr>
          <a:xfrm>
            <a:off x="4910328" y="2542032"/>
            <a:ext cx="0" cy="182880"/>
          </a:xfrm>
          <a:prstGeom prst="line">
            <a:avLst/>
          </a:prstGeom>
          <a:ln w="1524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93" name="Connector 13"/>
          <p:cNvCxnSpPr/>
          <p:nvPr/>
        </p:nvCxnSpPr>
        <p:spPr>
          <a:xfrm>
            <a:off x="4910328" y="3246120"/>
            <a:ext cx="0" cy="246888"/>
          </a:xfrm>
          <a:prstGeom prst="line">
            <a:avLst/>
          </a:prstGeom>
          <a:ln w="1524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94" name="Connector 14"/>
          <p:cNvCxnSpPr/>
          <p:nvPr/>
        </p:nvCxnSpPr>
        <p:spPr>
          <a:xfrm>
            <a:off x="4910328" y="4773168"/>
            <a:ext cx="0" cy="228600"/>
          </a:xfrm>
          <a:prstGeom prst="line">
            <a:avLst/>
          </a:prstGeom>
          <a:ln w="15240">
            <a:solidFill>
              <a:srgbClr val="94A3B8"/>
            </a:solidFill>
          </a:ln>
        </p:spPr>
        <p:style>
          <a:lnRef idx="2">
            <a:schemeClr val="accent1"/>
          </a:lnRef>
          <a:fillRef idx="0">
            <a:schemeClr val="accent1"/>
          </a:fillRef>
          <a:effectRef idx="1">
            <a:schemeClr val="accent1"/>
          </a:effectRef>
          <a:fontRef idx="minor">
            <a:schemeClr val="tx1"/>
          </a:fontRef>
        </p:style>
      </p:cxnSp>
      <p:cxnSp>
        <p:nvCxnSpPr>
          <p:cNvPr id="95" name="Connector 15"/>
          <p:cNvCxnSpPr/>
          <p:nvPr/>
        </p:nvCxnSpPr>
        <p:spPr>
          <a:xfrm>
            <a:off x="9070848" y="3977639"/>
            <a:ext cx="484632" cy="0"/>
          </a:xfrm>
          <a:prstGeom prst="line">
            <a:avLst/>
          </a:prstGeom>
          <a:ln w="13970">
            <a:solidFill>
              <a:srgbClr val="94A3B8"/>
            </a:solidFill>
            <a:prstDash val="dash"/>
          </a:ln>
        </p:spPr>
        <p:style>
          <a:lnRef idx="2">
            <a:schemeClr val="accent1"/>
          </a:lnRef>
          <a:fillRef idx="0">
            <a:schemeClr val="accent1"/>
          </a:fillRef>
          <a:effectRef idx="1">
            <a:schemeClr val="accent1"/>
          </a:effectRef>
          <a:fontRef idx="minor">
            <a:schemeClr val="tx1"/>
          </a:fontRef>
        </p:style>
      </p:cxnSp>
      <p:sp>
        <p:nvSpPr>
          <p:cNvPr id="96" name="Rounded Rectangle 16"/>
          <p:cNvSpPr/>
          <p:nvPr/>
        </p:nvSpPr>
        <p:spPr>
          <a:xfrm>
            <a:off x="786384" y="1298448"/>
            <a:ext cx="1810512" cy="502920"/>
          </a:xfrm>
          <a:prstGeom prst="roundRect">
            <a:avLst/>
          </a:prstGeom>
          <a:solidFill>
            <a:srgbClr val="E8F8F1"/>
          </a:solidFill>
          <a:ln w="12700">
            <a:solidFill>
              <a:srgbClr val="10A36D"/>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20" b="1">
                <a:solidFill>
                  <a:srgbClr val="10A36D"/>
                </a:solidFill>
                <a:latin typeface="微软雅黑"/>
              </a:rPr>
              <a:t>商业会员系统</a:t>
            </a:r>
            <a:endParaRPr sz="920" b="1">
              <a:solidFill>
                <a:srgbClr val="10A36D"/>
              </a:solidFill>
              <a:latin typeface="微软雅黑"/>
            </a:endParaRPr>
          </a:p>
          <a:p>
            <a:pPr algn="ctr">
              <a:spcBef>
                <a:spcPts val="0"/>
              </a:spcBef>
            </a:pPr>
            <a:r>
              <a:rPr sz="920" b="1">
                <a:solidFill>
                  <a:srgbClr val="10A36D"/>
                </a:solidFill>
                <a:latin typeface="微软雅黑"/>
              </a:rPr>
              <a:t>安荟邻</a:t>
            </a:r>
            <a:endParaRPr sz="920" b="1">
              <a:solidFill>
                <a:srgbClr val="10A36D"/>
              </a:solidFill>
              <a:latin typeface="微软雅黑"/>
            </a:endParaRPr>
          </a:p>
        </p:txBody>
      </p:sp>
      <p:sp>
        <p:nvSpPr>
          <p:cNvPr id="97" name="Rounded Rectangle 17"/>
          <p:cNvSpPr/>
          <p:nvPr/>
        </p:nvSpPr>
        <p:spPr>
          <a:xfrm>
            <a:off x="2761488" y="1298448"/>
            <a:ext cx="1810512" cy="502920"/>
          </a:xfrm>
          <a:prstGeom prst="roundRect">
            <a:avLst/>
          </a:prstGeom>
          <a:solidFill>
            <a:srgbClr val="E8F8F1"/>
          </a:solidFill>
          <a:ln w="12700">
            <a:solidFill>
              <a:srgbClr val="10A36D"/>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20" b="1">
                <a:solidFill>
                  <a:srgbClr val="10A36D"/>
                </a:solidFill>
                <a:latin typeface="微软雅黑"/>
              </a:rPr>
              <a:t>停车系统 / 安邻充</a:t>
            </a:r>
            <a:endParaRPr sz="920" b="1">
              <a:solidFill>
                <a:srgbClr val="10A36D"/>
              </a:solidFill>
              <a:latin typeface="微软雅黑"/>
            </a:endParaRPr>
          </a:p>
          <a:p>
            <a:pPr algn="ctr">
              <a:spcBef>
                <a:spcPts val="0"/>
              </a:spcBef>
            </a:pPr>
            <a:r>
              <a:rPr sz="920" b="1">
                <a:solidFill>
                  <a:srgbClr val="10A36D"/>
                </a:solidFill>
                <a:latin typeface="微软雅黑"/>
              </a:rPr>
              <a:t>停车缴费/充电记录</a:t>
            </a:r>
            <a:endParaRPr sz="920" b="1">
              <a:solidFill>
                <a:srgbClr val="10A36D"/>
              </a:solidFill>
              <a:latin typeface="微软雅黑"/>
            </a:endParaRPr>
          </a:p>
        </p:txBody>
      </p:sp>
      <p:sp>
        <p:nvSpPr>
          <p:cNvPr id="98" name="Rounded Rectangle 18"/>
          <p:cNvSpPr/>
          <p:nvPr/>
        </p:nvSpPr>
        <p:spPr>
          <a:xfrm>
            <a:off x="4736592" y="1298448"/>
            <a:ext cx="1810512" cy="502920"/>
          </a:xfrm>
          <a:prstGeom prst="roundRect">
            <a:avLst/>
          </a:prstGeom>
          <a:solidFill>
            <a:srgbClr val="E8F8F1"/>
          </a:solidFill>
          <a:ln w="12700">
            <a:solidFill>
              <a:srgbClr val="10A36D"/>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20" b="1">
                <a:solidFill>
                  <a:srgbClr val="10A36D"/>
                </a:solidFill>
                <a:latin typeface="微软雅黑"/>
              </a:rPr>
              <a:t>好社区 / 安馨汇</a:t>
            </a:r>
            <a:endParaRPr sz="920" b="1">
              <a:solidFill>
                <a:srgbClr val="10A36D"/>
              </a:solidFill>
              <a:latin typeface="微软雅黑"/>
            </a:endParaRPr>
          </a:p>
          <a:p>
            <a:pPr algn="ctr">
              <a:spcBef>
                <a:spcPts val="0"/>
              </a:spcBef>
            </a:pPr>
            <a:r>
              <a:rPr sz="920" b="1">
                <a:solidFill>
                  <a:srgbClr val="10A36D"/>
                </a:solidFill>
                <a:latin typeface="微软雅黑"/>
              </a:rPr>
              <a:t>社区服务/活动/会员</a:t>
            </a:r>
            <a:endParaRPr sz="920" b="1">
              <a:solidFill>
                <a:srgbClr val="10A36D"/>
              </a:solidFill>
              <a:latin typeface="微软雅黑"/>
            </a:endParaRPr>
          </a:p>
        </p:txBody>
      </p:sp>
      <p:sp>
        <p:nvSpPr>
          <p:cNvPr id="99" name="Rounded Rectangle 19"/>
          <p:cNvSpPr/>
          <p:nvPr/>
        </p:nvSpPr>
        <p:spPr>
          <a:xfrm>
            <a:off x="6711696" y="1298448"/>
            <a:ext cx="1810512" cy="502920"/>
          </a:xfrm>
          <a:prstGeom prst="roundRect">
            <a:avLst/>
          </a:prstGeom>
          <a:solidFill>
            <a:srgbClr val="E8F8F1"/>
          </a:solidFill>
          <a:ln w="12700">
            <a:solidFill>
              <a:srgbClr val="10A36D"/>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20" b="1">
                <a:solidFill>
                  <a:srgbClr val="10A36D"/>
                </a:solidFill>
                <a:latin typeface="微软雅黑"/>
              </a:rPr>
              <a:t>有赞 / 尘锋 / 乐寓</a:t>
            </a:r>
            <a:endParaRPr sz="920" b="1">
              <a:solidFill>
                <a:srgbClr val="10A36D"/>
              </a:solidFill>
              <a:latin typeface="微软雅黑"/>
            </a:endParaRPr>
          </a:p>
          <a:p>
            <a:pPr algn="ctr">
              <a:spcBef>
                <a:spcPts val="0"/>
              </a:spcBef>
            </a:pPr>
            <a:r>
              <a:rPr sz="920" b="1">
                <a:solidFill>
                  <a:srgbClr val="10A36D"/>
                </a:solidFill>
                <a:latin typeface="微软雅黑"/>
              </a:rPr>
              <a:t>小程序/企微/租赁行为</a:t>
            </a:r>
            <a:endParaRPr sz="920" b="1">
              <a:solidFill>
                <a:srgbClr val="10A36D"/>
              </a:solidFill>
              <a:latin typeface="微软雅黑"/>
            </a:endParaRPr>
          </a:p>
        </p:txBody>
      </p:sp>
      <p:sp>
        <p:nvSpPr>
          <p:cNvPr id="100" name="Rounded Rectangle 20"/>
          <p:cNvSpPr/>
          <p:nvPr/>
        </p:nvSpPr>
        <p:spPr>
          <a:xfrm>
            <a:off x="8686800" y="1298448"/>
            <a:ext cx="1810512" cy="502920"/>
          </a:xfrm>
          <a:prstGeom prst="roundRect">
            <a:avLst/>
          </a:prstGeom>
          <a:solidFill>
            <a:srgbClr val="F0ECFF"/>
          </a:solidFill>
          <a:ln w="12700">
            <a:solidFill>
              <a:srgbClr val="6E44FF"/>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20" b="1">
                <a:solidFill>
                  <a:srgbClr val="6E44FF"/>
                </a:solidFill>
                <a:latin typeface="微软雅黑"/>
              </a:rPr>
              <a:t>集团财务系统</a:t>
            </a:r>
            <a:endParaRPr sz="920" b="1">
              <a:solidFill>
                <a:srgbClr val="6E44FF"/>
              </a:solidFill>
              <a:latin typeface="微软雅黑"/>
            </a:endParaRPr>
          </a:p>
          <a:p>
            <a:pPr algn="ctr">
              <a:spcBef>
                <a:spcPts val="0"/>
              </a:spcBef>
            </a:pPr>
            <a:r>
              <a:rPr sz="920" b="1">
                <a:solidFill>
                  <a:srgbClr val="6E44FF"/>
                </a:solidFill>
                <a:latin typeface="微软雅黑"/>
              </a:rPr>
              <a:t>积分清结算数据</a:t>
            </a:r>
            <a:endParaRPr sz="920" b="1">
              <a:solidFill>
                <a:srgbClr val="6E44FF"/>
              </a:solidFill>
              <a:latin typeface="微软雅黑"/>
            </a:endParaRPr>
          </a:p>
        </p:txBody>
      </p:sp>
      <p:sp>
        <p:nvSpPr>
          <p:cNvPr id="101" name="Rounded Rectangle 21"/>
          <p:cNvSpPr/>
          <p:nvPr/>
        </p:nvSpPr>
        <p:spPr>
          <a:xfrm>
            <a:off x="786384" y="2057400"/>
            <a:ext cx="8485632" cy="502920"/>
          </a:xfrm>
          <a:prstGeom prst="roundRect">
            <a:avLst/>
          </a:prstGeom>
          <a:solidFill>
            <a:srgbClr val="F8FAFC"/>
          </a:solidFill>
          <a:ln w="12700">
            <a:solidFill>
              <a:srgbClr val="CDD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ounded Rectangle 22"/>
          <p:cNvSpPr/>
          <p:nvPr/>
        </p:nvSpPr>
        <p:spPr>
          <a:xfrm>
            <a:off x="914400" y="2157984"/>
            <a:ext cx="1078992" cy="292608"/>
          </a:xfrm>
          <a:prstGeom prst="roundRect">
            <a:avLst/>
          </a:prstGeom>
          <a:solidFill>
            <a:srgbClr val="EAF2FF"/>
          </a:solidFill>
          <a:ln w="12700">
            <a:solidFill>
              <a:srgbClr val="206BFF"/>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000" b="1">
                <a:solidFill>
                  <a:srgbClr val="206BFF"/>
                </a:solidFill>
                <a:latin typeface="微软雅黑"/>
              </a:rPr>
              <a:t>接入层</a:t>
            </a:r>
            <a:endParaRPr sz="1000" b="1">
              <a:solidFill>
                <a:srgbClr val="206BFF"/>
              </a:solidFill>
              <a:latin typeface="微软雅黑"/>
            </a:endParaRPr>
          </a:p>
        </p:txBody>
      </p:sp>
      <p:sp>
        <p:nvSpPr>
          <p:cNvPr id="103" name="TextBox 23"/>
          <p:cNvSpPr txBox="1"/>
          <p:nvPr/>
        </p:nvSpPr>
        <p:spPr>
          <a:xfrm>
            <a:off x="2157984" y="2130552"/>
            <a:ext cx="6903720" cy="347472"/>
          </a:xfrm>
          <a:prstGeom prst="rect">
            <a:avLst/>
          </a:prstGeom>
          <a:noFill/>
        </p:spPr>
        <p:txBody>
          <a:bodyPr wrap="square" lIns="0" tIns="18288" rIns="0" bIns="18288" anchor="ctr">
            <a:spAutoFit/>
          </a:bodyPr>
          <a:lstStyle/>
          <a:p>
            <a:pPr algn="l"/>
            <a:r>
              <a:rPr sz="1050" b="1">
                <a:solidFill>
                  <a:srgbClr val="202938"/>
                </a:solidFill>
                <a:latin typeface="微软雅黑"/>
              </a:rPr>
              <a:t>API 网关 / 开放平台：Token 认证、签名验签、IP 白名单、限流熔断、请求追踪</a:t>
            </a:r>
            <a:endParaRPr sz="1050" b="1">
              <a:solidFill>
                <a:srgbClr val="202938"/>
              </a:solidFill>
              <a:latin typeface="微软雅黑"/>
            </a:endParaRPr>
          </a:p>
        </p:txBody>
      </p:sp>
      <p:sp>
        <p:nvSpPr>
          <p:cNvPr id="104" name="Rounded Rectangle 24"/>
          <p:cNvSpPr/>
          <p:nvPr/>
        </p:nvSpPr>
        <p:spPr>
          <a:xfrm>
            <a:off x="786384" y="2743200"/>
            <a:ext cx="8485632" cy="530352"/>
          </a:xfrm>
          <a:prstGeom prst="roundRect">
            <a:avLst/>
          </a:prstGeom>
          <a:solidFill>
            <a:srgbClr val="F8FAFC"/>
          </a:solidFill>
          <a:ln w="12700">
            <a:solidFill>
              <a:srgbClr val="CDD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Rounded Rectangle 25"/>
          <p:cNvSpPr/>
          <p:nvPr/>
        </p:nvSpPr>
        <p:spPr>
          <a:xfrm>
            <a:off x="914400" y="2852928"/>
            <a:ext cx="1078992" cy="292608"/>
          </a:xfrm>
          <a:prstGeom prst="roundRect">
            <a:avLst/>
          </a:prstGeom>
          <a:solidFill>
            <a:srgbClr val="EAF2FF"/>
          </a:solidFill>
          <a:ln w="12700">
            <a:solidFill>
              <a:srgbClr val="206BFF"/>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000" b="1">
                <a:solidFill>
                  <a:srgbClr val="206BFF"/>
                </a:solidFill>
                <a:latin typeface="微软雅黑"/>
              </a:rPr>
              <a:t>集成层</a:t>
            </a:r>
            <a:endParaRPr sz="1000" b="1">
              <a:solidFill>
                <a:srgbClr val="206BFF"/>
              </a:solidFill>
              <a:latin typeface="微软雅黑"/>
            </a:endParaRPr>
          </a:p>
        </p:txBody>
      </p:sp>
      <p:sp>
        <p:nvSpPr>
          <p:cNvPr id="106" name="TextBox 26"/>
          <p:cNvSpPr txBox="1"/>
          <p:nvPr/>
        </p:nvSpPr>
        <p:spPr>
          <a:xfrm>
            <a:off x="2157984" y="2816352"/>
            <a:ext cx="6903720" cy="393192"/>
          </a:xfrm>
          <a:prstGeom prst="rect">
            <a:avLst/>
          </a:prstGeom>
          <a:noFill/>
        </p:spPr>
        <p:txBody>
          <a:bodyPr wrap="square" lIns="0" tIns="18288" rIns="0" bIns="18288" anchor="ctr">
            <a:spAutoFit/>
          </a:bodyPr>
          <a:lstStyle/>
          <a:p>
            <a:pPr algn="l"/>
            <a:r>
              <a:rPr sz="1050" b="1">
                <a:solidFill>
                  <a:srgbClr val="202938"/>
                </a:solidFill>
                <a:latin typeface="微软雅黑"/>
              </a:rPr>
              <a:t>同步接口、异步消息、批量导入、增量拉取、回调通知、对账文件/接口</a:t>
            </a:r>
            <a:endParaRPr sz="1050" b="1">
              <a:solidFill>
                <a:srgbClr val="202938"/>
              </a:solidFill>
              <a:latin typeface="微软雅黑"/>
            </a:endParaRPr>
          </a:p>
        </p:txBody>
      </p:sp>
      <p:sp>
        <p:nvSpPr>
          <p:cNvPr id="107" name="Rounded Rectangle 27"/>
          <p:cNvSpPr/>
          <p:nvPr/>
        </p:nvSpPr>
        <p:spPr>
          <a:xfrm>
            <a:off x="786384" y="3529584"/>
            <a:ext cx="8485632" cy="1261872"/>
          </a:xfrm>
          <a:prstGeom prst="roundRect">
            <a:avLst/>
          </a:prstGeom>
          <a:solidFill>
            <a:srgbClr val="EAF2FF"/>
          </a:solidFill>
          <a:ln w="13970">
            <a:solidFill>
              <a:srgbClr val="206B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28"/>
          <p:cNvSpPr txBox="1"/>
          <p:nvPr/>
        </p:nvSpPr>
        <p:spPr>
          <a:xfrm>
            <a:off x="941832" y="3639312"/>
            <a:ext cx="1143000" cy="274320"/>
          </a:xfrm>
          <a:prstGeom prst="rect">
            <a:avLst/>
          </a:prstGeom>
          <a:noFill/>
        </p:spPr>
        <p:txBody>
          <a:bodyPr wrap="square" lIns="0" tIns="18288" rIns="0" bIns="18288" anchor="ctr">
            <a:spAutoFit/>
          </a:bodyPr>
          <a:lstStyle/>
          <a:p>
            <a:pPr algn="l"/>
            <a:r>
              <a:rPr sz="1050" b="1">
                <a:solidFill>
                  <a:srgbClr val="206BFF"/>
                </a:solidFill>
                <a:latin typeface="微软雅黑"/>
              </a:rPr>
              <a:t>核心服务层</a:t>
            </a:r>
            <a:endParaRPr sz="1050" b="1">
              <a:solidFill>
                <a:srgbClr val="206BFF"/>
              </a:solidFill>
              <a:latin typeface="微软雅黑"/>
            </a:endParaRPr>
          </a:p>
        </p:txBody>
      </p:sp>
      <p:sp>
        <p:nvSpPr>
          <p:cNvPr id="109" name="Rounded Rectangle 29"/>
          <p:cNvSpPr/>
          <p:nvPr/>
        </p:nvSpPr>
        <p:spPr>
          <a:xfrm>
            <a:off x="2157984" y="3721608"/>
            <a:ext cx="3063240" cy="932688"/>
          </a:xfrm>
          <a:prstGeom prst="roundRect">
            <a:avLst/>
          </a:prstGeom>
          <a:solidFill>
            <a:srgbClr val="FFFFFF"/>
          </a:solidFill>
          <a:ln w="12700">
            <a:solidFill>
              <a:srgbClr val="206BFF"/>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60" b="1">
                <a:solidFill>
                  <a:srgbClr val="206BFF"/>
                </a:solidFill>
                <a:latin typeface="微软雅黑"/>
              </a:rPr>
              <a:t>会员和积分管理</a:t>
            </a:r>
            <a:endParaRPr sz="960" b="1">
              <a:solidFill>
                <a:srgbClr val="206BFF"/>
              </a:solidFill>
              <a:latin typeface="微软雅黑"/>
            </a:endParaRPr>
          </a:p>
          <a:p>
            <a:pPr algn="ctr">
              <a:spcBef>
                <a:spcPts val="0"/>
              </a:spcBef>
            </a:pPr>
            <a:r>
              <a:rPr sz="960" b="1">
                <a:solidFill>
                  <a:srgbClr val="206BFF"/>
                </a:solidFill>
                <a:latin typeface="微软雅黑"/>
              </a:rPr>
              <a:t>会员注册/等级 · 积分账户/余额</a:t>
            </a:r>
            <a:endParaRPr sz="960" b="1">
              <a:solidFill>
                <a:srgbClr val="206BFF"/>
              </a:solidFill>
              <a:latin typeface="微软雅黑"/>
            </a:endParaRPr>
          </a:p>
          <a:p>
            <a:pPr algn="ctr">
              <a:spcBef>
                <a:spcPts val="0"/>
              </a:spcBef>
            </a:pPr>
            <a:r>
              <a:rPr sz="960" b="1">
                <a:solidFill>
                  <a:srgbClr val="206BFF"/>
                </a:solidFill>
                <a:latin typeface="微软雅黑"/>
              </a:rPr>
              <a:t>发放/扣减/冻结 · 撤销/过期/对账</a:t>
            </a:r>
            <a:endParaRPr sz="960" b="1">
              <a:solidFill>
                <a:srgbClr val="206BFF"/>
              </a:solidFill>
              <a:latin typeface="微软雅黑"/>
            </a:endParaRPr>
          </a:p>
        </p:txBody>
      </p:sp>
      <p:sp>
        <p:nvSpPr>
          <p:cNvPr id="110" name="Rounded Rectangle 30"/>
          <p:cNvSpPr/>
          <p:nvPr/>
        </p:nvSpPr>
        <p:spPr>
          <a:xfrm>
            <a:off x="5806440" y="3721608"/>
            <a:ext cx="3063240" cy="932688"/>
          </a:xfrm>
          <a:prstGeom prst="roundRect">
            <a:avLst/>
          </a:prstGeom>
          <a:solidFill>
            <a:srgbClr val="FFFFFF"/>
          </a:solidFill>
          <a:ln w="12700">
            <a:solidFill>
              <a:srgbClr val="206BFF"/>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960" b="1">
                <a:solidFill>
                  <a:srgbClr val="206BFF"/>
                </a:solidFill>
                <a:latin typeface="微软雅黑"/>
              </a:rPr>
              <a:t>客户数据管理</a:t>
            </a:r>
            <a:endParaRPr sz="960" b="1">
              <a:solidFill>
                <a:srgbClr val="206BFF"/>
              </a:solidFill>
              <a:latin typeface="微软雅黑"/>
            </a:endParaRPr>
          </a:p>
          <a:p>
            <a:pPr algn="ctr">
              <a:spcBef>
                <a:spcPts val="0"/>
              </a:spcBef>
            </a:pPr>
            <a:r>
              <a:rPr sz="960" b="1">
                <a:solidFill>
                  <a:srgbClr val="206BFF"/>
                </a:solidFill>
                <a:latin typeface="微软雅黑"/>
              </a:rPr>
              <a:t>OneID/去重 · 客户主数据</a:t>
            </a:r>
            <a:endParaRPr sz="960" b="1">
              <a:solidFill>
                <a:srgbClr val="206BFF"/>
              </a:solidFill>
              <a:latin typeface="微软雅黑"/>
            </a:endParaRPr>
          </a:p>
          <a:p>
            <a:pPr algn="ctr">
              <a:spcBef>
                <a:spcPts val="0"/>
              </a:spcBef>
            </a:pPr>
            <a:r>
              <a:rPr sz="960" b="1">
                <a:solidFill>
                  <a:srgbClr val="206BFF"/>
                </a:solidFill>
                <a:latin typeface="微软雅黑"/>
              </a:rPr>
              <a:t>标签画像 · 行为/工单/订单沉淀</a:t>
            </a:r>
            <a:endParaRPr sz="960" b="1">
              <a:solidFill>
                <a:srgbClr val="206BFF"/>
              </a:solidFill>
              <a:latin typeface="微软雅黑"/>
            </a:endParaRPr>
          </a:p>
        </p:txBody>
      </p:sp>
      <p:sp>
        <p:nvSpPr>
          <p:cNvPr id="111" name="Rounded Rectangle 31"/>
          <p:cNvSpPr/>
          <p:nvPr/>
        </p:nvSpPr>
        <p:spPr>
          <a:xfrm>
            <a:off x="5330952" y="4023360"/>
            <a:ext cx="256032" cy="256032"/>
          </a:xfrm>
          <a:prstGeom prst="roundRect">
            <a:avLst/>
          </a:prstGeom>
          <a:solidFill>
            <a:srgbClr val="206BFF"/>
          </a:solidFill>
          <a:ln w="12700">
            <a:solidFill>
              <a:srgbClr val="206BFF"/>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000" b="1">
                <a:solidFill>
                  <a:srgbClr val="FFFFFF"/>
                </a:solidFill>
                <a:latin typeface="微软雅黑"/>
              </a:rPr>
              <a:t>↔</a:t>
            </a:r>
            <a:endParaRPr sz="1000" b="1">
              <a:solidFill>
                <a:srgbClr val="FFFFFF"/>
              </a:solidFill>
              <a:latin typeface="微软雅黑"/>
            </a:endParaRPr>
          </a:p>
        </p:txBody>
      </p:sp>
      <p:sp>
        <p:nvSpPr>
          <p:cNvPr id="112" name="TextBox 32"/>
          <p:cNvSpPr txBox="1"/>
          <p:nvPr/>
        </p:nvSpPr>
        <p:spPr>
          <a:xfrm>
            <a:off x="5230368" y="4297680"/>
            <a:ext cx="502920" cy="201168"/>
          </a:xfrm>
          <a:prstGeom prst="rect">
            <a:avLst/>
          </a:prstGeom>
          <a:noFill/>
        </p:spPr>
        <p:txBody>
          <a:bodyPr wrap="square" lIns="0" tIns="18288" rIns="0" bIns="18288" anchor="ctr">
            <a:spAutoFit/>
          </a:bodyPr>
          <a:lstStyle/>
          <a:p>
            <a:pPr algn="ctr"/>
            <a:r>
              <a:rPr sz="800" b="1">
                <a:solidFill>
                  <a:srgbClr val="206BFF"/>
                </a:solidFill>
                <a:latin typeface="微软雅黑"/>
              </a:rPr>
              <a:t>互通</a:t>
            </a:r>
            <a:endParaRPr sz="800" b="1">
              <a:solidFill>
                <a:srgbClr val="206BFF"/>
              </a:solidFill>
              <a:latin typeface="微软雅黑"/>
            </a:endParaRPr>
          </a:p>
        </p:txBody>
      </p:sp>
      <p:sp>
        <p:nvSpPr>
          <p:cNvPr id="113" name="Rounded Rectangle 33"/>
          <p:cNvSpPr/>
          <p:nvPr/>
        </p:nvSpPr>
        <p:spPr>
          <a:xfrm>
            <a:off x="786384" y="5001768"/>
            <a:ext cx="8485632" cy="658368"/>
          </a:xfrm>
          <a:prstGeom prst="roundRect">
            <a:avLst/>
          </a:prstGeom>
          <a:solidFill>
            <a:srgbClr val="F8FAFC"/>
          </a:solidFill>
          <a:ln w="12700">
            <a:solidFill>
              <a:srgbClr val="CDD8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ounded Rectangle 34"/>
          <p:cNvSpPr/>
          <p:nvPr/>
        </p:nvSpPr>
        <p:spPr>
          <a:xfrm>
            <a:off x="914400" y="5120640"/>
            <a:ext cx="1078992" cy="292608"/>
          </a:xfrm>
          <a:prstGeom prst="roundRect">
            <a:avLst/>
          </a:prstGeom>
          <a:solidFill>
            <a:srgbClr val="EAF2FF"/>
          </a:solidFill>
          <a:ln w="12700">
            <a:solidFill>
              <a:srgbClr val="206BFF"/>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000" b="1">
                <a:solidFill>
                  <a:srgbClr val="206BFF"/>
                </a:solidFill>
                <a:latin typeface="微软雅黑"/>
              </a:rPr>
              <a:t>数据层</a:t>
            </a:r>
            <a:endParaRPr sz="1000" b="1">
              <a:solidFill>
                <a:srgbClr val="206BFF"/>
              </a:solidFill>
              <a:latin typeface="微软雅黑"/>
            </a:endParaRPr>
          </a:p>
        </p:txBody>
      </p:sp>
      <p:sp>
        <p:nvSpPr>
          <p:cNvPr id="115" name="Rounded Rectangle 35"/>
          <p:cNvSpPr/>
          <p:nvPr/>
        </p:nvSpPr>
        <p:spPr>
          <a:xfrm>
            <a:off x="2148840" y="5120640"/>
            <a:ext cx="1097280" cy="274320"/>
          </a:xfrm>
          <a:prstGeom prst="roundRect">
            <a:avLst/>
          </a:prstGeom>
          <a:solidFill>
            <a:srgbClr val="FFFFFF"/>
          </a:solidFill>
          <a:ln w="12700">
            <a:solidFill>
              <a:srgbClr val="CDD8E6"/>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60" b="1">
                <a:solidFill>
                  <a:srgbClr val="202938"/>
                </a:solidFill>
                <a:latin typeface="微软雅黑"/>
              </a:rPr>
              <a:t>业务库</a:t>
            </a:r>
            <a:endParaRPr sz="860" b="1">
              <a:solidFill>
                <a:srgbClr val="202938"/>
              </a:solidFill>
              <a:latin typeface="微软雅黑"/>
            </a:endParaRPr>
          </a:p>
        </p:txBody>
      </p:sp>
      <p:sp>
        <p:nvSpPr>
          <p:cNvPr id="116" name="Rounded Rectangle 36"/>
          <p:cNvSpPr/>
          <p:nvPr/>
        </p:nvSpPr>
        <p:spPr>
          <a:xfrm>
            <a:off x="3383280" y="5120640"/>
            <a:ext cx="1097280" cy="274320"/>
          </a:xfrm>
          <a:prstGeom prst="roundRect">
            <a:avLst/>
          </a:prstGeom>
          <a:solidFill>
            <a:srgbClr val="FFFFFF"/>
          </a:solidFill>
          <a:ln w="12700">
            <a:solidFill>
              <a:srgbClr val="CDD8E6"/>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60" b="1">
                <a:solidFill>
                  <a:srgbClr val="202938"/>
                </a:solidFill>
                <a:latin typeface="微软雅黑"/>
              </a:rPr>
              <a:t>流水/对账库</a:t>
            </a:r>
            <a:endParaRPr sz="860" b="1">
              <a:solidFill>
                <a:srgbClr val="202938"/>
              </a:solidFill>
              <a:latin typeface="微软雅黑"/>
            </a:endParaRPr>
          </a:p>
        </p:txBody>
      </p:sp>
      <p:sp>
        <p:nvSpPr>
          <p:cNvPr id="117" name="Rounded Rectangle 37"/>
          <p:cNvSpPr/>
          <p:nvPr/>
        </p:nvSpPr>
        <p:spPr>
          <a:xfrm>
            <a:off x="4709160" y="5120640"/>
            <a:ext cx="1097280" cy="274320"/>
          </a:xfrm>
          <a:prstGeom prst="roundRect">
            <a:avLst/>
          </a:prstGeom>
          <a:solidFill>
            <a:srgbClr val="FFFFFF"/>
          </a:solidFill>
          <a:ln w="12700">
            <a:solidFill>
              <a:srgbClr val="CDD8E6"/>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60" b="1">
                <a:solidFill>
                  <a:srgbClr val="202938"/>
                </a:solidFill>
                <a:latin typeface="微软雅黑"/>
              </a:rPr>
              <a:t>缓存 Redis</a:t>
            </a:r>
            <a:endParaRPr sz="860" b="1">
              <a:solidFill>
                <a:srgbClr val="202938"/>
              </a:solidFill>
              <a:latin typeface="微软雅黑"/>
            </a:endParaRPr>
          </a:p>
        </p:txBody>
      </p:sp>
      <p:sp>
        <p:nvSpPr>
          <p:cNvPr id="118" name="Rounded Rectangle 38"/>
          <p:cNvSpPr/>
          <p:nvPr/>
        </p:nvSpPr>
        <p:spPr>
          <a:xfrm>
            <a:off x="5989320" y="5120640"/>
            <a:ext cx="1097280" cy="274320"/>
          </a:xfrm>
          <a:prstGeom prst="roundRect">
            <a:avLst/>
          </a:prstGeom>
          <a:solidFill>
            <a:srgbClr val="FFFFFF"/>
          </a:solidFill>
          <a:ln w="12700">
            <a:solidFill>
              <a:srgbClr val="CDD8E6"/>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60" b="1">
                <a:solidFill>
                  <a:srgbClr val="202938"/>
                </a:solidFill>
                <a:latin typeface="微软雅黑"/>
              </a:rPr>
              <a:t>对象存储</a:t>
            </a:r>
            <a:endParaRPr sz="860" b="1">
              <a:solidFill>
                <a:srgbClr val="202938"/>
              </a:solidFill>
              <a:latin typeface="微软雅黑"/>
            </a:endParaRPr>
          </a:p>
        </p:txBody>
      </p:sp>
      <p:sp>
        <p:nvSpPr>
          <p:cNvPr id="119" name="Rounded Rectangle 39"/>
          <p:cNvSpPr/>
          <p:nvPr/>
        </p:nvSpPr>
        <p:spPr>
          <a:xfrm>
            <a:off x="7223760" y="5120640"/>
            <a:ext cx="1097280" cy="274320"/>
          </a:xfrm>
          <a:prstGeom prst="roundRect">
            <a:avLst/>
          </a:prstGeom>
          <a:solidFill>
            <a:srgbClr val="FFFFFF"/>
          </a:solidFill>
          <a:ln w="12700">
            <a:solidFill>
              <a:srgbClr val="CDD8E6"/>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60" b="1">
                <a:solidFill>
                  <a:srgbClr val="202938"/>
                </a:solidFill>
                <a:latin typeface="微软雅黑"/>
              </a:rPr>
              <a:t>日志审计库</a:t>
            </a:r>
            <a:endParaRPr sz="860" b="1">
              <a:solidFill>
                <a:srgbClr val="202938"/>
              </a:solidFill>
              <a:latin typeface="微软雅黑"/>
            </a:endParaRPr>
          </a:p>
        </p:txBody>
      </p:sp>
      <p:sp>
        <p:nvSpPr>
          <p:cNvPr id="120" name="Rounded Rectangle 40"/>
          <p:cNvSpPr/>
          <p:nvPr/>
        </p:nvSpPr>
        <p:spPr>
          <a:xfrm>
            <a:off x="9555480" y="2057400"/>
            <a:ext cx="2011680" cy="3602736"/>
          </a:xfrm>
          <a:prstGeom prst="roundRect">
            <a:avLst/>
          </a:prstGeom>
          <a:solidFill>
            <a:srgbClr val="FFF4E0"/>
          </a:solidFill>
          <a:ln w="13970">
            <a:solidFill>
              <a:srgbClr val="C37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Rounded Rectangle 41"/>
          <p:cNvSpPr/>
          <p:nvPr/>
        </p:nvSpPr>
        <p:spPr>
          <a:xfrm>
            <a:off x="9747504" y="2212848"/>
            <a:ext cx="1627632" cy="329184"/>
          </a:xfrm>
          <a:prstGeom prst="roundRect">
            <a:avLst/>
          </a:prstGeom>
          <a:solidFill>
            <a:srgbClr val="FFFFFF"/>
          </a:solidFill>
          <a:ln w="12700">
            <a:solidFill>
              <a:srgbClr val="C37400"/>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1000" b="1">
                <a:solidFill>
                  <a:srgbClr val="C37400"/>
                </a:solidFill>
                <a:latin typeface="微软雅黑"/>
              </a:rPr>
              <a:t>安全与运维治理</a:t>
            </a:r>
            <a:endParaRPr sz="1000" b="1">
              <a:solidFill>
                <a:srgbClr val="C37400"/>
              </a:solidFill>
              <a:latin typeface="微软雅黑"/>
            </a:endParaRPr>
          </a:p>
        </p:txBody>
      </p:sp>
      <p:sp>
        <p:nvSpPr>
          <p:cNvPr id="122" name="Rounded Rectangle 42"/>
          <p:cNvSpPr/>
          <p:nvPr/>
        </p:nvSpPr>
        <p:spPr>
          <a:xfrm>
            <a:off x="9747504" y="2724912"/>
            <a:ext cx="237744" cy="237744"/>
          </a:xfrm>
          <a:prstGeom prst="roundRect">
            <a:avLst/>
          </a:prstGeom>
          <a:solidFill>
            <a:srgbClr val="C37400"/>
          </a:solidFill>
          <a:ln w="12700">
            <a:solidFill>
              <a:srgbClr val="C37400"/>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00" b="1">
                <a:solidFill>
                  <a:srgbClr val="FFFFFF"/>
                </a:solidFill>
                <a:latin typeface="微软雅黑"/>
              </a:rPr>
              <a:t>1</a:t>
            </a:r>
            <a:endParaRPr sz="800" b="1">
              <a:solidFill>
                <a:srgbClr val="FFFFFF"/>
              </a:solidFill>
              <a:latin typeface="微软雅黑"/>
            </a:endParaRPr>
          </a:p>
        </p:txBody>
      </p:sp>
      <p:sp>
        <p:nvSpPr>
          <p:cNvPr id="123" name="TextBox 43"/>
          <p:cNvSpPr txBox="1"/>
          <p:nvPr/>
        </p:nvSpPr>
        <p:spPr>
          <a:xfrm>
            <a:off x="10049256" y="2711196"/>
            <a:ext cx="1216152" cy="256032"/>
          </a:xfrm>
          <a:prstGeom prst="rect">
            <a:avLst/>
          </a:prstGeom>
          <a:noFill/>
        </p:spPr>
        <p:txBody>
          <a:bodyPr wrap="square" lIns="0" tIns="18288" rIns="0" bIns="18288" anchor="ctr">
            <a:spAutoFit/>
          </a:bodyPr>
          <a:lstStyle/>
          <a:p>
            <a:pPr algn="l"/>
            <a:r>
              <a:rPr sz="860" b="0">
                <a:solidFill>
                  <a:srgbClr val="202938"/>
                </a:solidFill>
                <a:latin typeface="微软雅黑"/>
              </a:rPr>
              <a:t>Token / 签名 / 防重放</a:t>
            </a:r>
            <a:endParaRPr sz="860" b="0">
              <a:solidFill>
                <a:srgbClr val="202938"/>
              </a:solidFill>
              <a:latin typeface="微软雅黑"/>
            </a:endParaRPr>
          </a:p>
        </p:txBody>
      </p:sp>
      <p:sp>
        <p:nvSpPr>
          <p:cNvPr id="124" name="Rounded Rectangle 44"/>
          <p:cNvSpPr/>
          <p:nvPr/>
        </p:nvSpPr>
        <p:spPr>
          <a:xfrm>
            <a:off x="9747504" y="3255264"/>
            <a:ext cx="237744" cy="237744"/>
          </a:xfrm>
          <a:prstGeom prst="roundRect">
            <a:avLst/>
          </a:prstGeom>
          <a:solidFill>
            <a:srgbClr val="C37400"/>
          </a:solidFill>
          <a:ln w="12700">
            <a:solidFill>
              <a:srgbClr val="C37400"/>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00" b="1">
                <a:solidFill>
                  <a:srgbClr val="FFFFFF"/>
                </a:solidFill>
                <a:latin typeface="微软雅黑"/>
              </a:rPr>
              <a:t>2</a:t>
            </a:r>
            <a:endParaRPr sz="800" b="1">
              <a:solidFill>
                <a:srgbClr val="FFFFFF"/>
              </a:solidFill>
              <a:latin typeface="微软雅黑"/>
            </a:endParaRPr>
          </a:p>
        </p:txBody>
      </p:sp>
      <p:sp>
        <p:nvSpPr>
          <p:cNvPr id="125" name="TextBox 45"/>
          <p:cNvSpPr txBox="1"/>
          <p:nvPr/>
        </p:nvSpPr>
        <p:spPr>
          <a:xfrm>
            <a:off x="10049256" y="3241548"/>
            <a:ext cx="1216152" cy="256032"/>
          </a:xfrm>
          <a:prstGeom prst="rect">
            <a:avLst/>
          </a:prstGeom>
          <a:noFill/>
        </p:spPr>
        <p:txBody>
          <a:bodyPr wrap="square" lIns="0" tIns="18288" rIns="0" bIns="18288" anchor="ctr">
            <a:spAutoFit/>
          </a:bodyPr>
          <a:lstStyle/>
          <a:p>
            <a:pPr algn="l"/>
            <a:r>
              <a:rPr sz="860" b="0">
                <a:solidFill>
                  <a:srgbClr val="202938"/>
                </a:solidFill>
                <a:latin typeface="微软雅黑"/>
              </a:rPr>
              <a:t>字段脱敏 / 加密 / 授权</a:t>
            </a:r>
            <a:endParaRPr sz="860" b="0">
              <a:solidFill>
                <a:srgbClr val="202938"/>
              </a:solidFill>
              <a:latin typeface="微软雅黑"/>
            </a:endParaRPr>
          </a:p>
        </p:txBody>
      </p:sp>
      <p:sp>
        <p:nvSpPr>
          <p:cNvPr id="126" name="Rounded Rectangle 46"/>
          <p:cNvSpPr/>
          <p:nvPr/>
        </p:nvSpPr>
        <p:spPr>
          <a:xfrm>
            <a:off x="9747504" y="3785615"/>
            <a:ext cx="237744" cy="237744"/>
          </a:xfrm>
          <a:prstGeom prst="roundRect">
            <a:avLst/>
          </a:prstGeom>
          <a:solidFill>
            <a:srgbClr val="C37400"/>
          </a:solidFill>
          <a:ln w="12700">
            <a:solidFill>
              <a:srgbClr val="C37400"/>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00" b="1">
                <a:solidFill>
                  <a:srgbClr val="FFFFFF"/>
                </a:solidFill>
                <a:latin typeface="微软雅黑"/>
              </a:rPr>
              <a:t>3</a:t>
            </a:r>
            <a:endParaRPr sz="800" b="1">
              <a:solidFill>
                <a:srgbClr val="FFFFFF"/>
              </a:solidFill>
              <a:latin typeface="微软雅黑"/>
            </a:endParaRPr>
          </a:p>
        </p:txBody>
      </p:sp>
      <p:sp>
        <p:nvSpPr>
          <p:cNvPr id="127" name="TextBox 47"/>
          <p:cNvSpPr txBox="1"/>
          <p:nvPr/>
        </p:nvSpPr>
        <p:spPr>
          <a:xfrm>
            <a:off x="10049256" y="3771900"/>
            <a:ext cx="1216152" cy="256032"/>
          </a:xfrm>
          <a:prstGeom prst="rect">
            <a:avLst/>
          </a:prstGeom>
          <a:noFill/>
        </p:spPr>
        <p:txBody>
          <a:bodyPr wrap="square" lIns="0" tIns="18288" rIns="0" bIns="18288" anchor="ctr">
            <a:spAutoFit/>
          </a:bodyPr>
          <a:lstStyle/>
          <a:p>
            <a:pPr algn="l"/>
            <a:r>
              <a:rPr sz="860" b="0">
                <a:solidFill>
                  <a:srgbClr val="202938"/>
                </a:solidFill>
                <a:latin typeface="微软雅黑"/>
              </a:rPr>
              <a:t>幂等 / 补偿 / 回调重试</a:t>
            </a:r>
            <a:endParaRPr sz="860" b="0">
              <a:solidFill>
                <a:srgbClr val="202938"/>
              </a:solidFill>
              <a:latin typeface="微软雅黑"/>
            </a:endParaRPr>
          </a:p>
        </p:txBody>
      </p:sp>
      <p:sp>
        <p:nvSpPr>
          <p:cNvPr id="128" name="Rounded Rectangle 48"/>
          <p:cNvSpPr/>
          <p:nvPr/>
        </p:nvSpPr>
        <p:spPr>
          <a:xfrm>
            <a:off x="9747504" y="4315968"/>
            <a:ext cx="237744" cy="237744"/>
          </a:xfrm>
          <a:prstGeom prst="roundRect">
            <a:avLst/>
          </a:prstGeom>
          <a:solidFill>
            <a:srgbClr val="C37400"/>
          </a:solidFill>
          <a:ln w="12700">
            <a:solidFill>
              <a:srgbClr val="C37400"/>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00" b="1">
                <a:solidFill>
                  <a:srgbClr val="FFFFFF"/>
                </a:solidFill>
                <a:latin typeface="微软雅黑"/>
              </a:rPr>
              <a:t>4</a:t>
            </a:r>
            <a:endParaRPr sz="800" b="1">
              <a:solidFill>
                <a:srgbClr val="FFFFFF"/>
              </a:solidFill>
              <a:latin typeface="微软雅黑"/>
            </a:endParaRPr>
          </a:p>
        </p:txBody>
      </p:sp>
      <p:sp>
        <p:nvSpPr>
          <p:cNvPr id="129" name="TextBox 49"/>
          <p:cNvSpPr txBox="1"/>
          <p:nvPr/>
        </p:nvSpPr>
        <p:spPr>
          <a:xfrm>
            <a:off x="10049256" y="4302252"/>
            <a:ext cx="1216152" cy="256032"/>
          </a:xfrm>
          <a:prstGeom prst="rect">
            <a:avLst/>
          </a:prstGeom>
          <a:noFill/>
        </p:spPr>
        <p:txBody>
          <a:bodyPr wrap="square" lIns="0" tIns="18288" rIns="0" bIns="18288" anchor="ctr">
            <a:spAutoFit/>
          </a:bodyPr>
          <a:lstStyle/>
          <a:p>
            <a:pPr algn="l"/>
            <a:r>
              <a:rPr sz="860" b="0">
                <a:solidFill>
                  <a:srgbClr val="202938"/>
                </a:solidFill>
                <a:latin typeface="微软雅黑"/>
              </a:rPr>
              <a:t>日志审计 / 监控告警</a:t>
            </a:r>
            <a:endParaRPr sz="860" b="0">
              <a:solidFill>
                <a:srgbClr val="202938"/>
              </a:solidFill>
              <a:latin typeface="微软雅黑"/>
            </a:endParaRPr>
          </a:p>
        </p:txBody>
      </p:sp>
      <p:sp>
        <p:nvSpPr>
          <p:cNvPr id="130" name="Rounded Rectangle 50"/>
          <p:cNvSpPr/>
          <p:nvPr/>
        </p:nvSpPr>
        <p:spPr>
          <a:xfrm>
            <a:off x="9747504" y="4846320"/>
            <a:ext cx="237744" cy="237744"/>
          </a:xfrm>
          <a:prstGeom prst="roundRect">
            <a:avLst/>
          </a:prstGeom>
          <a:solidFill>
            <a:srgbClr val="C37400"/>
          </a:solidFill>
          <a:ln w="12700">
            <a:solidFill>
              <a:srgbClr val="C37400"/>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00" b="1">
                <a:solidFill>
                  <a:srgbClr val="FFFFFF"/>
                </a:solidFill>
                <a:latin typeface="微软雅黑"/>
              </a:rPr>
              <a:t>5</a:t>
            </a:r>
            <a:endParaRPr sz="800" b="1">
              <a:solidFill>
                <a:srgbClr val="FFFFFF"/>
              </a:solidFill>
              <a:latin typeface="微软雅黑"/>
            </a:endParaRPr>
          </a:p>
        </p:txBody>
      </p:sp>
      <p:sp>
        <p:nvSpPr>
          <p:cNvPr id="131" name="TextBox 51"/>
          <p:cNvSpPr txBox="1"/>
          <p:nvPr/>
        </p:nvSpPr>
        <p:spPr>
          <a:xfrm>
            <a:off x="10049256" y="4832604"/>
            <a:ext cx="1216152" cy="256032"/>
          </a:xfrm>
          <a:prstGeom prst="rect">
            <a:avLst/>
          </a:prstGeom>
          <a:noFill/>
        </p:spPr>
        <p:txBody>
          <a:bodyPr wrap="square" lIns="0" tIns="18288" rIns="0" bIns="18288" anchor="ctr">
            <a:spAutoFit/>
          </a:bodyPr>
          <a:lstStyle/>
          <a:p>
            <a:pPr algn="l"/>
            <a:r>
              <a:rPr sz="860" b="0">
                <a:solidFill>
                  <a:srgbClr val="202938"/>
                </a:solidFill>
                <a:latin typeface="微软雅黑"/>
              </a:rPr>
              <a:t>数据质量 / 字典管理</a:t>
            </a:r>
            <a:endParaRPr sz="860" b="0">
              <a:solidFill>
                <a:srgbClr val="202938"/>
              </a:solidFill>
              <a:latin typeface="微软雅黑"/>
            </a:endParaRPr>
          </a:p>
        </p:txBody>
      </p:sp>
      <p:sp>
        <p:nvSpPr>
          <p:cNvPr id="132" name="Rounded Rectangle 52"/>
          <p:cNvSpPr/>
          <p:nvPr/>
        </p:nvSpPr>
        <p:spPr>
          <a:xfrm>
            <a:off x="457200" y="6236208"/>
            <a:ext cx="11274552" cy="512064"/>
          </a:xfrm>
          <a:prstGeom prst="roundRect">
            <a:avLst/>
          </a:prstGeom>
          <a:solidFill>
            <a:srgbClr val="111827"/>
          </a:solidFill>
          <a:ln w="12700">
            <a:solidFill>
              <a:srgbClr val="11182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ounded Rectangle 53"/>
          <p:cNvSpPr/>
          <p:nvPr/>
        </p:nvSpPr>
        <p:spPr>
          <a:xfrm>
            <a:off x="804672" y="6364224"/>
            <a:ext cx="237744" cy="237744"/>
          </a:xfrm>
          <a:prstGeom prst="roundRect">
            <a:avLst/>
          </a:prstGeom>
          <a:solidFill>
            <a:srgbClr val="10A36D"/>
          </a:solidFill>
          <a:ln w="12700">
            <a:solidFill>
              <a:srgbClr val="10A36D"/>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00" b="1">
                <a:solidFill>
                  <a:srgbClr val="FFFFFF"/>
                </a:solidFill>
                <a:latin typeface="微软雅黑"/>
              </a:rPr>
              <a:t>1</a:t>
            </a:r>
            <a:endParaRPr sz="800" b="1">
              <a:solidFill>
                <a:srgbClr val="FFFFFF"/>
              </a:solidFill>
              <a:latin typeface="微软雅黑"/>
            </a:endParaRPr>
          </a:p>
        </p:txBody>
      </p:sp>
      <p:sp>
        <p:nvSpPr>
          <p:cNvPr id="134" name="TextBox 54"/>
          <p:cNvSpPr txBox="1"/>
          <p:nvPr/>
        </p:nvSpPr>
        <p:spPr>
          <a:xfrm>
            <a:off x="1133856" y="6300216"/>
            <a:ext cx="2971800" cy="164592"/>
          </a:xfrm>
          <a:prstGeom prst="rect">
            <a:avLst/>
          </a:prstGeom>
          <a:noFill/>
        </p:spPr>
        <p:txBody>
          <a:bodyPr wrap="square" lIns="0" tIns="18288" rIns="0" bIns="18288" anchor="ctr">
            <a:spAutoFit/>
          </a:bodyPr>
          <a:lstStyle/>
          <a:p>
            <a:pPr algn="l"/>
            <a:r>
              <a:rPr sz="1050" b="1">
                <a:solidFill>
                  <a:srgbClr val="FFFFFF"/>
                </a:solidFill>
                <a:latin typeface="微软雅黑"/>
              </a:rPr>
              <a:t>外部接口准备</a:t>
            </a:r>
            <a:endParaRPr sz="1050" b="1">
              <a:solidFill>
                <a:srgbClr val="FFFFFF"/>
              </a:solidFill>
              <a:latin typeface="微软雅黑"/>
            </a:endParaRPr>
          </a:p>
        </p:txBody>
      </p:sp>
      <p:sp>
        <p:nvSpPr>
          <p:cNvPr id="135" name="TextBox 55"/>
          <p:cNvSpPr txBox="1"/>
          <p:nvPr/>
        </p:nvSpPr>
        <p:spPr>
          <a:xfrm>
            <a:off x="1133856" y="6521641"/>
            <a:ext cx="3063240" cy="160655"/>
          </a:xfrm>
          <a:prstGeom prst="rect">
            <a:avLst/>
          </a:prstGeom>
          <a:noFill/>
        </p:spPr>
        <p:txBody>
          <a:bodyPr wrap="square" lIns="0" tIns="18288" rIns="0" bIns="18288" anchor="ctr">
            <a:spAutoFit/>
          </a:bodyPr>
          <a:lstStyle/>
          <a:p>
            <a:pPr algn="l"/>
            <a:r>
              <a:rPr sz="820" b="0">
                <a:solidFill>
                  <a:srgbClr val="D6DDE8"/>
                </a:solidFill>
                <a:latin typeface="微软雅黑"/>
              </a:rPr>
              <a:t>2026-</a:t>
            </a:r>
            <a:r>
              <a:rPr lang="en-US" sz="820" b="0">
                <a:solidFill>
                  <a:srgbClr val="D6DDE8"/>
                </a:solidFill>
                <a:latin typeface="微软雅黑"/>
              </a:rPr>
              <a:t>10</a:t>
            </a:r>
            <a:r>
              <a:rPr sz="820" b="0">
                <a:solidFill>
                  <a:srgbClr val="D6DDE8"/>
                </a:solidFill>
                <a:latin typeface="微软雅黑"/>
              </a:rPr>
              <a:t>：字典/反查/增量/回调/对账</a:t>
            </a:r>
            <a:endParaRPr sz="820" b="0">
              <a:solidFill>
                <a:srgbClr val="D6DDE8"/>
              </a:solidFill>
              <a:latin typeface="微软雅黑"/>
            </a:endParaRPr>
          </a:p>
        </p:txBody>
      </p:sp>
      <p:sp>
        <p:nvSpPr>
          <p:cNvPr id="136" name="Rounded Rectangle 56"/>
          <p:cNvSpPr/>
          <p:nvPr/>
        </p:nvSpPr>
        <p:spPr>
          <a:xfrm>
            <a:off x="4206240" y="6364224"/>
            <a:ext cx="237744" cy="237744"/>
          </a:xfrm>
          <a:prstGeom prst="roundRect">
            <a:avLst/>
          </a:prstGeom>
          <a:solidFill>
            <a:srgbClr val="10A36D"/>
          </a:solidFill>
          <a:ln w="12700">
            <a:solidFill>
              <a:srgbClr val="10A36D"/>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00" b="1">
                <a:solidFill>
                  <a:srgbClr val="FFFFFF"/>
                </a:solidFill>
                <a:latin typeface="微软雅黑"/>
              </a:rPr>
              <a:t>2</a:t>
            </a:r>
            <a:endParaRPr sz="800" b="1">
              <a:solidFill>
                <a:srgbClr val="FFFFFF"/>
              </a:solidFill>
              <a:latin typeface="微软雅黑"/>
            </a:endParaRPr>
          </a:p>
        </p:txBody>
      </p:sp>
      <p:sp>
        <p:nvSpPr>
          <p:cNvPr id="137" name="TextBox 57"/>
          <p:cNvSpPr txBox="1"/>
          <p:nvPr/>
        </p:nvSpPr>
        <p:spPr>
          <a:xfrm>
            <a:off x="4535424" y="6300216"/>
            <a:ext cx="2971800" cy="164592"/>
          </a:xfrm>
          <a:prstGeom prst="rect">
            <a:avLst/>
          </a:prstGeom>
          <a:noFill/>
        </p:spPr>
        <p:txBody>
          <a:bodyPr wrap="square" lIns="0" tIns="18288" rIns="0" bIns="18288" anchor="ctr">
            <a:spAutoFit/>
          </a:bodyPr>
          <a:lstStyle/>
          <a:p>
            <a:pPr algn="l"/>
            <a:r>
              <a:rPr sz="1050" b="1">
                <a:solidFill>
                  <a:srgbClr val="FFFFFF"/>
                </a:solidFill>
                <a:latin typeface="微软雅黑"/>
              </a:rPr>
              <a:t>平台接口提供</a:t>
            </a:r>
            <a:endParaRPr sz="1050" b="1">
              <a:solidFill>
                <a:srgbClr val="FFFFFF"/>
              </a:solidFill>
              <a:latin typeface="微软雅黑"/>
            </a:endParaRPr>
          </a:p>
        </p:txBody>
      </p:sp>
      <p:sp>
        <p:nvSpPr>
          <p:cNvPr id="138" name="TextBox 58"/>
          <p:cNvSpPr txBox="1"/>
          <p:nvPr/>
        </p:nvSpPr>
        <p:spPr>
          <a:xfrm>
            <a:off x="4535424" y="6521641"/>
            <a:ext cx="3063240" cy="160655"/>
          </a:xfrm>
          <a:prstGeom prst="rect">
            <a:avLst/>
          </a:prstGeom>
          <a:noFill/>
        </p:spPr>
        <p:txBody>
          <a:bodyPr wrap="square" lIns="0" tIns="18288" rIns="0" bIns="18288" anchor="ctr">
            <a:spAutoFit/>
          </a:bodyPr>
          <a:lstStyle/>
          <a:p>
            <a:pPr algn="l"/>
            <a:r>
              <a:rPr sz="820" b="0">
                <a:solidFill>
                  <a:srgbClr val="D6DDE8"/>
                </a:solidFill>
                <a:latin typeface="微软雅黑"/>
              </a:rPr>
              <a:t>2026-</a:t>
            </a:r>
            <a:r>
              <a:rPr lang="en-US" sz="820" b="0">
                <a:solidFill>
                  <a:srgbClr val="D6DDE8"/>
                </a:solidFill>
                <a:latin typeface="微软雅黑"/>
              </a:rPr>
              <a:t>11</a:t>
            </a:r>
            <a:r>
              <a:rPr sz="820" b="0">
                <a:solidFill>
                  <a:srgbClr val="D6DDE8"/>
                </a:solidFill>
                <a:latin typeface="微软雅黑"/>
              </a:rPr>
              <a:t>：会员积分与客户数据接口</a:t>
            </a:r>
            <a:endParaRPr sz="820" b="0">
              <a:solidFill>
                <a:srgbClr val="D6DDE8"/>
              </a:solidFill>
              <a:latin typeface="微软雅黑"/>
            </a:endParaRPr>
          </a:p>
        </p:txBody>
      </p:sp>
      <p:sp>
        <p:nvSpPr>
          <p:cNvPr id="139" name="Rounded Rectangle 59"/>
          <p:cNvSpPr/>
          <p:nvPr/>
        </p:nvSpPr>
        <p:spPr>
          <a:xfrm>
            <a:off x="7635240" y="6364224"/>
            <a:ext cx="237744" cy="237744"/>
          </a:xfrm>
          <a:prstGeom prst="roundRect">
            <a:avLst/>
          </a:prstGeom>
          <a:solidFill>
            <a:srgbClr val="10A36D"/>
          </a:solidFill>
          <a:ln w="12700">
            <a:solidFill>
              <a:srgbClr val="10A36D"/>
            </a:solidFill>
          </a:ln>
        </p:spPr>
        <p:style>
          <a:lnRef idx="1">
            <a:schemeClr val="accent1"/>
          </a:lnRef>
          <a:fillRef idx="3">
            <a:schemeClr val="accent1"/>
          </a:fillRef>
          <a:effectRef idx="2">
            <a:schemeClr val="accent1"/>
          </a:effectRef>
          <a:fontRef idx="minor">
            <a:schemeClr val="lt1"/>
          </a:fontRef>
        </p:style>
        <p:txBody>
          <a:bodyPr wrap="square" lIns="54864" tIns="18288" rIns="54864" bIns="18288" rtlCol="0" anchor="ctr"/>
          <a:lstStyle/>
          <a:p>
            <a:pPr algn="ctr"/>
            <a:r>
              <a:rPr sz="800" b="1">
                <a:solidFill>
                  <a:srgbClr val="FFFFFF"/>
                </a:solidFill>
                <a:latin typeface="微软雅黑"/>
              </a:rPr>
              <a:t>3</a:t>
            </a:r>
            <a:endParaRPr sz="800" b="1">
              <a:solidFill>
                <a:srgbClr val="FFFFFF"/>
              </a:solidFill>
              <a:latin typeface="微软雅黑"/>
            </a:endParaRPr>
          </a:p>
        </p:txBody>
      </p:sp>
      <p:sp>
        <p:nvSpPr>
          <p:cNvPr id="140" name="TextBox 60"/>
          <p:cNvSpPr txBox="1"/>
          <p:nvPr/>
        </p:nvSpPr>
        <p:spPr>
          <a:xfrm>
            <a:off x="7964423" y="6300216"/>
            <a:ext cx="2971800" cy="164592"/>
          </a:xfrm>
          <a:prstGeom prst="rect">
            <a:avLst/>
          </a:prstGeom>
          <a:noFill/>
        </p:spPr>
        <p:txBody>
          <a:bodyPr wrap="square" lIns="0" tIns="18288" rIns="0" bIns="18288" anchor="ctr">
            <a:spAutoFit/>
          </a:bodyPr>
          <a:lstStyle/>
          <a:p>
            <a:pPr algn="l"/>
            <a:r>
              <a:rPr sz="1050" b="1">
                <a:solidFill>
                  <a:srgbClr val="FFFFFF"/>
                </a:solidFill>
                <a:latin typeface="微软雅黑"/>
              </a:rPr>
              <a:t>联调保障机制</a:t>
            </a:r>
            <a:endParaRPr sz="1050" b="1">
              <a:solidFill>
                <a:srgbClr val="FFFFFF"/>
              </a:solidFill>
              <a:latin typeface="微软雅黑"/>
            </a:endParaRPr>
          </a:p>
        </p:txBody>
      </p:sp>
      <p:sp>
        <p:nvSpPr>
          <p:cNvPr id="141" name="TextBox 61"/>
          <p:cNvSpPr txBox="1"/>
          <p:nvPr/>
        </p:nvSpPr>
        <p:spPr>
          <a:xfrm>
            <a:off x="7964423" y="6519672"/>
            <a:ext cx="3063240" cy="164592"/>
          </a:xfrm>
          <a:prstGeom prst="rect">
            <a:avLst/>
          </a:prstGeom>
          <a:noFill/>
        </p:spPr>
        <p:txBody>
          <a:bodyPr wrap="square" lIns="0" tIns="18288" rIns="0" bIns="18288" anchor="ctr">
            <a:spAutoFit/>
          </a:bodyPr>
          <a:lstStyle/>
          <a:p>
            <a:pPr algn="l"/>
            <a:r>
              <a:rPr sz="820" b="0">
                <a:solidFill>
                  <a:srgbClr val="D6DDE8"/>
                </a:solidFill>
                <a:latin typeface="微软雅黑"/>
              </a:rPr>
              <a:t>幂等、防重放、异步补偿、T+1 对账</a:t>
            </a:r>
            <a:endParaRPr sz="820" b="0">
              <a:solidFill>
                <a:srgbClr val="D6DDE8"/>
              </a:solidFill>
              <a:latin typeface="微软雅黑"/>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61988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rPr>
              <a:t>400</a:t>
            </a:r>
            <a:r>
              <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rPr>
              <a:t>模块业务架构图</a:t>
            </a: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pic>
        <p:nvPicPr>
          <p:cNvPr id="6" name="图片 5" descr="1"/>
          <p:cNvPicPr>
            <a:picLocks noChangeAspect="1"/>
          </p:cNvPicPr>
          <p:nvPr/>
        </p:nvPicPr>
        <p:blipFill>
          <a:blip r:embed="rId1"/>
          <a:stretch>
            <a:fillRect/>
          </a:stretch>
        </p:blipFill>
        <p:spPr>
          <a:xfrm>
            <a:off x="596900" y="970915"/>
            <a:ext cx="11100435" cy="54825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40525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rPr>
              <a:t>400</a:t>
            </a:r>
            <a:r>
              <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rPr>
              <a:t>模块技术架构图</a:t>
            </a: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pic>
        <p:nvPicPr>
          <p:cNvPr id="3" name="图片 2" descr="0"/>
          <p:cNvPicPr>
            <a:picLocks noChangeAspect="1"/>
          </p:cNvPicPr>
          <p:nvPr/>
        </p:nvPicPr>
        <p:blipFill>
          <a:blip r:embed="rId1"/>
          <a:stretch>
            <a:fillRect/>
          </a:stretch>
        </p:blipFill>
        <p:spPr>
          <a:xfrm>
            <a:off x="66040" y="954405"/>
            <a:ext cx="12059285" cy="569531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755650" y="451485"/>
            <a:ext cx="10193020" cy="520065"/>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altLang="zh-CN"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rPr>
              <a:t>400</a:t>
            </a:r>
            <a:r>
              <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rPr>
              <a:t>模块技术架构图</a:t>
            </a: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a:p>
            <a:pPr marL="0" marR="0" lvl="0" indent="0" algn="l" defTabSz="914400" rtl="0" eaLnBrk="1" fontAlgn="auto" latinLnBrk="0" hangingPunct="1">
              <a:lnSpc>
                <a:spcPct val="100000"/>
              </a:lnSpc>
              <a:spcBef>
                <a:spcPct val="0"/>
              </a:spcBef>
              <a:spcAft>
                <a:spcPts val="0"/>
              </a:spcAft>
              <a:buClrTx/>
              <a:buSzTx/>
              <a:buFontTx/>
              <a:buNone/>
              <a:defRPr/>
            </a:pP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pic>
        <p:nvPicPr>
          <p:cNvPr id="4" name="图片 3" descr="2"/>
          <p:cNvPicPr>
            <a:picLocks noChangeAspect="1"/>
          </p:cNvPicPr>
          <p:nvPr/>
        </p:nvPicPr>
        <p:blipFill>
          <a:blip r:embed="rId1"/>
          <a:stretch>
            <a:fillRect/>
          </a:stretch>
        </p:blipFill>
        <p:spPr>
          <a:xfrm>
            <a:off x="755650" y="884555"/>
            <a:ext cx="10798175" cy="558990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16123" y="451575"/>
            <a:ext cx="10159754" cy="519976"/>
          </a:xfrm>
          <a:prstGeom prst="rect">
            <a:avLst/>
          </a:prstGeom>
          <a:noFill/>
          <a:ln w="12700">
            <a:noFill/>
            <a:prstDash val="solid"/>
          </a:ln>
        </p:spPr>
        <p:txBody>
          <a:bodyPr vert="horz" wrap="square" lIns="0" tIns="0" rIns="0" bIns="0" rtlCol="0" anchor="t">
            <a:noAutofit/>
          </a:bodyPr>
          <a:lstStyle/>
          <a:p>
            <a:pPr indent="0" algn="l">
              <a:lnSpc>
                <a:spcPct val="100000"/>
              </a:lnSpc>
              <a:defRPr/>
            </a:pPr>
            <a:r>
              <a:rPr lang="zh-CN" altLang="en-US" sz="2400" b="1" i="0" u="none" strike="noStrike">
                <a:solidFill>
                  <a:srgbClr val="00338D"/>
                </a:solidFill>
                <a:latin typeface="微软雅黑"/>
                <a:ea typeface="微软雅黑"/>
                <a:cs typeface="微软雅黑"/>
                <a:sym typeface="微软雅黑"/>
              </a:rPr>
              <a:t>本周及下周工作</a:t>
            </a:r>
            <a:r>
              <a:rPr lang="en-US" sz="2400" b="1" i="0" u="none" strike="noStrike">
                <a:solidFill>
                  <a:srgbClr val="00338D"/>
                </a:solidFill>
                <a:latin typeface="微软雅黑"/>
                <a:ea typeface="微软雅黑"/>
                <a:cs typeface="微软雅黑"/>
                <a:sym typeface="微软雅黑"/>
              </a:rPr>
              <a:t>：</a:t>
            </a:r>
            <a:endParaRPr lang="en-US" sz="1100"/>
          </a:p>
        </p:txBody>
      </p:sp>
      <p:sp>
        <p:nvSpPr>
          <p:cNvPr id="3" name="AutoShape 3"/>
          <p:cNvSpPr/>
          <p:nvPr/>
        </p:nvSpPr>
        <p:spPr>
          <a:xfrm>
            <a:off x="1016123" y="203863"/>
            <a:ext cx="10159754" cy="169200"/>
          </a:xfrm>
          <a:prstGeom prst="rect">
            <a:avLst/>
          </a:prstGeom>
          <a:noFill/>
          <a:ln w="12700">
            <a:noFill/>
            <a:prstDash val="solid"/>
          </a:ln>
        </p:spPr>
        <p:txBody>
          <a:bodyPr vert="horz" wrap="square" lIns="0" tIns="0" rIns="0" bIns="0" rtlCol="0" anchor="b">
            <a:noAutofit/>
          </a:bodyPr>
          <a:lstStyle/>
          <a:p>
            <a:pPr indent="0" algn="l">
              <a:lnSpc>
                <a:spcPct val="100000"/>
              </a:lnSpc>
              <a:defRPr/>
            </a:pPr>
            <a:r>
              <a:rPr lang="en-US" sz="1200" b="1" i="0" u="none" strike="noStrike">
                <a:solidFill>
                  <a:srgbClr val="00338D"/>
                </a:solidFill>
                <a:latin typeface="微软雅黑"/>
                <a:ea typeface="微软雅黑"/>
                <a:cs typeface="微软雅黑"/>
                <a:sym typeface="微软雅黑"/>
              </a:rPr>
              <a:t>01 团队及节点概览</a:t>
            </a:r>
            <a:endParaRPr lang="en-US" sz="1100"/>
          </a:p>
        </p:txBody>
      </p:sp>
      <p:graphicFrame>
        <p:nvGraphicFramePr>
          <p:cNvPr id="10" name="Table 9"/>
          <p:cNvGraphicFramePr>
            <a:graphicFrameLocks noGrp="1"/>
          </p:cNvGraphicFramePr>
          <p:nvPr>
            <p:custDataLst>
              <p:tags r:id="rId1"/>
            </p:custDataLst>
          </p:nvPr>
        </p:nvGraphicFramePr>
        <p:xfrm>
          <a:off x="404813" y="776557"/>
          <a:ext cx="11114643" cy="5894712"/>
        </p:xfrm>
        <a:graphic>
          <a:graphicData uri="http://schemas.openxmlformats.org/drawingml/2006/table">
            <a:tbl>
              <a:tblPr firstRow="1" bandRow="1"/>
              <a:tblGrid>
                <a:gridCol w="546100"/>
                <a:gridCol w="951230"/>
                <a:gridCol w="1172845"/>
                <a:gridCol w="1159510"/>
                <a:gridCol w="3425825"/>
                <a:gridCol w="770255"/>
                <a:gridCol w="3088878"/>
              </a:tblGrid>
              <a:tr h="506095">
                <a:tc>
                  <a:txBody>
                    <a:bodyPr/>
                    <a:lstStyle/>
                    <a:p>
                      <a:pPr algn="ctr">
                        <a:lnSpc>
                          <a:spcPct val="120000"/>
                        </a:lnSpc>
                      </a:pPr>
                      <a:endParaRPr lang="en-GB" sz="1600" b="1" u="sng" kern="1200" dirty="0">
                        <a:solidFill>
                          <a:srgbClr val="0070C0"/>
                        </a:solidFill>
                        <a:latin typeface="微软雅黑" panose="020B0503020204020204" pitchFamily="34" charset="-122"/>
                        <a:ea typeface="微软雅黑" panose="020B0503020204020204" pitchFamily="34" charset="-122"/>
                        <a:cs typeface="+mn-cs"/>
                      </a:endParaRPr>
                    </a:p>
                  </a:txBody>
                  <a:tcPr marL="118658" marR="118658" marT="46716" marB="46716"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p>
                      <a:pPr algn="ctr">
                        <a:lnSpc>
                          <a:spcPct val="120000"/>
                        </a:lnSpc>
                      </a:pPr>
                      <a:endParaRPr lang="en-GB" sz="1600" b="1" u="sng" kern="1200" dirty="0">
                        <a:solidFill>
                          <a:srgbClr val="0070C0"/>
                        </a:solidFill>
                        <a:latin typeface="微软雅黑" panose="020B0503020204020204" pitchFamily="34" charset="-122"/>
                        <a:ea typeface="微软雅黑" panose="020B0503020204020204" pitchFamily="34" charset="-122"/>
                        <a:cs typeface="+mn-cs"/>
                      </a:endParaRPr>
                    </a:p>
                  </a:txBody>
                  <a:tcPr marL="118658" marR="118658" marT="46716" marB="46716"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a:txBody>
                    <a:bodyPr/>
                    <a:lstStyle/>
                    <a:p>
                      <a:pPr algn="ctr">
                        <a:lnSpc>
                          <a:spcPct val="120000"/>
                        </a:lnSpc>
                        <a:buNone/>
                      </a:pPr>
                      <a:endParaRPr lang="en-GB" altLang="en-US" sz="1600" b="1" u="sng" kern="1200" dirty="0">
                        <a:solidFill>
                          <a:srgbClr val="0070C0"/>
                        </a:solidFill>
                        <a:latin typeface="微软雅黑" panose="020B0503020204020204" pitchFamily="34" charset="-122"/>
                        <a:ea typeface="微软雅黑" panose="020B0503020204020204" pitchFamily="34" charset="-122"/>
                        <a:cs typeface="+mn-cs"/>
                      </a:endParaRPr>
                    </a:p>
                  </a:txBody>
                  <a:tcPr marL="118658" marR="118658" marT="46716" marB="46716"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gridSpan="2">
                  <a:txBody>
                    <a:bodyPr/>
                    <a:lstStyle/>
                    <a:p>
                      <a:pPr algn="ctr" defTabSz="609600">
                        <a:lnSpc>
                          <a:spcPct val="120000"/>
                        </a:lnSpc>
                      </a:pPr>
                      <a:r>
                        <a:rPr lang="zh-CN" altLang="en-US" sz="1900" b="1" u="sng">
                          <a:solidFill>
                            <a:srgbClr val="00659B"/>
                          </a:solidFill>
                          <a:latin typeface="微软雅黑" panose="020B0503020204020204" pitchFamily="34" charset="-122"/>
                          <a:ea typeface="微软雅黑" panose="020B0503020204020204" pitchFamily="34" charset="-122"/>
                        </a:rPr>
                        <a:t>本周工作进展</a:t>
                      </a:r>
                      <a:endParaRPr lang="zh-CN" altLang="en-US" sz="1900" b="1" u="sng" dirty="0">
                        <a:solidFill>
                          <a:srgbClr val="00659B"/>
                        </a:solidFill>
                        <a:latin typeface="微软雅黑" panose="020B0503020204020204" pitchFamily="34" charset="-122"/>
                        <a:ea typeface="微软雅黑" panose="020B0503020204020204" pitchFamily="34" charset="-122"/>
                      </a:endParaRPr>
                    </a:p>
                  </a:txBody>
                  <a:tcPr marL="158210" marR="158210" marT="79105" marB="79105"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hMerge="1">
                  <a:tcPr marL="121920" marR="121920" marT="60960" marB="60960" anchor="ctr">
                    <a:noFill/>
                  </a:tcPr>
                </a:tc>
                <a:tc gridSpan="2">
                  <a:txBody>
                    <a:bodyPr/>
                    <a:lstStyle/>
                    <a:p>
                      <a:pPr algn="ctr" defTabSz="609600">
                        <a:lnSpc>
                          <a:spcPct val="120000"/>
                        </a:lnSpc>
                      </a:pPr>
                      <a:r>
                        <a:rPr lang="zh-CN" altLang="en-US" sz="1900" b="1" u="sng">
                          <a:solidFill>
                            <a:srgbClr val="00659B"/>
                          </a:solidFill>
                          <a:latin typeface="微软雅黑" panose="020B0503020204020204" pitchFamily="34" charset="-122"/>
                          <a:ea typeface="微软雅黑" panose="020B0503020204020204" pitchFamily="34" charset="-122"/>
                        </a:rPr>
                        <a:t>下周工作计划</a:t>
                      </a:r>
                      <a:endParaRPr lang="zh-CN" altLang="en-US" sz="1900" b="1" u="sng" dirty="0">
                        <a:solidFill>
                          <a:srgbClr val="00659B"/>
                        </a:solidFill>
                        <a:latin typeface="微软雅黑" panose="020B0503020204020204" pitchFamily="34" charset="-122"/>
                        <a:ea typeface="微软雅黑" panose="020B0503020204020204" pitchFamily="34" charset="-122"/>
                      </a:endParaRPr>
                    </a:p>
                  </a:txBody>
                  <a:tcPr marL="158210" marR="158210" marT="79105" marB="79105"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noFill/>
                  </a:tcPr>
                </a:tc>
                <a:tc hMerge="1">
                  <a:tcPr marL="121920" marR="121920" marT="60960" marB="60960" anchor="ctr">
                    <a:noFill/>
                  </a:tcPr>
                </a:tc>
              </a:tr>
              <a:tr h="563880">
                <a:tc rowSpan="5">
                  <a:txBody>
                    <a:bodyPr/>
                    <a:lstStyle/>
                    <a:p>
                      <a:pPr algn="ctr">
                        <a:lnSpc>
                          <a:spcPct val="120000"/>
                        </a:lnSpc>
                      </a:pPr>
                      <a:r>
                        <a:rPr lang="en-US" sz="1800" b="1" dirty="0" err="1">
                          <a:solidFill>
                            <a:schemeClr val="bg1"/>
                          </a:solidFill>
                          <a:latin typeface="微软雅黑" panose="020B0503020204020204" pitchFamily="34" charset="-122"/>
                          <a:ea typeface="微软雅黑" panose="020B0503020204020204" pitchFamily="34" charset="-122"/>
                        </a:rPr>
                        <a:t>核心工作</a:t>
                      </a:r>
                      <a:endParaRPr lang="en-US" sz="1800" b="1" dirty="0" err="1">
                        <a:solidFill>
                          <a:schemeClr val="bg1"/>
                        </a:solidFill>
                        <a:latin typeface="微软雅黑" panose="020B0503020204020204" pitchFamily="34" charset="-122"/>
                        <a:ea typeface="微软雅黑" panose="020B0503020204020204" pitchFamily="34" charset="-122"/>
                      </a:endParaRPr>
                    </a:p>
                  </a:txBody>
                  <a:tcPr marL="118658" marR="118658" marT="46716" marB="46716" anchor="ctr">
                    <a:lnL w="12700" cmpd="sng">
                      <a:solidFill>
                        <a:sysClr val="window" lastClr="FFFFFF"/>
                      </a:solidFill>
                    </a:lnL>
                    <a:lnT w="38100" cap="flat" cmpd="sng" algn="ctr">
                      <a:solidFill>
                        <a:sysClr val="window" lastClr="FFFFFF"/>
                      </a:solidFill>
                      <a:prstDash val="solid"/>
                      <a:round/>
                      <a:headEnd type="none" w="med" len="med"/>
                      <a:tailEnd type="none" w="med" len="med"/>
                    </a:lnT>
                    <a:lnTlToBr w="12700" cmpd="sng">
                      <a:noFill/>
                      <a:prstDash val="solid"/>
                    </a:lnTlToBr>
                    <a:lnBlToTr w="12700" cmpd="sng">
                      <a:noFill/>
                      <a:prstDash val="solid"/>
                    </a:lnBlToTr>
                    <a:solidFill>
                      <a:srgbClr val="00659B"/>
                    </a:solidFill>
                  </a:tcPr>
                </a:tc>
                <a:tc rowSpan="5">
                  <a:txBody>
                    <a:bodyPr/>
                    <a:lstStyle/>
                    <a:p>
                      <a:pPr algn="ctr">
                        <a:lnSpc>
                          <a:spcPct val="120000"/>
                        </a:lnSpc>
                      </a:pPr>
                      <a:r>
                        <a:rPr lang="zh-CN" altLang="en-GB" sz="1400" b="1" kern="1200" dirty="0">
                          <a:solidFill>
                            <a:schemeClr val="dk1"/>
                          </a:solidFill>
                          <a:latin typeface="微软雅黑" panose="020B0503020204020204" pitchFamily="34" charset="-122"/>
                          <a:ea typeface="微软雅黑" panose="020B0503020204020204" pitchFamily="34" charset="-122"/>
                          <a:cs typeface="+mn-cs"/>
                        </a:rPr>
                        <a:t>调研需求分析</a:t>
                      </a:r>
                      <a:endParaRPr lang="zh-CN" altLang="en-GB" sz="1400" b="1" kern="1200" dirty="0">
                        <a:solidFill>
                          <a:schemeClr val="dk1"/>
                        </a:solidFill>
                        <a:latin typeface="微软雅黑" panose="020B0503020204020204" pitchFamily="34" charset="-122"/>
                        <a:ea typeface="微软雅黑" panose="020B0503020204020204" pitchFamily="34" charset="-122"/>
                        <a:cs typeface="+mn-cs"/>
                      </a:endParaRPr>
                    </a:p>
                  </a:txBody>
                  <a:tcPr marL="118658" marR="118658" marT="46716" marB="46716" anchor="ctr">
                    <a:lnR w="9525" cap="flat" cmpd="sng" algn="ctr">
                      <a:solidFill>
                        <a:sysClr val="window" lastClr="FFFFFF">
                          <a:lumMod val="65000"/>
                        </a:sys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7F0F7"/>
                    </a:solidFill>
                  </a:tcPr>
                </a:tc>
                <a:tc>
                  <a:txBody>
                    <a:bodyPr/>
                    <a:lstStyle/>
                    <a:p>
                      <a:pPr algn="ctr">
                        <a:lnSpc>
                          <a:spcPct val="120000"/>
                        </a:lnSpc>
                        <a:buNone/>
                      </a:pPr>
                      <a:r>
                        <a:rPr lang="zh-CN" altLang="zh-TW" sz="1400" b="1" noProof="0" dirty="0">
                          <a:solidFill>
                            <a:schemeClr val="dk1"/>
                          </a:solidFill>
                          <a:latin typeface="微软雅黑" panose="020B0503020204020204" pitchFamily="34" charset="-122"/>
                          <a:ea typeface="微软雅黑" panose="020B0503020204020204" pitchFamily="34" charset="-122"/>
                          <a:sym typeface="+mn-ea"/>
                        </a:rPr>
                        <a:t>调研访谈</a:t>
                      </a:r>
                      <a:endParaRPr lang="zh-CN" altLang="zh-TW" sz="1400" b="1" kern="1200" noProof="0" dirty="0">
                        <a:solidFill>
                          <a:schemeClr val="dk1"/>
                        </a:solidFill>
                        <a:latin typeface="微软雅黑" panose="020B0503020204020204" pitchFamily="34" charset="-122"/>
                        <a:ea typeface="微软雅黑" panose="020B0503020204020204" pitchFamily="34" charset="-122"/>
                        <a:cs typeface="+mn-cs"/>
                        <a:sym typeface="+mn-ea"/>
                      </a:endParaRPr>
                    </a:p>
                  </a:txBody>
                  <a:tcPr marL="118658" marR="118658" marT="46716" marB="46716"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E7F0F7"/>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rial" panose="020B0604020202090204" pitchFamily="34" charset="0"/>
                        <a:buNone/>
                        <a:defRPr/>
                      </a:pPr>
                      <a:r>
                        <a:rPr lang="en-US" sz="1200" b="1" dirty="0">
                          <a:solidFill>
                            <a:schemeClr val="bg1">
                              <a:lumMod val="50000"/>
                            </a:schemeClr>
                          </a:solidFill>
                          <a:latin typeface="微软雅黑" panose="020B0503020204020204" pitchFamily="34" charset="-122"/>
                          <a:ea typeface="微软雅黑" panose="020B0503020204020204" pitchFamily="34" charset="-122"/>
                          <a:sym typeface="+mn-ea"/>
                        </a:rPr>
                        <a:t>75%</a:t>
                      </a:r>
                      <a:r>
                        <a:rPr lang="zh-CN" altLang="en-US" sz="1200" b="1" dirty="0">
                          <a:solidFill>
                            <a:srgbClr val="00338D"/>
                          </a:solidFill>
                          <a:latin typeface="微软雅黑" panose="020B0503020204020204" pitchFamily="34" charset="-122"/>
                          <a:ea typeface="微软雅黑" panose="020B0503020204020204" pitchFamily="34" charset="-122"/>
                          <a:sym typeface="+mn-ea"/>
                        </a:rPr>
                        <a:t>→</a:t>
                      </a:r>
                      <a:r>
                        <a:rPr lang="en-US" altLang="zh-CN" sz="1200" b="1" dirty="0">
                          <a:solidFill>
                            <a:srgbClr val="00338D"/>
                          </a:solidFill>
                          <a:latin typeface="微软雅黑" panose="020B0503020204020204" pitchFamily="34" charset="-122"/>
                          <a:ea typeface="微软雅黑" panose="020B0503020204020204" pitchFamily="34" charset="-122"/>
                          <a:sym typeface="+mn-ea"/>
                        </a:rPr>
                        <a:t>85</a:t>
                      </a:r>
                      <a:r>
                        <a:rPr lang="en-US" sz="1200" b="1" dirty="0">
                          <a:solidFill>
                            <a:srgbClr val="00659B"/>
                          </a:solidFill>
                          <a:latin typeface="微软雅黑" panose="020B0503020204020204" pitchFamily="34" charset="-122"/>
                          <a:ea typeface="微软雅黑" panose="020B0503020204020204" pitchFamily="34" charset="-122"/>
                          <a:sym typeface="+mn-ea"/>
                        </a:rPr>
                        <a:t>%</a:t>
                      </a:r>
                      <a:endParaRPr lang="en-US" sz="1200" b="1" kern="1200" dirty="0">
                        <a:solidFill>
                          <a:schemeClr val="bg1">
                            <a:lumMod val="50000"/>
                          </a:schemeClr>
                        </a:solidFill>
                        <a:latin typeface="微软雅黑" panose="020B0503020204020204" pitchFamily="34" charset="-122"/>
                        <a:ea typeface="微软雅黑" panose="020B0503020204020204" pitchFamily="34" charset="-122"/>
                        <a:cs typeface="+mn-cs"/>
                      </a:endParaRPr>
                    </a:p>
                  </a:txBody>
                  <a:tcPr marL="118658" marR="46716" marT="46716" marB="46716" anchor="ctr">
                    <a:lnL w="9525" cap="flat" cmpd="sng" algn="ctr">
                      <a:solidFill>
                        <a:sysClr val="window" lastClr="FFFFFF">
                          <a:lumMod val="65000"/>
                        </a:sysClr>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171450" indent="-171450">
                        <a:lnSpc>
                          <a:spcPct val="120000"/>
                        </a:lnSpc>
                        <a:buFont typeface="Arial" panose="020B060402020209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rPr>
                        <a:t>完成</a:t>
                      </a:r>
                      <a:r>
                        <a:rPr lang="en-US" altLang="zh-CN" sz="1400" dirty="0">
                          <a:solidFill>
                            <a:schemeClr val="tx1"/>
                          </a:solidFill>
                          <a:latin typeface="微软雅黑" panose="020B0503020204020204" pitchFamily="34" charset="-122"/>
                          <a:ea typeface="微软雅黑" panose="020B0503020204020204" pitchFamily="34" charset="-122"/>
                        </a:rPr>
                        <a:t>400</a:t>
                      </a:r>
                      <a:r>
                        <a:rPr lang="zh-CN" altLang="en-US" sz="1400" dirty="0">
                          <a:solidFill>
                            <a:schemeClr val="tx1"/>
                          </a:solidFill>
                          <a:latin typeface="微软雅黑" panose="020B0503020204020204" pitchFamily="34" charset="-122"/>
                          <a:ea typeface="微软雅黑" panose="020B0503020204020204" pitchFamily="34" charset="-122"/>
                        </a:rPr>
                        <a:t>板块功能清单和业务部门沟通</a:t>
                      </a:r>
                      <a:endParaRPr lang="zh-CN" altLang="en-US" sz="1400" dirty="0">
                        <a:latin typeface="微软雅黑" panose="020B0503020204020204" pitchFamily="34" charset="-122"/>
                        <a:ea typeface="微软雅黑" panose="020B0503020204020204" pitchFamily="34" charset="-122"/>
                        <a:sym typeface="+mn-ea"/>
                      </a:endParaRPr>
                    </a:p>
                    <a:p>
                      <a:pPr marL="171450" indent="-171450">
                        <a:lnSpc>
                          <a:spcPct val="120000"/>
                        </a:lnSpc>
                        <a:buFont typeface="Arial" panose="020B060402020209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rPr>
                        <a:t>企业微信模块和业务部门调研</a:t>
                      </a:r>
                      <a:endParaRPr lang="zh-CN" altLang="en-US" sz="1400" dirty="0">
                        <a:solidFill>
                          <a:schemeClr val="tx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9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rPr>
                        <a:t>数营部访谈和需求沟通</a:t>
                      </a:r>
                      <a:endParaRPr lang="zh-CN" altLang="en-US" sz="1400" dirty="0">
                        <a:solidFill>
                          <a:schemeClr val="tx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9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rPr>
                        <a:t>熊总调研访谈</a:t>
                      </a:r>
                      <a:endParaRPr lang="zh-CN" altLang="en-US" sz="1400" dirty="0">
                        <a:solidFill>
                          <a:schemeClr val="tx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90204" pitchFamily="34" charset="0"/>
                        <a:buChar char="•"/>
                      </a:pPr>
                      <a:r>
                        <a:rPr lang="zh-CN" altLang="en-US" sz="1400" dirty="0">
                          <a:latin typeface="微软雅黑" panose="020B0503020204020204" pitchFamily="34" charset="-122"/>
                          <a:ea typeface="微软雅黑" panose="020B0503020204020204" pitchFamily="34" charset="-122"/>
                          <a:sym typeface="+mn-ea"/>
                        </a:rPr>
                        <a:t>林总调研访谈</a:t>
                      </a:r>
                      <a:endParaRPr lang="zh-CN" altLang="en-US" sz="1400" dirty="0">
                        <a:solidFill>
                          <a:schemeClr val="tx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90204" pitchFamily="34" charset="0"/>
                        <a:buChar char="•"/>
                      </a:pPr>
                      <a:r>
                        <a:rPr lang="en-US" altLang="zh-CN" sz="1400" dirty="0">
                          <a:solidFill>
                            <a:schemeClr val="tx1"/>
                          </a:solidFill>
                          <a:latin typeface="微软雅黑" panose="020B0503020204020204" pitchFamily="34" charset="-122"/>
                          <a:ea typeface="微软雅黑" panose="020B0503020204020204" pitchFamily="34" charset="-122"/>
                        </a:rPr>
                        <a:t>BPM</a:t>
                      </a:r>
                      <a:r>
                        <a:rPr lang="zh-CN" altLang="en-US" sz="1400" dirty="0">
                          <a:solidFill>
                            <a:schemeClr val="tx1"/>
                          </a:solidFill>
                          <a:latin typeface="微软雅黑" panose="020B0503020204020204" pitchFamily="34" charset="-122"/>
                          <a:ea typeface="微软雅黑" panose="020B0503020204020204" pitchFamily="34" charset="-122"/>
                        </a:rPr>
                        <a:t>厂商交流</a:t>
                      </a:r>
                      <a:endParaRPr lang="en-US" altLang="zh-CN" sz="1400" dirty="0">
                        <a:solidFill>
                          <a:schemeClr val="tx1"/>
                        </a:solidFill>
                        <a:latin typeface="微软雅黑" panose="020B0503020204020204" pitchFamily="34" charset="-122"/>
                        <a:ea typeface="微软雅黑" panose="020B0503020204020204" pitchFamily="34" charset="-122"/>
                      </a:endParaRPr>
                    </a:p>
                  </a:txBody>
                  <a:tcPr marL="118658" marR="118658" marT="46716" marB="46716" anchor="ctr">
                    <a:lnL w="12700" cmpd="sng">
                      <a:solidFill>
                        <a:sysClr val="window" lastClr="FFFFFF"/>
                      </a:solidFill>
                    </a:lnL>
                    <a:lnR w="9525" cap="flat" cmpd="sng" algn="ctr">
                      <a:solidFill>
                        <a:sysClr val="window" lastClr="FFFFFF">
                          <a:lumMod val="65000"/>
                        </a:sys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rial" panose="020B0604020202090204" pitchFamily="34" charset="0"/>
                        <a:buNone/>
                        <a:defRPr/>
                      </a:pPr>
                      <a:r>
                        <a:rPr lang="en-GB" altLang="zh-CN" sz="1200" b="1" dirty="0">
                          <a:solidFill>
                            <a:srgbClr val="00338D"/>
                          </a:solidFill>
                          <a:latin typeface="微软雅黑" panose="020B0503020204020204" pitchFamily="34" charset="-122"/>
                          <a:ea typeface="微软雅黑" panose="020B0503020204020204" pitchFamily="34" charset="-122"/>
                          <a:sym typeface="+mn-ea"/>
                        </a:rPr>
                        <a:t>~</a:t>
                      </a:r>
                      <a:r>
                        <a:rPr lang="en-US" altLang="en-GB" sz="1200" b="1" dirty="0">
                          <a:solidFill>
                            <a:srgbClr val="00338D"/>
                          </a:solidFill>
                          <a:latin typeface="微软雅黑" panose="020B0503020204020204" pitchFamily="34" charset="-122"/>
                          <a:ea typeface="微软雅黑" panose="020B0503020204020204" pitchFamily="34" charset="-122"/>
                          <a:sym typeface="+mn-ea"/>
                        </a:rPr>
                        <a:t>9</a:t>
                      </a:r>
                      <a:r>
                        <a:rPr lang="en-US" altLang="zh-CN" sz="1200" b="1" dirty="0">
                          <a:solidFill>
                            <a:srgbClr val="00659B"/>
                          </a:solidFill>
                          <a:latin typeface="微软雅黑" panose="020B0503020204020204" pitchFamily="34" charset="-122"/>
                          <a:ea typeface="微软雅黑" panose="020B0503020204020204" pitchFamily="34" charset="-122"/>
                          <a:sym typeface="+mn-ea"/>
                        </a:rPr>
                        <a:t>0%</a:t>
                      </a:r>
                      <a:endParaRPr lang="en-US" altLang="en-GB" sz="1200" b="1" kern="1200" dirty="0">
                        <a:solidFill>
                          <a:srgbClr val="00659B"/>
                        </a:solidFill>
                        <a:latin typeface="微软雅黑" panose="020B0503020204020204" pitchFamily="34" charset="-122"/>
                        <a:ea typeface="微软雅黑" panose="020B0503020204020204" pitchFamily="34" charset="-122"/>
                        <a:cs typeface="+mn-cs"/>
                      </a:endParaRPr>
                    </a:p>
                  </a:txBody>
                  <a:tcPr marL="118658" marR="118658" marT="46716" marB="46716" anchor="ctr">
                    <a:lnL w="9525" cap="flat" cmpd="sng" algn="ctr">
                      <a:solidFill>
                        <a:sysClr val="window" lastClr="FFFFFF">
                          <a:lumMod val="65000"/>
                        </a:sysClr>
                      </a:solidFill>
                      <a:prstDash val="solid"/>
                      <a:round/>
                      <a:headEnd type="none" w="med" len="med"/>
                      <a:tailEnd type="none" w="med" len="med"/>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171450" marR="0" lvl="0" indent="-171450" algn="l" defTabSz="914400" rtl="0" eaLnBrk="1" fontAlgn="auto" latinLnBrk="0" hangingPunct="1">
                        <a:lnSpc>
                          <a:spcPct val="120000"/>
                        </a:lnSpc>
                        <a:spcBef>
                          <a:spcPts val="0"/>
                        </a:spcBef>
                        <a:spcAft>
                          <a:spcPts val="0"/>
                        </a:spcAft>
                        <a:buClrTx/>
                        <a:buSzTx/>
                        <a:buFont typeface="Arial" panose="020B0604020202090204" pitchFamily="34" charset="0"/>
                        <a:buChar char="•"/>
                        <a:defRPr/>
                      </a:pPr>
                      <a:r>
                        <a:rPr lang="en-US" altLang="zh-CN" sz="1400" b="0" dirty="0">
                          <a:solidFill>
                            <a:schemeClr val="tx1"/>
                          </a:solidFill>
                          <a:latin typeface="微软雅黑" panose="020B0503020204020204" pitchFamily="34" charset="-122"/>
                          <a:ea typeface="微软雅黑" panose="020B0503020204020204" pitchFamily="34" charset="-122"/>
                        </a:rPr>
                        <a:t>12345</a:t>
                      </a:r>
                      <a:r>
                        <a:rPr lang="zh-CN" altLang="en-US" sz="1400" b="0" dirty="0">
                          <a:solidFill>
                            <a:schemeClr val="tx1"/>
                          </a:solidFill>
                          <a:latin typeface="微软雅黑" panose="020B0503020204020204" pitchFamily="34" charset="-122"/>
                          <a:ea typeface="微软雅黑" panose="020B0503020204020204" pitchFamily="34" charset="-122"/>
                        </a:rPr>
                        <a:t>调研</a:t>
                      </a:r>
                      <a:endParaRPr lang="en-US" altLang="zh-CN" sz="1400" b="0" dirty="0">
                        <a:solidFill>
                          <a:schemeClr val="tx1"/>
                        </a:solidFill>
                        <a:latin typeface="微软雅黑" panose="020B0503020204020204" pitchFamily="34" charset="-122"/>
                        <a:ea typeface="微软雅黑" panose="020B0503020204020204" pitchFamily="34" charset="-122"/>
                      </a:endParaRPr>
                    </a:p>
                    <a:p>
                      <a:pPr marL="171450" marR="0" lvl="0" indent="-171450" algn="l" defTabSz="914400" rtl="0" eaLnBrk="1" fontAlgn="auto" latinLnBrk="0" hangingPunct="1">
                        <a:lnSpc>
                          <a:spcPct val="120000"/>
                        </a:lnSpc>
                        <a:spcBef>
                          <a:spcPts val="0"/>
                        </a:spcBef>
                        <a:spcAft>
                          <a:spcPts val="0"/>
                        </a:spcAft>
                        <a:buClrTx/>
                        <a:buSzTx/>
                        <a:buFont typeface="Arial" panose="020B0604020202090204" pitchFamily="34" charset="0"/>
                        <a:buChar char="•"/>
                        <a:defRPr/>
                      </a:pPr>
                      <a:r>
                        <a:rPr lang="zh-CN" altLang="en-US" sz="1400" b="0" dirty="0">
                          <a:solidFill>
                            <a:schemeClr val="tx1"/>
                          </a:solidFill>
                          <a:latin typeface="微软雅黑" panose="020B0503020204020204" pitchFamily="34" charset="-122"/>
                          <a:ea typeface="微软雅黑" panose="020B0503020204020204" pitchFamily="34" charset="-122"/>
                        </a:rPr>
                        <a:t>调研总结汇报材料</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marL="118658" marR="118658" marT="46716" marB="46716"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r>
              <a:tr h="563880">
                <a:tc vMerge="1">
                  <a:tcPr/>
                </a:tc>
                <a:tc vMerge="1">
                  <a:tcPr marL="118658" marR="118658" marT="46716" marB="46716" anchor="ctr">
                    <a:lnL w="12700" cmpd="sng">
                      <a:solidFill>
                        <a:sysClr val="window" lastClr="FFFFFF"/>
                      </a:solidFill>
                    </a:lnL>
                    <a:lnR w="9525" cap="flat" cmpd="sng" algn="ctr">
                      <a:solidFill>
                        <a:sysClr val="window" lastClr="FFFFFF">
                          <a:lumMod val="65000"/>
                        </a:sys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F0F7"/>
                    </a:solidFill>
                  </a:tcPr>
                </a:tc>
                <a:tc>
                  <a:txBody>
                    <a:bodyPr/>
                    <a:lstStyle/>
                    <a:p>
                      <a:pPr algn="ctr">
                        <a:lnSpc>
                          <a:spcPct val="120000"/>
                        </a:lnSpc>
                        <a:buNone/>
                      </a:pPr>
                      <a:r>
                        <a:rPr lang="zh-CN" altLang="zh-TW" sz="1400" b="1" noProof="0" dirty="0">
                          <a:solidFill>
                            <a:schemeClr val="dk1"/>
                          </a:solidFill>
                          <a:latin typeface="微软雅黑" panose="020B0503020204020204" pitchFamily="34" charset="-122"/>
                          <a:ea typeface="微软雅黑" panose="020B0503020204020204" pitchFamily="34" charset="-122"/>
                          <a:sym typeface="+mn-ea"/>
                        </a:rPr>
                        <a:t>需求沟通</a:t>
                      </a:r>
                      <a:endParaRPr lang="zh-CN" altLang="zh-TW" sz="1400" b="1" noProof="0" dirty="0">
                        <a:solidFill>
                          <a:schemeClr val="dk1"/>
                        </a:solidFill>
                        <a:latin typeface="微软雅黑" panose="020B0503020204020204" pitchFamily="34" charset="-122"/>
                        <a:ea typeface="微软雅黑" panose="020B0503020204020204" pitchFamily="34" charset="-122"/>
                        <a:sym typeface="+mn-ea"/>
                      </a:endParaRPr>
                    </a:p>
                  </a:txBody>
                  <a:tcPr marL="118658" marR="118658" marT="46716" marB="46716"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F0F7"/>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rial" panose="020B0604020202090204" pitchFamily="34" charset="0"/>
                        <a:buNone/>
                        <a:defRPr/>
                      </a:pPr>
                      <a:r>
                        <a:rPr lang="en-US" sz="1200" b="1" dirty="0">
                          <a:solidFill>
                            <a:schemeClr val="bg1">
                              <a:lumMod val="50000"/>
                            </a:schemeClr>
                          </a:solidFill>
                          <a:latin typeface="微软雅黑" panose="020B0503020204020204" pitchFamily="34" charset="-122"/>
                          <a:ea typeface="微软雅黑" panose="020B0503020204020204" pitchFamily="34" charset="-122"/>
                          <a:sym typeface="+mn-ea"/>
                        </a:rPr>
                        <a:t>0%</a:t>
                      </a:r>
                      <a:r>
                        <a:rPr lang="zh-CN" altLang="en-US" sz="1200" b="1" dirty="0">
                          <a:solidFill>
                            <a:srgbClr val="00338D"/>
                          </a:solidFill>
                          <a:latin typeface="微软雅黑" panose="020B0503020204020204" pitchFamily="34" charset="-122"/>
                          <a:ea typeface="微软雅黑" panose="020B0503020204020204" pitchFamily="34" charset="-122"/>
                          <a:sym typeface="+mn-ea"/>
                        </a:rPr>
                        <a:t>→</a:t>
                      </a:r>
                      <a:r>
                        <a:rPr lang="en-US" altLang="zh-CN" sz="1200" b="1" dirty="0">
                          <a:solidFill>
                            <a:srgbClr val="00338D"/>
                          </a:solidFill>
                          <a:latin typeface="微软雅黑" panose="020B0503020204020204" pitchFamily="34" charset="-122"/>
                          <a:ea typeface="微软雅黑" panose="020B0503020204020204" pitchFamily="34" charset="-122"/>
                          <a:sym typeface="+mn-ea"/>
                        </a:rPr>
                        <a:t>8</a:t>
                      </a:r>
                      <a:r>
                        <a:rPr lang="en-US" sz="1200" b="1" dirty="0">
                          <a:solidFill>
                            <a:srgbClr val="00659B"/>
                          </a:solidFill>
                          <a:latin typeface="微软雅黑" panose="020B0503020204020204" pitchFamily="34" charset="-122"/>
                          <a:ea typeface="微软雅黑" panose="020B0503020204020204" pitchFamily="34" charset="-122"/>
                          <a:sym typeface="+mn-ea"/>
                        </a:rPr>
                        <a:t>0%</a:t>
                      </a:r>
                      <a:endParaRPr lang="en-GB" sz="1200" b="1" kern="1200" dirty="0">
                        <a:solidFill>
                          <a:srgbClr val="00659B"/>
                        </a:solidFill>
                        <a:latin typeface="微软雅黑" panose="020B0503020204020204" pitchFamily="34" charset="-122"/>
                        <a:ea typeface="微软雅黑" panose="020B0503020204020204" pitchFamily="34" charset="-122"/>
                        <a:cs typeface="+mn-cs"/>
                      </a:endParaRPr>
                    </a:p>
                  </a:txBody>
                  <a:tcPr marL="118658" marR="46716" marT="46716" marB="46716" anchor="ctr">
                    <a:lnL w="9525" cap="flat" cmpd="sng" algn="ctr">
                      <a:solidFill>
                        <a:sysClr val="window" lastClr="FFFFFF">
                          <a:lumMod val="65000"/>
                        </a:sysClr>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171450" indent="-171450">
                        <a:lnSpc>
                          <a:spcPct val="120000"/>
                        </a:lnSpc>
                        <a:buFont typeface="Arial" panose="020B060402020209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rPr>
                        <a:t>营销需求沟通：刚需的多经服务、</a:t>
                      </a:r>
                      <a:r>
                        <a:rPr lang="en-US" altLang="zh-CN" sz="1400" dirty="0">
                          <a:solidFill>
                            <a:schemeClr val="tx1"/>
                          </a:solidFill>
                          <a:latin typeface="微软雅黑" panose="020B0503020204020204" pitchFamily="34" charset="-122"/>
                          <a:ea typeface="微软雅黑" panose="020B0503020204020204" pitchFamily="34" charset="-122"/>
                        </a:rPr>
                        <a:t>AI</a:t>
                      </a:r>
                      <a:r>
                        <a:rPr lang="zh-CN" altLang="en-US" sz="1400" dirty="0">
                          <a:solidFill>
                            <a:schemeClr val="tx1"/>
                          </a:solidFill>
                          <a:latin typeface="微软雅黑" panose="020B0503020204020204" pitchFamily="34" charset="-122"/>
                          <a:ea typeface="微软雅黑" panose="020B0503020204020204" pitchFamily="34" charset="-122"/>
                        </a:rPr>
                        <a:t>智能推荐场景</a:t>
                      </a:r>
                      <a:endParaRPr lang="zh-CN" altLang="en-US" sz="1400" dirty="0">
                        <a:solidFill>
                          <a:schemeClr val="tx1"/>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90204" pitchFamily="34" charset="0"/>
                        <a:buChar char="•"/>
                      </a:pPr>
                      <a:r>
                        <a:rPr lang="zh-CN" altLang="en-US" sz="1400" dirty="0">
                          <a:solidFill>
                            <a:srgbClr val="FF0000"/>
                          </a:solidFill>
                          <a:latin typeface="微软雅黑" panose="020B0503020204020204" pitchFamily="34" charset="-122"/>
                          <a:ea typeface="微软雅黑" panose="020B0503020204020204" pitchFamily="34" charset="-122"/>
                        </a:rPr>
                        <a:t>碳积分沟通（完成针对场景和充电桩业务模块实现方式的沟通）</a:t>
                      </a:r>
                      <a:endParaRPr lang="zh-CN" altLang="en-US" sz="1400" dirty="0">
                        <a:solidFill>
                          <a:srgbClr val="FF0000"/>
                        </a:solidFill>
                        <a:latin typeface="微软雅黑" panose="020B0503020204020204" pitchFamily="34" charset="-122"/>
                        <a:ea typeface="微软雅黑" panose="020B0503020204020204" pitchFamily="34" charset="-122"/>
                      </a:endParaRPr>
                    </a:p>
                    <a:p>
                      <a:pPr marL="171450" indent="-171450">
                        <a:lnSpc>
                          <a:spcPct val="120000"/>
                        </a:lnSpc>
                        <a:buFont typeface="Arial" panose="020B060402020209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rPr>
                        <a:t>智能客服针对充电桩的运营推送需求</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118658" marR="118658" marT="46716" marB="46716" anchor="ctr">
                    <a:lnL w="12700" cmpd="sng">
                      <a:solidFill>
                        <a:sysClr val="window" lastClr="FFFFFF"/>
                      </a:solidFill>
                    </a:lnL>
                    <a:lnR w="9525" cap="flat" cmpd="sng" algn="ctr">
                      <a:solidFill>
                        <a:sysClr val="window" lastClr="FFFFFF">
                          <a:lumMod val="65000"/>
                        </a:sys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rial" panose="020B0604020202090204" pitchFamily="34" charset="0"/>
                        <a:buNone/>
                        <a:defRPr/>
                      </a:pPr>
                      <a:r>
                        <a:rPr lang="en-GB" altLang="zh-CN" sz="1200" b="1" dirty="0">
                          <a:solidFill>
                            <a:srgbClr val="00338D"/>
                          </a:solidFill>
                          <a:latin typeface="微软雅黑" panose="020B0503020204020204" pitchFamily="34" charset="-122"/>
                          <a:ea typeface="微软雅黑" panose="020B0503020204020204" pitchFamily="34" charset="-122"/>
                          <a:sym typeface="+mn-ea"/>
                        </a:rPr>
                        <a:t>~</a:t>
                      </a:r>
                      <a:r>
                        <a:rPr lang="en-US" altLang="zh-CN" sz="1200" b="1" dirty="0">
                          <a:solidFill>
                            <a:srgbClr val="00659B"/>
                          </a:solidFill>
                          <a:latin typeface="微软雅黑" panose="020B0503020204020204" pitchFamily="34" charset="-122"/>
                          <a:ea typeface="微软雅黑" panose="020B0503020204020204" pitchFamily="34" charset="-122"/>
                          <a:sym typeface="+mn-ea"/>
                        </a:rPr>
                        <a:t>100%</a:t>
                      </a:r>
                      <a:endParaRPr lang="en-GB" altLang="zh-CN" sz="1200" b="1" kern="1200" dirty="0">
                        <a:solidFill>
                          <a:srgbClr val="00659B"/>
                        </a:solidFill>
                        <a:latin typeface="微软雅黑" panose="020B0503020204020204" pitchFamily="34" charset="-122"/>
                        <a:ea typeface="微软雅黑" panose="020B0503020204020204" pitchFamily="34" charset="-122"/>
                        <a:cs typeface="+mn-cs"/>
                      </a:endParaRPr>
                    </a:p>
                  </a:txBody>
                  <a:tcPr marL="118658" marR="118658" marT="46716" marB="46716" anchor="ctr">
                    <a:lnL w="9525" cap="flat" cmpd="sng" algn="ctr">
                      <a:solidFill>
                        <a:sysClr val="window" lastClr="FFFFFF">
                          <a:lumMod val="65000"/>
                        </a:sysClr>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171450" marR="0" lvl="0" indent="-171450" algn="l" defTabSz="914400" rtl="0" eaLnBrk="1" fontAlgn="auto" latinLnBrk="0" hangingPunct="1">
                        <a:lnSpc>
                          <a:spcPct val="120000"/>
                        </a:lnSpc>
                        <a:spcBef>
                          <a:spcPts val="0"/>
                        </a:spcBef>
                        <a:spcAft>
                          <a:spcPts val="0"/>
                        </a:spcAft>
                        <a:buClrTx/>
                        <a:buSzTx/>
                        <a:buFont typeface="Arial" panose="020B0604020202090204" pitchFamily="34" charset="0"/>
                        <a:buChar char="•"/>
                        <a:defRPr/>
                      </a:pPr>
                      <a:r>
                        <a:rPr lang="zh-CN" altLang="en-US" sz="1400" dirty="0">
                          <a:latin typeface="微软雅黑" panose="020B0503020204020204" pitchFamily="34" charset="-122"/>
                          <a:ea typeface="微软雅黑" panose="020B0503020204020204" pitchFamily="34" charset="-122"/>
                          <a:sym typeface="+mn-ea"/>
                        </a:rPr>
                        <a:t>碳积分沟通</a:t>
                      </a:r>
                      <a:r>
                        <a:rPr lang="en-US" altLang="zh-CN" sz="1400" dirty="0">
                          <a:latin typeface="微软雅黑" panose="020B0503020204020204" pitchFamily="34" charset="-122"/>
                          <a:ea typeface="微软雅黑" panose="020B0503020204020204" pitchFamily="34" charset="-122"/>
                          <a:sym typeface="+mn-ea"/>
                        </a:rPr>
                        <a:t>（</a:t>
                      </a:r>
                      <a:r>
                        <a:rPr lang="zh-CN" altLang="en-US" sz="1400" dirty="0">
                          <a:latin typeface="微软雅黑" panose="020B0503020204020204" pitchFamily="34" charset="-122"/>
                          <a:ea typeface="微软雅黑" panose="020B0503020204020204" pitchFamily="34" charset="-122"/>
                          <a:sym typeface="+mn-ea"/>
                        </a:rPr>
                        <a:t>针对硬件需求的沟通</a:t>
                      </a:r>
                      <a:r>
                        <a:rPr lang="en-US" altLang="zh-CN" sz="1400" dirty="0">
                          <a:latin typeface="微软雅黑" panose="020B0503020204020204" pitchFamily="34" charset="-122"/>
                          <a:ea typeface="微软雅黑" panose="020B0503020204020204" pitchFamily="34" charset="-122"/>
                          <a:sym typeface="+mn-ea"/>
                        </a:rPr>
                        <a:t>）</a:t>
                      </a:r>
                      <a:endParaRPr lang="en-US" altLang="zh-CN" sz="1400" b="0" dirty="0">
                        <a:solidFill>
                          <a:schemeClr val="tx1"/>
                        </a:solidFill>
                        <a:latin typeface="微软雅黑" panose="020B0503020204020204" pitchFamily="34" charset="-122"/>
                        <a:ea typeface="微软雅黑" panose="020B0503020204020204" pitchFamily="34" charset="-122"/>
                        <a:sym typeface="+mn-ea"/>
                      </a:endParaRPr>
                    </a:p>
                  </a:txBody>
                  <a:tcPr marL="118658" marR="118658" marT="46716" marB="46716"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r>
              <a:tr h="563880">
                <a:tc vMerge="1">
                  <a:tcPr/>
                </a:tc>
                <a:tc vMerge="1">
                  <a:tcPr marL="118658" marR="118658" marT="46716" marB="46716" anchor="ctr">
                    <a:lnL w="12700" cmpd="sng">
                      <a:solidFill>
                        <a:sysClr val="window" lastClr="FFFFFF"/>
                      </a:solidFill>
                    </a:lnL>
                    <a:lnR w="9525" cap="flat" cmpd="sng" algn="ctr">
                      <a:solidFill>
                        <a:sysClr val="window" lastClr="FFFFFF">
                          <a:lumMod val="65000"/>
                        </a:sys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F0F7"/>
                    </a:solidFill>
                  </a:tcPr>
                </a:tc>
                <a:tc>
                  <a:txBody>
                    <a:bodyPr/>
                    <a:lstStyle/>
                    <a:p>
                      <a:pPr algn="ctr">
                        <a:lnSpc>
                          <a:spcPct val="120000"/>
                        </a:lnSpc>
                        <a:buNone/>
                      </a:pPr>
                      <a:r>
                        <a:rPr lang="zh-CN" altLang="zh-TW" sz="1400" b="1" noProof="0" dirty="0">
                          <a:solidFill>
                            <a:schemeClr val="dk1"/>
                          </a:solidFill>
                          <a:latin typeface="微软雅黑" panose="020B0503020204020204" pitchFamily="34" charset="-122"/>
                          <a:ea typeface="微软雅黑" panose="020B0503020204020204" pitchFamily="34" charset="-122"/>
                          <a:sym typeface="+mn-ea"/>
                        </a:rPr>
                        <a:t>需求清单</a:t>
                      </a:r>
                      <a:endParaRPr lang="zh-CN" altLang="zh-TW" sz="1400" b="1" noProof="0" dirty="0">
                        <a:solidFill>
                          <a:schemeClr val="dk1"/>
                        </a:solidFill>
                        <a:latin typeface="微软雅黑" panose="020B0503020204020204" pitchFamily="34" charset="-122"/>
                        <a:ea typeface="微软雅黑" panose="020B0503020204020204" pitchFamily="34" charset="-122"/>
                        <a:sym typeface="+mn-ea"/>
                      </a:endParaRPr>
                    </a:p>
                  </a:txBody>
                  <a:tcPr marL="118658" marR="118658" marT="46716" marB="46716"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F0F7"/>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rial" panose="020B0604020202090204" pitchFamily="34" charset="0"/>
                        <a:buNone/>
                        <a:defRPr/>
                      </a:pPr>
                      <a:r>
                        <a:rPr lang="en-US" sz="1200" b="1" dirty="0">
                          <a:solidFill>
                            <a:schemeClr val="bg1">
                              <a:lumMod val="50000"/>
                            </a:schemeClr>
                          </a:solidFill>
                          <a:latin typeface="微软雅黑" panose="020B0503020204020204" pitchFamily="34" charset="-122"/>
                          <a:ea typeface="微软雅黑" panose="020B0503020204020204" pitchFamily="34" charset="-122"/>
                          <a:sym typeface="+mn-ea"/>
                        </a:rPr>
                        <a:t>0%</a:t>
                      </a:r>
                      <a:r>
                        <a:rPr lang="zh-CN" altLang="en-US" sz="1200" b="1" dirty="0">
                          <a:solidFill>
                            <a:srgbClr val="00338D"/>
                          </a:solidFill>
                          <a:latin typeface="微软雅黑" panose="020B0503020204020204" pitchFamily="34" charset="-122"/>
                          <a:ea typeface="微软雅黑" panose="020B0503020204020204" pitchFamily="34" charset="-122"/>
                          <a:sym typeface="+mn-ea"/>
                        </a:rPr>
                        <a:t>→</a:t>
                      </a:r>
                      <a:r>
                        <a:rPr lang="en-US" altLang="zh-CN" sz="1200" b="1" dirty="0">
                          <a:solidFill>
                            <a:srgbClr val="00338D"/>
                          </a:solidFill>
                          <a:latin typeface="微软雅黑" panose="020B0503020204020204" pitchFamily="34" charset="-122"/>
                          <a:ea typeface="微软雅黑" panose="020B0503020204020204" pitchFamily="34" charset="-122"/>
                          <a:sym typeface="+mn-ea"/>
                        </a:rPr>
                        <a:t>5</a:t>
                      </a:r>
                      <a:r>
                        <a:rPr lang="en-US" sz="1200" b="1" dirty="0">
                          <a:solidFill>
                            <a:srgbClr val="00659B"/>
                          </a:solidFill>
                          <a:latin typeface="微软雅黑" panose="020B0503020204020204" pitchFamily="34" charset="-122"/>
                          <a:ea typeface="微软雅黑" panose="020B0503020204020204" pitchFamily="34" charset="-122"/>
                          <a:sym typeface="+mn-ea"/>
                        </a:rPr>
                        <a:t>0%</a:t>
                      </a:r>
                      <a:endParaRPr lang="en-GB" sz="1200" b="1" kern="1200" dirty="0">
                        <a:solidFill>
                          <a:srgbClr val="00659B"/>
                        </a:solidFill>
                        <a:latin typeface="微软雅黑" panose="020B0503020204020204" pitchFamily="34" charset="-122"/>
                        <a:ea typeface="微软雅黑" panose="020B0503020204020204" pitchFamily="34" charset="-122"/>
                        <a:cs typeface="+mn-cs"/>
                      </a:endParaRPr>
                    </a:p>
                  </a:txBody>
                  <a:tcPr marL="118658" marR="46716" marT="46716" marB="46716" anchor="ctr">
                    <a:lnL w="9525" cap="flat" cmpd="sng" algn="ctr">
                      <a:solidFill>
                        <a:sysClr val="window" lastClr="FFFFFF">
                          <a:lumMod val="65000"/>
                        </a:sysClr>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171450" indent="-171450">
                        <a:lnSpc>
                          <a:spcPct val="120000"/>
                        </a:lnSpc>
                        <a:buFont typeface="Arial" panose="020B0604020202090204" pitchFamily="34" charset="0"/>
                        <a:buChar char="•"/>
                      </a:pPr>
                      <a:r>
                        <a:rPr lang="zh-CN" altLang="en-US" sz="1400" dirty="0">
                          <a:latin typeface="微软雅黑" panose="020B0503020204020204" pitchFamily="34" charset="-122"/>
                          <a:ea typeface="微软雅黑" panose="020B0503020204020204" pitchFamily="34" charset="-122"/>
                          <a:sym typeface="+mn-ea"/>
                        </a:rPr>
                        <a:t>企业微信模块功能清单梳理以及和业务部门沟通</a:t>
                      </a:r>
                      <a:endParaRPr lang="zh-CN" altLang="en-US" sz="1400" dirty="0">
                        <a:latin typeface="微软雅黑" panose="020B0503020204020204" pitchFamily="34" charset="-122"/>
                        <a:ea typeface="微软雅黑" panose="020B0503020204020204" pitchFamily="34" charset="-122"/>
                        <a:sym typeface="+mn-ea"/>
                      </a:endParaRPr>
                    </a:p>
                    <a:p>
                      <a:pPr marL="171450" indent="-171450">
                        <a:lnSpc>
                          <a:spcPct val="120000"/>
                        </a:lnSpc>
                        <a:buFont typeface="Arial" panose="020B0604020202090204" pitchFamily="34" charset="0"/>
                        <a:buChar char="•"/>
                      </a:pPr>
                      <a:r>
                        <a:rPr lang="en-US" altLang="zh-CN" sz="1400" dirty="0">
                          <a:latin typeface="微软雅黑" panose="020B0503020204020204" pitchFamily="34" charset="-122"/>
                          <a:ea typeface="微软雅黑" panose="020B0503020204020204" pitchFamily="34" charset="-122"/>
                          <a:sym typeface="+mn-ea"/>
                        </a:rPr>
                        <a:t>400</a:t>
                      </a:r>
                      <a:r>
                        <a:rPr lang="zh-CN" altLang="en-US" sz="1400" dirty="0">
                          <a:latin typeface="微软雅黑" panose="020B0503020204020204" pitchFamily="34" charset="-122"/>
                          <a:ea typeface="微软雅黑" panose="020B0503020204020204" pitchFamily="34" charset="-122"/>
                          <a:sym typeface="+mn-ea"/>
                        </a:rPr>
                        <a:t>模块功能清单梳理</a:t>
                      </a:r>
                      <a:r>
                        <a:rPr lang="en-US" altLang="zh-CN" sz="1400" dirty="0">
                          <a:latin typeface="微软雅黑" panose="020B0503020204020204" pitchFamily="34" charset="-122"/>
                          <a:ea typeface="微软雅黑" panose="020B0503020204020204" pitchFamily="34" charset="-122"/>
                          <a:sym typeface="+mn-ea"/>
                        </a:rPr>
                        <a:t>【45%】</a:t>
                      </a:r>
                      <a:endParaRPr lang="en-US" altLang="zh-CN" sz="1400" dirty="0">
                        <a:latin typeface="微软雅黑" panose="020B0503020204020204" pitchFamily="34" charset="-122"/>
                        <a:ea typeface="微软雅黑" panose="020B0503020204020204" pitchFamily="34" charset="-122"/>
                        <a:sym typeface="+mn-ea"/>
                      </a:endParaRPr>
                    </a:p>
                    <a:p>
                      <a:pPr marL="171450" indent="-171450">
                        <a:lnSpc>
                          <a:spcPct val="120000"/>
                        </a:lnSpc>
                        <a:buFont typeface="Arial" panose="020B0604020202090204" pitchFamily="34" charset="0"/>
                        <a:buChar char="•"/>
                      </a:pPr>
                      <a:r>
                        <a:rPr lang="zh-CN" altLang="en-US" sz="1400" dirty="0">
                          <a:latin typeface="微软雅黑" panose="020B0503020204020204" pitchFamily="34" charset="-122"/>
                          <a:ea typeface="微软雅黑" panose="020B0503020204020204" pitchFamily="34" charset="-122"/>
                          <a:sym typeface="+mn-ea"/>
                        </a:rPr>
                        <a:t>会员积分数据模块功能清单梳理</a:t>
                      </a:r>
                      <a:r>
                        <a:rPr lang="en-US" altLang="zh-CN" sz="1400" dirty="0">
                          <a:latin typeface="微软雅黑" panose="020B0503020204020204" pitchFamily="34" charset="-122"/>
                          <a:ea typeface="微软雅黑" panose="020B0503020204020204" pitchFamily="34" charset="-122"/>
                          <a:sym typeface="+mn-ea"/>
                        </a:rPr>
                        <a:t>【40%】</a:t>
                      </a:r>
                      <a:endParaRPr lang="en-US" altLang="zh-CN" sz="1400" dirty="0">
                        <a:latin typeface="微软雅黑" panose="020B0503020204020204" pitchFamily="34" charset="-122"/>
                        <a:ea typeface="微软雅黑" panose="020B0503020204020204" pitchFamily="34" charset="-122"/>
                        <a:sym typeface="+mn-ea"/>
                      </a:endParaRPr>
                    </a:p>
                  </a:txBody>
                  <a:tcPr marL="118658" marR="118658" marT="46716" marB="46716" anchor="ctr">
                    <a:lnL w="12700" cmpd="sng">
                      <a:solidFill>
                        <a:sysClr val="window" lastClr="FFFFFF"/>
                      </a:solidFill>
                    </a:lnL>
                    <a:lnR w="9525" cap="flat" cmpd="sng" algn="ctr">
                      <a:solidFill>
                        <a:sysClr val="window" lastClr="FFFFFF">
                          <a:lumMod val="65000"/>
                        </a:sys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rial" panose="020B0604020202090204" pitchFamily="34" charset="0"/>
                        <a:buNone/>
                        <a:defRPr/>
                      </a:pPr>
                      <a:r>
                        <a:rPr lang="en-GB" altLang="zh-CN" sz="1200" b="1" dirty="0">
                          <a:solidFill>
                            <a:srgbClr val="00338D"/>
                          </a:solidFill>
                          <a:latin typeface="微软雅黑" panose="020B0503020204020204" pitchFamily="34" charset="-122"/>
                          <a:ea typeface="微软雅黑" panose="020B0503020204020204" pitchFamily="34" charset="-122"/>
                          <a:sym typeface="+mn-ea"/>
                        </a:rPr>
                        <a:t>~</a:t>
                      </a:r>
                      <a:r>
                        <a:rPr lang="en-US" altLang="zh-CN" sz="1200" b="1" dirty="0">
                          <a:solidFill>
                            <a:srgbClr val="00659B"/>
                          </a:solidFill>
                          <a:latin typeface="微软雅黑" panose="020B0503020204020204" pitchFamily="34" charset="-122"/>
                          <a:ea typeface="微软雅黑" panose="020B0503020204020204" pitchFamily="34" charset="-122"/>
                          <a:sym typeface="+mn-ea"/>
                        </a:rPr>
                        <a:t>100%</a:t>
                      </a:r>
                      <a:endParaRPr lang="en-GB" altLang="zh-CN" sz="1200" b="1" kern="1200" dirty="0">
                        <a:solidFill>
                          <a:srgbClr val="00659B"/>
                        </a:solidFill>
                        <a:latin typeface="微软雅黑" panose="020B0503020204020204" pitchFamily="34" charset="-122"/>
                        <a:ea typeface="微软雅黑" panose="020B0503020204020204" pitchFamily="34" charset="-122"/>
                        <a:cs typeface="+mn-cs"/>
                      </a:endParaRPr>
                    </a:p>
                  </a:txBody>
                  <a:tcPr marL="118658" marR="118658" marT="46716" marB="46716" anchor="ctr">
                    <a:lnL w="9525" cap="flat" cmpd="sng" algn="ctr">
                      <a:solidFill>
                        <a:sysClr val="window" lastClr="FFFFFF">
                          <a:lumMod val="65000"/>
                        </a:sysClr>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171450" marR="0" lvl="0" indent="-171450" algn="l" defTabSz="914400" rtl="0" eaLnBrk="1" fontAlgn="auto" latinLnBrk="0" hangingPunct="1">
                        <a:lnSpc>
                          <a:spcPct val="120000"/>
                        </a:lnSpc>
                        <a:spcBef>
                          <a:spcPts val="0"/>
                        </a:spcBef>
                        <a:spcAft>
                          <a:spcPts val="0"/>
                        </a:spcAft>
                        <a:buClrTx/>
                        <a:buSzTx/>
                        <a:buFont typeface="Arial" panose="020B0604020202090204" pitchFamily="34" charset="0"/>
                        <a:buChar char="•"/>
                        <a:defRPr/>
                      </a:pPr>
                      <a:r>
                        <a:rPr lang="zh-CN" altLang="en-GB" sz="1400" dirty="0">
                          <a:latin typeface="微软雅黑" panose="020B0503020204020204" pitchFamily="34" charset="-122"/>
                          <a:ea typeface="微软雅黑" panose="020B0503020204020204" pitchFamily="34" charset="-122"/>
                          <a:sym typeface="+mn-ea"/>
                        </a:rPr>
                        <a:t>完成三大模块需求清单梳理</a:t>
                      </a:r>
                      <a:endParaRPr lang="zh-CN" altLang="en-GB" sz="1400" dirty="0">
                        <a:latin typeface="微软雅黑" panose="020B0503020204020204" pitchFamily="34" charset="-122"/>
                        <a:ea typeface="微软雅黑" panose="020B0503020204020204" pitchFamily="34" charset="-122"/>
                        <a:sym typeface="+mn-ea"/>
                      </a:endParaRPr>
                    </a:p>
                    <a:p>
                      <a:pPr marL="171450" marR="0" lvl="0" indent="-171450" algn="l" defTabSz="914400" rtl="0" eaLnBrk="1" fontAlgn="auto" latinLnBrk="0" hangingPunct="1">
                        <a:lnSpc>
                          <a:spcPct val="120000"/>
                        </a:lnSpc>
                        <a:spcBef>
                          <a:spcPts val="0"/>
                        </a:spcBef>
                        <a:spcAft>
                          <a:spcPts val="0"/>
                        </a:spcAft>
                        <a:buClrTx/>
                        <a:buSzTx/>
                        <a:buFont typeface="Arial" panose="020B0604020202090204" pitchFamily="34" charset="0"/>
                        <a:buChar char="•"/>
                        <a:defRPr/>
                      </a:pPr>
                      <a:r>
                        <a:rPr lang="zh-CN" altLang="en-GB" sz="1400" b="0" dirty="0">
                          <a:solidFill>
                            <a:schemeClr val="tx1"/>
                          </a:solidFill>
                          <a:latin typeface="微软雅黑" panose="020B0503020204020204" pitchFamily="34" charset="-122"/>
                          <a:ea typeface="微软雅黑" panose="020B0503020204020204" pitchFamily="34" charset="-122"/>
                        </a:rPr>
                        <a:t>完成待确定</a:t>
                      </a:r>
                      <a:r>
                        <a:rPr lang="en-US" altLang="zh-CN" sz="1400" b="0" dirty="0">
                          <a:solidFill>
                            <a:schemeClr val="tx1"/>
                          </a:solidFill>
                          <a:latin typeface="微软雅黑" panose="020B0503020204020204" pitchFamily="34" charset="-122"/>
                          <a:ea typeface="微软雅黑" panose="020B0503020204020204" pitchFamily="34" charset="-122"/>
                        </a:rPr>
                        <a:t>、</a:t>
                      </a:r>
                      <a:r>
                        <a:rPr lang="zh-CN" altLang="en-US" sz="1400" b="0" dirty="0">
                          <a:solidFill>
                            <a:schemeClr val="tx1"/>
                          </a:solidFill>
                          <a:latin typeface="微软雅黑" panose="020B0503020204020204" pitchFamily="34" charset="-122"/>
                          <a:ea typeface="微软雅黑" panose="020B0503020204020204" pitchFamily="34" charset="-122"/>
                        </a:rPr>
                        <a:t>决策事项清单梳理</a:t>
                      </a:r>
                      <a:endParaRPr lang="zh-CN" altLang="en-US" sz="1400" b="0" dirty="0">
                        <a:solidFill>
                          <a:schemeClr val="tx1"/>
                        </a:solidFill>
                        <a:latin typeface="微软雅黑" panose="020B0503020204020204" pitchFamily="34" charset="-122"/>
                        <a:ea typeface="微软雅黑" panose="020B0503020204020204" pitchFamily="34" charset="-122"/>
                      </a:endParaRPr>
                    </a:p>
                    <a:p>
                      <a:pPr marL="171450" marR="0" lvl="0" indent="-171450" algn="l" defTabSz="914400" rtl="0" eaLnBrk="1" fontAlgn="auto" latinLnBrk="0" hangingPunct="1">
                        <a:lnSpc>
                          <a:spcPct val="120000"/>
                        </a:lnSpc>
                        <a:spcBef>
                          <a:spcPts val="0"/>
                        </a:spcBef>
                        <a:spcAft>
                          <a:spcPts val="0"/>
                        </a:spcAft>
                        <a:buClrTx/>
                        <a:buSzTx/>
                        <a:buFont typeface="Arial" panose="020B0604020202090204" pitchFamily="34" charset="0"/>
                        <a:buChar char="•"/>
                        <a:defRPr/>
                      </a:pPr>
                      <a:r>
                        <a:rPr lang="zh-CN" altLang="en-US" sz="1400" b="0" dirty="0">
                          <a:solidFill>
                            <a:schemeClr val="tx1"/>
                          </a:solidFill>
                          <a:latin typeface="微软雅黑" panose="020B0503020204020204" pitchFamily="34" charset="-122"/>
                          <a:ea typeface="微软雅黑" panose="020B0503020204020204" pitchFamily="34" charset="-122"/>
                        </a:rPr>
                        <a:t>和业务部门确认功能清单</a:t>
                      </a:r>
                      <a:endParaRPr lang="zh-CN" altLang="en-US" sz="1400" b="0" dirty="0">
                        <a:solidFill>
                          <a:schemeClr val="tx1"/>
                        </a:solidFill>
                        <a:latin typeface="微软雅黑" panose="020B0503020204020204" pitchFamily="34" charset="-122"/>
                        <a:ea typeface="微软雅黑" panose="020B0503020204020204" pitchFamily="34" charset="-122"/>
                      </a:endParaRPr>
                    </a:p>
                  </a:txBody>
                  <a:tcPr marL="118658" marR="118658" marT="46716" marB="46716"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r>
              <a:tr h="563880">
                <a:tc vMerge="1">
                  <a:tcPr/>
                </a:tc>
                <a:tc vMerge="1">
                  <a:tcPr marL="118658" marR="118658" marT="46716" marB="46716" anchor="ctr">
                    <a:lnL w="12700" cmpd="sng">
                      <a:solidFill>
                        <a:sysClr val="window" lastClr="FFFFFF"/>
                      </a:solidFill>
                    </a:lnL>
                    <a:lnR w="9525" cap="flat" cmpd="sng" algn="ctr">
                      <a:solidFill>
                        <a:sysClr val="window" lastClr="FFFFFF">
                          <a:lumMod val="65000"/>
                        </a:sys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F0F7"/>
                    </a:solidFill>
                  </a:tcPr>
                </a:tc>
                <a:tc>
                  <a:txBody>
                    <a:bodyPr/>
                    <a:lstStyle/>
                    <a:p>
                      <a:pPr algn="ctr">
                        <a:lnSpc>
                          <a:spcPct val="120000"/>
                        </a:lnSpc>
                        <a:buNone/>
                      </a:pPr>
                      <a:r>
                        <a:rPr lang="zh-CN" altLang="zh-TW" sz="1400" b="1" noProof="0" dirty="0">
                          <a:solidFill>
                            <a:schemeClr val="dk1"/>
                          </a:solidFill>
                          <a:latin typeface="微软雅黑" panose="020B0503020204020204" pitchFamily="34" charset="-122"/>
                          <a:ea typeface="微软雅黑" panose="020B0503020204020204" pitchFamily="34" charset="-122"/>
                          <a:sym typeface="+mn-ea"/>
                        </a:rPr>
                        <a:t>架构图</a:t>
                      </a:r>
                      <a:endParaRPr lang="zh-CN" altLang="zh-TW" sz="1400" b="1" noProof="0" dirty="0">
                        <a:solidFill>
                          <a:schemeClr val="dk1"/>
                        </a:solidFill>
                        <a:latin typeface="微软雅黑" panose="020B0503020204020204" pitchFamily="34" charset="-122"/>
                        <a:ea typeface="微软雅黑" panose="020B0503020204020204" pitchFamily="34" charset="-122"/>
                        <a:sym typeface="+mn-ea"/>
                      </a:endParaRPr>
                    </a:p>
                  </a:txBody>
                  <a:tcPr marL="118658" marR="118658" marT="46716" marB="46716"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F0F7"/>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rial" panose="020B0604020202090204" pitchFamily="34" charset="0"/>
                        <a:buNone/>
                        <a:defRPr/>
                      </a:pPr>
                      <a:r>
                        <a:rPr lang="en-US" sz="1200" b="1" dirty="0">
                          <a:solidFill>
                            <a:schemeClr val="bg1">
                              <a:lumMod val="50000"/>
                            </a:schemeClr>
                          </a:solidFill>
                          <a:latin typeface="微软雅黑" panose="020B0503020204020204" pitchFamily="34" charset="-122"/>
                          <a:ea typeface="微软雅黑" panose="020B0503020204020204" pitchFamily="34" charset="-122"/>
                          <a:sym typeface="+mn-ea"/>
                        </a:rPr>
                        <a:t>0%</a:t>
                      </a:r>
                      <a:r>
                        <a:rPr lang="zh-CN" altLang="en-US" sz="1200" b="1" dirty="0">
                          <a:solidFill>
                            <a:srgbClr val="00338D"/>
                          </a:solidFill>
                          <a:latin typeface="微软雅黑" panose="020B0503020204020204" pitchFamily="34" charset="-122"/>
                          <a:ea typeface="微软雅黑" panose="020B0503020204020204" pitchFamily="34" charset="-122"/>
                          <a:sym typeface="+mn-ea"/>
                        </a:rPr>
                        <a:t>→</a:t>
                      </a:r>
                      <a:r>
                        <a:rPr lang="en-US" altLang="zh-CN" sz="1200" b="1" dirty="0">
                          <a:solidFill>
                            <a:srgbClr val="00338D"/>
                          </a:solidFill>
                          <a:latin typeface="微软雅黑" panose="020B0503020204020204" pitchFamily="34" charset="-122"/>
                          <a:ea typeface="微软雅黑" panose="020B0503020204020204" pitchFamily="34" charset="-122"/>
                          <a:sym typeface="+mn-ea"/>
                        </a:rPr>
                        <a:t>8</a:t>
                      </a:r>
                      <a:r>
                        <a:rPr lang="en-US" sz="1200" b="1" dirty="0">
                          <a:solidFill>
                            <a:srgbClr val="00659B"/>
                          </a:solidFill>
                          <a:latin typeface="微软雅黑" panose="020B0503020204020204" pitchFamily="34" charset="-122"/>
                          <a:ea typeface="微软雅黑" panose="020B0503020204020204" pitchFamily="34" charset="-122"/>
                          <a:sym typeface="+mn-ea"/>
                        </a:rPr>
                        <a:t>0%</a:t>
                      </a:r>
                      <a:endParaRPr lang="en-GB" altLang="en-US" sz="1200" b="1" kern="1200" dirty="0">
                        <a:solidFill>
                          <a:srgbClr val="00659B"/>
                        </a:solidFill>
                        <a:latin typeface="微软雅黑" panose="020B0503020204020204" pitchFamily="34" charset="-122"/>
                        <a:ea typeface="微软雅黑" panose="020B0503020204020204" pitchFamily="34" charset="-122"/>
                        <a:cs typeface="+mn-cs"/>
                      </a:endParaRPr>
                    </a:p>
                  </a:txBody>
                  <a:tcPr marL="118658" marR="46716" marT="46716" marB="46716" anchor="ctr">
                    <a:lnL w="9525" cap="flat" cmpd="sng" algn="ctr">
                      <a:solidFill>
                        <a:sysClr val="window" lastClr="FFFFFF">
                          <a:lumMod val="65000"/>
                        </a:sysClr>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171450" indent="-171450">
                        <a:lnSpc>
                          <a:spcPct val="120000"/>
                        </a:lnSpc>
                        <a:buFont typeface="Arial" panose="020B0604020202090204" pitchFamily="34" charset="0"/>
                        <a:buChar char="•"/>
                      </a:pPr>
                      <a:r>
                        <a:rPr lang="zh-CN" altLang="en-US" sz="1400" dirty="0">
                          <a:solidFill>
                            <a:schemeClr val="tx1"/>
                          </a:solidFill>
                          <a:latin typeface="微软雅黑" panose="020B0503020204020204" pitchFamily="34" charset="-122"/>
                          <a:ea typeface="微软雅黑" panose="020B0503020204020204" pitchFamily="34" charset="-122"/>
                        </a:rPr>
                        <a:t>三大模块业务架构图、技术架构图</a:t>
                      </a:r>
                      <a:endParaRPr lang="zh-CN" altLang="en-US" sz="1400" dirty="0">
                        <a:solidFill>
                          <a:schemeClr val="tx1"/>
                        </a:solidFill>
                        <a:latin typeface="微软雅黑" panose="020B0503020204020204" pitchFamily="34" charset="-122"/>
                        <a:ea typeface="微软雅黑" panose="020B0503020204020204" pitchFamily="34" charset="-122"/>
                      </a:endParaRPr>
                    </a:p>
                  </a:txBody>
                  <a:tcPr marL="118658" marR="118658" marT="46716" marB="46716" anchor="ctr">
                    <a:lnL w="12700" cmpd="sng">
                      <a:solidFill>
                        <a:sysClr val="window" lastClr="FFFFFF"/>
                      </a:solidFill>
                    </a:lnL>
                    <a:lnR w="9525" cap="flat" cmpd="sng" algn="ctr">
                      <a:solidFill>
                        <a:sysClr val="window" lastClr="FFFFFF">
                          <a:lumMod val="65000"/>
                        </a:sys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rial" panose="020B0604020202090204" pitchFamily="34" charset="0"/>
                        <a:buNone/>
                        <a:defRPr/>
                      </a:pPr>
                      <a:r>
                        <a:rPr lang="en-GB" altLang="zh-CN" sz="1200" b="1" dirty="0">
                          <a:solidFill>
                            <a:srgbClr val="00659B"/>
                          </a:solidFill>
                          <a:latin typeface="微软雅黑" panose="020B0503020204020204" pitchFamily="34" charset="-122"/>
                          <a:ea typeface="微软雅黑" panose="020B0503020204020204" pitchFamily="34" charset="-122"/>
                          <a:sym typeface="+mn-ea"/>
                        </a:rPr>
                        <a:t>~</a:t>
                      </a:r>
                      <a:r>
                        <a:rPr lang="en-US" altLang="en-GB" sz="1200" b="1" dirty="0">
                          <a:solidFill>
                            <a:srgbClr val="00659B"/>
                          </a:solidFill>
                          <a:latin typeface="微软雅黑" panose="020B0503020204020204" pitchFamily="34" charset="-122"/>
                          <a:ea typeface="微软雅黑" panose="020B0503020204020204" pitchFamily="34" charset="-122"/>
                          <a:sym typeface="+mn-ea"/>
                        </a:rPr>
                        <a:t>100%</a:t>
                      </a:r>
                      <a:endParaRPr lang="en-GB" altLang="zh-CN" sz="1200" b="1" kern="1200" dirty="0">
                        <a:solidFill>
                          <a:srgbClr val="00659B"/>
                        </a:solidFill>
                        <a:latin typeface="微软雅黑" panose="020B0503020204020204" pitchFamily="34" charset="-122"/>
                        <a:ea typeface="微软雅黑" panose="020B0503020204020204" pitchFamily="34" charset="-122"/>
                        <a:cs typeface="+mn-cs"/>
                      </a:endParaRPr>
                    </a:p>
                  </a:txBody>
                  <a:tcPr marL="118658" marR="118658" marT="46716" marB="46716" anchor="ctr">
                    <a:lnL w="9525" cap="flat" cmpd="sng" algn="ctr">
                      <a:solidFill>
                        <a:sysClr val="window" lastClr="FFFFFF">
                          <a:lumMod val="65000"/>
                        </a:sysClr>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171450" marR="0" lvl="0" indent="-171450" algn="l" defTabSz="914400" rtl="0" eaLnBrk="1" fontAlgn="auto" latinLnBrk="0" hangingPunct="1">
                        <a:lnSpc>
                          <a:spcPct val="120000"/>
                        </a:lnSpc>
                        <a:spcBef>
                          <a:spcPts val="0"/>
                        </a:spcBef>
                        <a:spcAft>
                          <a:spcPts val="0"/>
                        </a:spcAft>
                        <a:buClrTx/>
                        <a:buSzTx/>
                        <a:buFont typeface="Arial" panose="020B0604020202090204" pitchFamily="34" charset="0"/>
                        <a:buChar char="•"/>
                        <a:defRPr/>
                      </a:pPr>
                      <a:r>
                        <a:rPr lang="zh-CN" altLang="en-US" sz="1400">
                          <a:effectLst/>
                          <a:latin typeface="微软雅黑" panose="020B0503020204020204" pitchFamily="34" charset="-122"/>
                          <a:ea typeface="微软雅黑" panose="020B0503020204020204" pitchFamily="34" charset="-122"/>
                          <a:sym typeface="+mn-ea"/>
                        </a:rPr>
                        <a:t>根据功能清单完善架构图</a:t>
                      </a:r>
                      <a:endParaRPr lang="zh-CN" altLang="en-US" sz="1400">
                        <a:effectLst/>
                        <a:latin typeface="微软雅黑" panose="020B0503020204020204" pitchFamily="34" charset="-122"/>
                        <a:ea typeface="微软雅黑" panose="020B0503020204020204" pitchFamily="34" charset="-122"/>
                        <a:sym typeface="+mn-ea"/>
                      </a:endParaRPr>
                    </a:p>
                  </a:txBody>
                  <a:tcPr marL="118658" marR="118658" marT="46716" marB="46716"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r>
              <a:tr h="513080">
                <a:tc vMerge="1">
                  <a:tcPr/>
                </a:tc>
                <a:tc vMerge="1">
                  <a:tcPr marL="118658" marR="118658" marT="46716" marB="46716"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F0F7"/>
                    </a:solidFill>
                  </a:tcPr>
                </a:tc>
                <a:tc>
                  <a:txBody>
                    <a:bodyPr/>
                    <a:lstStyle/>
                    <a:p>
                      <a:pPr algn="ctr">
                        <a:lnSpc>
                          <a:spcPct val="120000"/>
                        </a:lnSpc>
                        <a:buNone/>
                      </a:pPr>
                      <a:r>
                        <a:rPr lang="zh-CN" altLang="zh-TW" sz="1400" b="1" kern="1200" noProof="0" dirty="0">
                          <a:solidFill>
                            <a:schemeClr val="dk1"/>
                          </a:solidFill>
                          <a:latin typeface="微软雅黑" panose="020B0503020204020204" pitchFamily="34" charset="-122"/>
                          <a:ea typeface="微软雅黑" panose="020B0503020204020204" pitchFamily="34" charset="-122"/>
                          <a:cs typeface="+mn-cs"/>
                          <a:sym typeface="+mn-ea"/>
                        </a:rPr>
                        <a:t>流程图</a:t>
                      </a:r>
                      <a:endParaRPr lang="zh-CN" altLang="zh-TW" sz="1400" b="1" kern="1200" noProof="0" dirty="0">
                        <a:solidFill>
                          <a:schemeClr val="dk1"/>
                        </a:solidFill>
                        <a:latin typeface="微软雅黑" panose="020B0503020204020204" pitchFamily="34" charset="-122"/>
                        <a:ea typeface="微软雅黑" panose="020B0503020204020204" pitchFamily="34" charset="-122"/>
                        <a:cs typeface="+mn-cs"/>
                        <a:sym typeface="+mn-ea"/>
                      </a:endParaRPr>
                    </a:p>
                  </a:txBody>
                  <a:tcPr marL="118658" marR="118658" marT="46716" marB="46716" anchor="ctr">
                    <a:lnL w="9525" cap="flat" cmpd="sng" algn="ctr">
                      <a:solidFill>
                        <a:sysClr val="window" lastClr="FFFFFF">
                          <a:lumMod val="65000"/>
                        </a:sysClr>
                      </a:solidFill>
                      <a:prstDash val="solid"/>
                      <a:round/>
                      <a:headEnd type="none" w="med" len="med"/>
                      <a:tailEnd type="none" w="med" len="med"/>
                    </a:lnL>
                    <a:lnR w="9525" cap="flat" cmpd="sng" algn="ctr">
                      <a:solidFill>
                        <a:sysClr val="window" lastClr="FFFFFF">
                          <a:lumMod val="65000"/>
                        </a:sys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7F0F7"/>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rial" panose="020B0604020202090204" pitchFamily="34" charset="0"/>
                        <a:buNone/>
                        <a:defRPr/>
                      </a:pPr>
                      <a:r>
                        <a:rPr lang="en-US" sz="1200" b="1" dirty="0">
                          <a:solidFill>
                            <a:schemeClr val="bg1">
                              <a:lumMod val="50000"/>
                            </a:schemeClr>
                          </a:solidFill>
                          <a:latin typeface="微软雅黑" panose="020B0503020204020204" pitchFamily="34" charset="-122"/>
                          <a:ea typeface="微软雅黑" panose="020B0503020204020204" pitchFamily="34" charset="-122"/>
                          <a:sym typeface="+mn-ea"/>
                        </a:rPr>
                        <a:t>0%</a:t>
                      </a:r>
                      <a:endParaRPr lang="en-US" sz="1200" b="1" kern="1200" dirty="0">
                        <a:solidFill>
                          <a:schemeClr val="bg1">
                            <a:lumMod val="50000"/>
                          </a:schemeClr>
                        </a:solidFill>
                        <a:latin typeface="微软雅黑" panose="020B0503020204020204" pitchFamily="34" charset="-122"/>
                        <a:ea typeface="微软雅黑" panose="020B0503020204020204" pitchFamily="34" charset="-122"/>
                        <a:cs typeface="+mn-cs"/>
                      </a:endParaRPr>
                    </a:p>
                  </a:txBody>
                  <a:tcPr marL="118658" marR="46716" marT="46716" marB="46716" anchor="ctr">
                    <a:lnL w="9525" cap="flat" cmpd="sng" algn="ctr">
                      <a:solidFill>
                        <a:sysClr val="window" lastClr="FFFFFF">
                          <a:lumMod val="65000"/>
                        </a:sysClr>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indent="0">
                        <a:lnSpc>
                          <a:spcPct val="120000"/>
                        </a:lnSpc>
                        <a:buFont typeface="Arial" panose="020B0604020202090204" pitchFamily="34" charset="0"/>
                        <a:buNone/>
                      </a:pPr>
                      <a:endParaRPr lang="zh-CN" altLang="en-US" sz="1400" dirty="0">
                        <a:solidFill>
                          <a:schemeClr val="tx1"/>
                        </a:solidFill>
                        <a:latin typeface="微软雅黑" panose="020B0503020204020204" pitchFamily="34" charset="-122"/>
                        <a:ea typeface="微软雅黑" panose="020B0503020204020204" pitchFamily="34" charset="-122"/>
                      </a:endParaRPr>
                    </a:p>
                  </a:txBody>
                  <a:tcPr marL="118658" marR="118658" marT="46716" marB="46716" anchor="ctr">
                    <a:lnL w="12700" cmpd="sng">
                      <a:solidFill>
                        <a:sysClr val="window" lastClr="FFFFFF"/>
                      </a:solidFill>
                    </a:lnL>
                    <a:lnR w="9525" cap="flat" cmpd="sng" algn="ctr">
                      <a:solidFill>
                        <a:sysClr val="window" lastClr="FFFFFF">
                          <a:lumMod val="65000"/>
                        </a:sysClr>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0" marR="0" lvl="0" indent="0" algn="l" defTabSz="914400" rtl="0" eaLnBrk="1" fontAlgn="auto" latinLnBrk="0" hangingPunct="1">
                        <a:lnSpc>
                          <a:spcPct val="120000"/>
                        </a:lnSpc>
                        <a:spcBef>
                          <a:spcPts val="0"/>
                        </a:spcBef>
                        <a:spcAft>
                          <a:spcPts val="0"/>
                        </a:spcAft>
                        <a:buClrTx/>
                        <a:buSzTx/>
                        <a:buFont typeface="Arial" panose="020B0604020202090204" pitchFamily="34" charset="0"/>
                        <a:buNone/>
                        <a:defRPr/>
                      </a:pPr>
                      <a:r>
                        <a:rPr lang="en-GB" altLang="zh-CN" sz="1200" b="1" dirty="0">
                          <a:solidFill>
                            <a:srgbClr val="00659B"/>
                          </a:solidFill>
                          <a:latin typeface="微软雅黑" panose="020B0503020204020204" pitchFamily="34" charset="-122"/>
                          <a:ea typeface="微软雅黑" panose="020B0503020204020204" pitchFamily="34" charset="-122"/>
                          <a:sym typeface="+mn-ea"/>
                        </a:rPr>
                        <a:t>~</a:t>
                      </a:r>
                      <a:r>
                        <a:rPr lang="en-US" altLang="en-GB" sz="1200" b="1" dirty="0">
                          <a:solidFill>
                            <a:srgbClr val="00659B"/>
                          </a:solidFill>
                          <a:latin typeface="微软雅黑" panose="020B0503020204020204" pitchFamily="34" charset="-122"/>
                          <a:ea typeface="微软雅黑" panose="020B0503020204020204" pitchFamily="34" charset="-122"/>
                          <a:sym typeface="+mn-ea"/>
                        </a:rPr>
                        <a:t>50</a:t>
                      </a:r>
                      <a:r>
                        <a:rPr lang="en-US" altLang="en-GB" sz="1200" b="1" kern="1200" dirty="0">
                          <a:solidFill>
                            <a:srgbClr val="00659B"/>
                          </a:solidFill>
                          <a:latin typeface="微软雅黑" panose="020B0503020204020204" pitchFamily="34" charset="-122"/>
                          <a:ea typeface="微软雅黑" panose="020B0503020204020204" pitchFamily="34" charset="-122"/>
                          <a:cs typeface="+mn-cs"/>
                        </a:rPr>
                        <a:t>%</a:t>
                      </a:r>
                      <a:endParaRPr lang="en-US" altLang="en-GB" sz="1200" b="1" kern="1200" dirty="0">
                        <a:solidFill>
                          <a:srgbClr val="00659B"/>
                        </a:solidFill>
                        <a:latin typeface="微软雅黑" panose="020B0503020204020204" pitchFamily="34" charset="-122"/>
                        <a:ea typeface="微软雅黑" panose="020B0503020204020204" pitchFamily="34" charset="-122"/>
                        <a:cs typeface="+mn-cs"/>
                      </a:endParaRPr>
                    </a:p>
                  </a:txBody>
                  <a:tcPr marL="118658" marR="118658" marT="46716" marB="46716" anchor="ctr">
                    <a:lnL w="9525" cap="flat" cmpd="sng" algn="ctr">
                      <a:solidFill>
                        <a:sysClr val="window" lastClr="FFFFFF">
                          <a:lumMod val="65000"/>
                        </a:sysClr>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c>
                  <a:txBody>
                    <a:bodyPr/>
                    <a:lstStyle/>
                    <a:p>
                      <a:pPr marL="171450" marR="0" lvl="0" indent="-171450" algn="l" defTabSz="914400" rtl="0" eaLnBrk="1" fontAlgn="auto" latinLnBrk="0" hangingPunct="1">
                        <a:lnSpc>
                          <a:spcPct val="120000"/>
                        </a:lnSpc>
                        <a:spcBef>
                          <a:spcPts val="0"/>
                        </a:spcBef>
                        <a:spcAft>
                          <a:spcPts val="0"/>
                        </a:spcAft>
                        <a:buClrTx/>
                        <a:buSzTx/>
                        <a:buFont typeface="Arial" panose="020B0604020202090204" pitchFamily="34" charset="0"/>
                        <a:buChar char="•"/>
                        <a:defRPr/>
                      </a:pPr>
                      <a:r>
                        <a:rPr lang="zh-CN" altLang="en-GB" sz="1400" b="0" dirty="0">
                          <a:solidFill>
                            <a:schemeClr val="tx1"/>
                          </a:solidFill>
                          <a:latin typeface="微软雅黑" panose="020B0503020204020204" pitchFamily="34" charset="-122"/>
                          <a:ea typeface="微软雅黑" panose="020B0503020204020204" pitchFamily="34" charset="-122"/>
                        </a:rPr>
                        <a:t>核心业务流程图输出</a:t>
                      </a:r>
                      <a:endParaRPr lang="zh-CN" altLang="en-GB" sz="1400" b="0" dirty="0">
                        <a:solidFill>
                          <a:schemeClr val="tx1"/>
                        </a:solidFill>
                        <a:latin typeface="微软雅黑" panose="020B0503020204020204" pitchFamily="34" charset="-122"/>
                        <a:ea typeface="微软雅黑" panose="020B0503020204020204" pitchFamily="34" charset="-122"/>
                      </a:endParaRPr>
                    </a:p>
                  </a:txBody>
                  <a:tcPr marL="118658" marR="118658" marT="46716" marB="46716"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ysClr val="window" lastClr="FFFFFF">
                        <a:lumMod val="95000"/>
                      </a:sysClr>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159754"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rPr>
              <a:t>功能清单梳理</a:t>
            </a:r>
            <a:endParaRPr kumimoji="0" lang="zh-CN" altLang="en-US"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pic>
        <p:nvPicPr>
          <p:cNvPr id="3" name="图片 2"/>
          <p:cNvPicPr>
            <a:picLocks noChangeAspect="1"/>
          </p:cNvPicPr>
          <p:nvPr/>
        </p:nvPicPr>
        <p:blipFill>
          <a:blip r:embed="rId1"/>
          <a:stretch>
            <a:fillRect/>
          </a:stretch>
        </p:blipFill>
        <p:spPr>
          <a:xfrm>
            <a:off x="0" y="922655"/>
            <a:ext cx="12192000" cy="57912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1"/>
          <p:cNvSpPr txBox="1"/>
          <p:nvPr/>
        </p:nvSpPr>
        <p:spPr>
          <a:xfrm>
            <a:off x="1016123" y="451575"/>
            <a:ext cx="10651158" cy="519976"/>
          </a:xfrm>
          <a:prstGeom prst="rect">
            <a:avLst/>
          </a:prstGeom>
        </p:spPr>
        <p:txBody>
          <a:bodyPr vert="horz" lIns="0" tIns="0" rIns="0" bIns="0" rtlCol="0" anchor="t" anchorCtr="0">
            <a:noAutofit/>
          </a:bodyPr>
          <a:lstStyle>
            <a:lvl1pPr algn="l" defTabSz="914400" rtl="0" eaLnBrk="1" latinLnBrk="0" hangingPunct="1">
              <a:lnSpc>
                <a:spcPct val="100000"/>
              </a:lnSpc>
              <a:spcBef>
                <a:spcPct val="0"/>
              </a:spcBef>
              <a:buNone/>
              <a:defRPr sz="2400" b="1" kern="1200">
                <a:solidFill>
                  <a:schemeClr val="tx2"/>
                </a:solidFill>
                <a:latin typeface="微软雅黑" panose="020B0503020204020204" pitchFamily="34" charset="-122"/>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defRPr/>
            </a:pPr>
            <a:r>
              <a:rPr kumimoji="0" lang="en-US" sz="2400" b="1" i="0" u="none" strike="noStrike" kern="1200" cap="none" spc="0" normalizeH="0" baseline="0" noProof="0">
                <a:ln>
                  <a:noFill/>
                </a:ln>
                <a:solidFill>
                  <a:srgbClr val="00338D"/>
                </a:solidFill>
                <a:effectLst/>
                <a:uLnTx/>
                <a:uFillTx/>
                <a:latin typeface="微软雅黑" panose="020B0503020204020204" pitchFamily="34" charset="-122"/>
                <a:ea typeface="+mj-ea"/>
                <a:cs typeface="+mj-cs"/>
              </a:rPr>
              <a:t>待领导协助事项</a:t>
            </a:r>
            <a:endParaRPr kumimoji="0" lang="en-GB" sz="2400" b="1" i="0" u="none" strike="noStrike" kern="1200" cap="none" spc="0" normalizeH="0" baseline="0" noProof="0" dirty="0">
              <a:ln>
                <a:noFill/>
              </a:ln>
              <a:solidFill>
                <a:srgbClr val="00338D"/>
              </a:solidFill>
              <a:effectLst/>
              <a:uLnTx/>
              <a:uFillTx/>
              <a:latin typeface="微软雅黑" panose="020B0503020204020204" pitchFamily="34" charset="-122"/>
              <a:ea typeface="+mj-ea"/>
              <a:cs typeface="+mj-cs"/>
            </a:endParaRPr>
          </a:p>
        </p:txBody>
      </p:sp>
      <p:sp>
        <p:nvSpPr>
          <p:cNvPr id="2" name="文本占位符 2"/>
          <p:cNvSpPr txBox="1"/>
          <p:nvPr/>
        </p:nvSpPr>
        <p:spPr>
          <a:xfrm>
            <a:off x="1016123" y="203863"/>
            <a:ext cx="10159754" cy="169200"/>
          </a:xfrm>
          <a:prstGeom prst="rect">
            <a:avLst/>
          </a:prstGeom>
        </p:spPr>
        <p:txBody>
          <a:bodyPr vert="horz" lIns="0" tIns="0" rIns="0" bIns="0" rtlCol="0" anchor="b" anchorCtr="0">
            <a:noAutofit/>
          </a:bodyPr>
          <a:lstStyle>
            <a:lvl1pPr marL="0" indent="0" algn="l" defTabSz="914400" rtl="0" eaLnBrk="1" latinLnBrk="0" hangingPunct="1">
              <a:lnSpc>
                <a:spcPct val="100000"/>
              </a:lnSpc>
              <a:spcBef>
                <a:spcPts val="0"/>
              </a:spcBef>
              <a:spcAft>
                <a:spcPts val="0"/>
              </a:spcAft>
              <a:buFontTx/>
              <a:buNone/>
              <a:defRPr sz="1200" b="1" kern="1200">
                <a:solidFill>
                  <a:schemeClr val="tx2"/>
                </a:solidFill>
                <a:latin typeface="微软雅黑" panose="020B0503020204020204" pitchFamily="34" charset="-122"/>
                <a:ea typeface="+mn-ea"/>
                <a:cs typeface="+mn-cs"/>
              </a:defRPr>
            </a:lvl1pPr>
            <a:lvl2pPr marL="0" indent="0" algn="l" defTabSz="914400" rtl="0" eaLnBrk="1" latinLnBrk="0" hangingPunct="1">
              <a:lnSpc>
                <a:spcPct val="100000"/>
              </a:lnSpc>
              <a:spcBef>
                <a:spcPts val="0"/>
              </a:spcBef>
              <a:spcAft>
                <a:spcPts val="600"/>
              </a:spcAft>
              <a:buFontTx/>
              <a:buNone/>
              <a:defRPr sz="1000" kern="1200">
                <a:solidFill>
                  <a:schemeClr val="tx2"/>
                </a:solidFill>
                <a:latin typeface="微软雅黑" panose="020B0503020204020204" pitchFamily="34" charset="-122"/>
                <a:ea typeface="+mn-ea"/>
                <a:cs typeface="+mn-cs"/>
              </a:defRPr>
            </a:lvl2pPr>
            <a:lvl3pPr marL="21590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3pPr>
            <a:lvl4pPr marL="36004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4pPr>
            <a:lvl5pPr marL="575945"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baseline="0">
                <a:solidFill>
                  <a:schemeClr val="tx2"/>
                </a:solidFill>
                <a:latin typeface="微软雅黑" panose="020B0503020204020204" pitchFamily="34" charset="-122"/>
                <a:ea typeface="+mn-ea"/>
                <a:cs typeface="+mn-cs"/>
              </a:defRPr>
            </a:lvl5pPr>
            <a:lvl6pPr marL="720090"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6pPr>
            <a:lvl7pPr marL="935990" indent="-215900"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7pPr>
            <a:lvl8pPr marL="1080135" indent="-144145" algn="l" defTabSz="914400" rtl="0" eaLnBrk="1" latinLnBrk="0" hangingPunct="1">
              <a:lnSpc>
                <a:spcPct val="100000"/>
              </a:lnSpc>
              <a:spcBef>
                <a:spcPts val="0"/>
              </a:spcBef>
              <a:spcAft>
                <a:spcPts val="600"/>
              </a:spcAft>
              <a:buClr>
                <a:schemeClr val="tx2"/>
              </a:buClr>
              <a:buFont typeface="Arial" panose="020B0604020202090204" pitchFamily="34" charset="0"/>
              <a:buChar char="-"/>
              <a:defRPr sz="1000" kern="1200">
                <a:solidFill>
                  <a:schemeClr val="tx2"/>
                </a:solidFill>
                <a:latin typeface="微软雅黑" panose="020B0503020204020204" pitchFamily="34" charset="-122"/>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GB" altLang="zh-CN"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01 </a:t>
            </a:r>
            <a:r>
              <a:rPr kumimoji="0" lang="zh-CN" altLang="en-US" sz="1200" b="1" i="0" u="none" strike="noStrike" kern="1200" cap="none" spc="0" normalizeH="0" baseline="0" noProof="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rPr>
              <a:t>团队及节点概览</a:t>
            </a:r>
            <a:endParaRPr kumimoji="0" lang="en-GB" sz="1200" b="1" i="0" u="none" strike="noStrike" kern="1200" cap="none" spc="0" normalizeH="0" baseline="0" noProof="0" dirty="0">
              <a:ln>
                <a:noFill/>
              </a:ln>
              <a:solidFill>
                <a:srgbClr val="00338D"/>
              </a:solidFill>
              <a:effectLst/>
              <a:uLnTx/>
              <a:uFillTx/>
              <a:latin typeface="微软雅黑" panose="020B0503020204020204" pitchFamily="34" charset="-122"/>
              <a:ea typeface="微软雅黑" panose="020B0503020204020204" pitchFamily="34" charset="-122"/>
              <a:cs typeface="+mn-cs"/>
              <a:sym typeface="Georgia" panose="02040502050405090303" pitchFamily="18" charset="0"/>
            </a:endParaRPr>
          </a:p>
        </p:txBody>
      </p:sp>
      <p:graphicFrame>
        <p:nvGraphicFramePr>
          <p:cNvPr id="3" name="Table 2"/>
          <p:cNvGraphicFramePr>
            <a:graphicFrameLocks noGrp="1"/>
          </p:cNvGraphicFramePr>
          <p:nvPr/>
        </p:nvGraphicFramePr>
        <p:xfrm>
          <a:off x="1016123" y="1050063"/>
          <a:ext cx="10292343" cy="2289220"/>
        </p:xfrm>
        <a:graphic>
          <a:graphicData uri="http://schemas.openxmlformats.org/drawingml/2006/table">
            <a:tbl>
              <a:tblPr/>
              <a:tblGrid>
                <a:gridCol w="681520"/>
                <a:gridCol w="1554843"/>
                <a:gridCol w="1701479"/>
                <a:gridCol w="6354501"/>
              </a:tblGrid>
              <a:tr h="252728">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zh-CN" altLang="en-US" sz="1400" b="1" kern="1200">
                          <a:solidFill>
                            <a:schemeClr val="lt1"/>
                          </a:solidFill>
                          <a:latin typeface="Arial" panose="020B0604020202090204"/>
                          <a:ea typeface="微软雅黑"/>
                          <a:cs typeface="+mn-cs"/>
                        </a:rPr>
                        <a:t>序号</a:t>
                      </a:r>
                      <a:endParaRPr lang="zh-CN" altLang="en-US" sz="1400" b="1" kern="1200" dirty="0">
                        <a:solidFill>
                          <a:schemeClr val="lt1"/>
                        </a:solidFill>
                        <a:latin typeface="Arial" panose="020B0604020202090204"/>
                        <a:ea typeface="微软雅黑"/>
                        <a:cs typeface="+mn-cs"/>
                      </a:endParaRPr>
                    </a:p>
                  </a:txBody>
                  <a:tcPr anchor="ctr">
                    <a:lnL>
                      <a:noFill/>
                    </a:lnL>
                    <a:lnR>
                      <a:noFill/>
                    </a:lnR>
                    <a:lnT>
                      <a:noFill/>
                    </a:lnT>
                    <a:lnB>
                      <a:noFill/>
                    </a:lnB>
                    <a:solidFill>
                      <a:srgbClr val="005EB8"/>
                    </a:solidFill>
                  </a:tcPr>
                </a:tc>
                <a:tc>
                  <a:txBody>
                    <a:bodyPr/>
                    <a:lstStyle/>
                    <a:p>
                      <a:pPr algn="ctr"/>
                      <a:r>
                        <a:rPr lang="zh-CN" altLang="en-US" sz="1400" b="1" kern="1200">
                          <a:solidFill>
                            <a:schemeClr val="lt1"/>
                          </a:solidFill>
                          <a:latin typeface="Arial" panose="020B0604020202090204"/>
                          <a:ea typeface="微软雅黑"/>
                          <a:cs typeface="+mn-cs"/>
                        </a:rPr>
                        <a:t>板块</a:t>
                      </a:r>
                      <a:endParaRPr lang="zh-CN" altLang="en-US" sz="1400" b="1" kern="1200" dirty="0">
                        <a:solidFill>
                          <a:schemeClr val="lt1"/>
                        </a:solidFill>
                        <a:latin typeface="Arial" panose="020B0604020202090204"/>
                        <a:ea typeface="微软雅黑"/>
                        <a:cs typeface="+mn-cs"/>
                      </a:endParaRPr>
                    </a:p>
                  </a:txBody>
                  <a:tcPr anchor="ctr">
                    <a:lnL>
                      <a:noFill/>
                    </a:lnL>
                    <a:lnR>
                      <a:noFill/>
                    </a:lnR>
                    <a:lnT>
                      <a:noFill/>
                    </a:lnT>
                    <a:lnB>
                      <a:noFill/>
                    </a:lnB>
                    <a:solidFill>
                      <a:srgbClr val="005EB8"/>
                    </a:solidFill>
                  </a:tcPr>
                </a:tc>
                <a:tc>
                  <a:txBody>
                    <a:bodyPr/>
                    <a:lstStyle>
                      <a:lvl1pPr marL="0" algn="l" defTabSz="843915" rtl="0" eaLnBrk="1" latinLnBrk="0" hangingPunct="1">
                        <a:defRPr sz="1660" b="1" kern="1200">
                          <a:solidFill>
                            <a:schemeClr val="lt1"/>
                          </a:solidFill>
                          <a:latin typeface="Arial" panose="020B0604020202090204"/>
                          <a:ea typeface="微软雅黑"/>
                        </a:defRPr>
                      </a:lvl1pPr>
                      <a:lvl2pPr marL="422275" algn="l" defTabSz="843915" rtl="0" eaLnBrk="1" latinLnBrk="0" hangingPunct="1">
                        <a:defRPr sz="1660" b="1" kern="1200">
                          <a:solidFill>
                            <a:schemeClr val="lt1"/>
                          </a:solidFill>
                          <a:latin typeface="Arial" panose="020B0604020202090204"/>
                          <a:ea typeface="微软雅黑"/>
                        </a:defRPr>
                      </a:lvl2pPr>
                      <a:lvl3pPr marL="843915" algn="l" defTabSz="843915" rtl="0" eaLnBrk="1" latinLnBrk="0" hangingPunct="1">
                        <a:defRPr sz="1660" b="1" kern="1200">
                          <a:solidFill>
                            <a:schemeClr val="lt1"/>
                          </a:solidFill>
                          <a:latin typeface="Arial" panose="020B0604020202090204"/>
                          <a:ea typeface="微软雅黑"/>
                        </a:defRPr>
                      </a:lvl3pPr>
                      <a:lvl4pPr marL="1266190" algn="l" defTabSz="843915" rtl="0" eaLnBrk="1" latinLnBrk="0" hangingPunct="1">
                        <a:defRPr sz="1660" b="1" kern="1200">
                          <a:solidFill>
                            <a:schemeClr val="lt1"/>
                          </a:solidFill>
                          <a:latin typeface="Arial" panose="020B0604020202090204"/>
                          <a:ea typeface="微软雅黑"/>
                        </a:defRPr>
                      </a:lvl4pPr>
                      <a:lvl5pPr marL="1688465" algn="l" defTabSz="843915" rtl="0" eaLnBrk="1" latinLnBrk="0" hangingPunct="1">
                        <a:defRPr sz="1660" b="1" kern="1200">
                          <a:solidFill>
                            <a:schemeClr val="lt1"/>
                          </a:solidFill>
                          <a:latin typeface="Arial" panose="020B0604020202090204"/>
                          <a:ea typeface="微软雅黑"/>
                        </a:defRPr>
                      </a:lvl5pPr>
                      <a:lvl6pPr marL="2110105" algn="l" defTabSz="843915" rtl="0" eaLnBrk="1" latinLnBrk="0" hangingPunct="1">
                        <a:defRPr sz="1660" b="1" kern="1200">
                          <a:solidFill>
                            <a:schemeClr val="lt1"/>
                          </a:solidFill>
                          <a:latin typeface="Arial" panose="020B0604020202090204"/>
                          <a:ea typeface="微软雅黑"/>
                        </a:defRPr>
                      </a:lvl6pPr>
                      <a:lvl7pPr marL="2532380" algn="l" defTabSz="843915" rtl="0" eaLnBrk="1" latinLnBrk="0" hangingPunct="1">
                        <a:defRPr sz="1660" b="1" kern="1200">
                          <a:solidFill>
                            <a:schemeClr val="lt1"/>
                          </a:solidFill>
                          <a:latin typeface="Arial" panose="020B0604020202090204"/>
                          <a:ea typeface="微软雅黑"/>
                        </a:defRPr>
                      </a:lvl7pPr>
                      <a:lvl8pPr marL="2954020" algn="l" defTabSz="843915" rtl="0" eaLnBrk="1" latinLnBrk="0" hangingPunct="1">
                        <a:defRPr sz="1660" b="1" kern="1200">
                          <a:solidFill>
                            <a:schemeClr val="lt1"/>
                          </a:solidFill>
                          <a:latin typeface="Arial" panose="020B0604020202090204"/>
                          <a:ea typeface="微软雅黑"/>
                        </a:defRPr>
                      </a:lvl8pPr>
                      <a:lvl9pPr marL="3376295" algn="l" defTabSz="843915" rtl="0" eaLnBrk="1" latinLnBrk="0" hangingPunct="1">
                        <a:defRPr sz="1660" b="1" kern="1200">
                          <a:solidFill>
                            <a:schemeClr val="lt1"/>
                          </a:solidFill>
                          <a:latin typeface="Arial" panose="020B0604020202090204"/>
                          <a:ea typeface="微软雅黑"/>
                        </a:defRPr>
                      </a:lvl9pPr>
                    </a:lstStyle>
                    <a:p>
                      <a:pPr algn="ctr"/>
                      <a:r>
                        <a:rPr lang="zh-CN" altLang="en-US" sz="1400"/>
                        <a:t>分类</a:t>
                      </a:r>
                      <a:endParaRPr lang="zh-CN" altLang="en-US" sz="1400" dirty="0"/>
                    </a:p>
                  </a:txBody>
                  <a:tcPr anchor="ctr">
                    <a:lnL>
                      <a:noFill/>
                    </a:lnL>
                    <a:lnR>
                      <a:noFill/>
                    </a:lnR>
                    <a:lnT>
                      <a:noFill/>
                    </a:lnT>
                    <a:lnB>
                      <a:noFill/>
                    </a:lnB>
                    <a:solidFill>
                      <a:srgbClr val="005EB8"/>
                    </a:solidFill>
                  </a:tcPr>
                </a:tc>
                <a:tc>
                  <a:txBody>
                    <a:bodyPr/>
                    <a:lstStyle>
                      <a:lvl1pPr marL="0" algn="l" defTabSz="914400" rtl="0" eaLnBrk="1" latinLnBrk="0" hangingPunct="1">
                        <a:defRPr sz="1800" kern="1200">
                          <a:solidFill>
                            <a:schemeClr val="tx1"/>
                          </a:solidFill>
                          <a:latin typeface="Arial" panose="020B0604020202090204"/>
                          <a:ea typeface="宋体"/>
                        </a:defRPr>
                      </a:lvl1pPr>
                      <a:lvl2pPr marL="457200" algn="l" defTabSz="914400" rtl="0" eaLnBrk="1" latinLnBrk="0" hangingPunct="1">
                        <a:defRPr sz="1800" kern="1200">
                          <a:solidFill>
                            <a:schemeClr val="tx1"/>
                          </a:solidFill>
                          <a:latin typeface="Arial" panose="020B0604020202090204"/>
                          <a:ea typeface="宋体"/>
                        </a:defRPr>
                      </a:lvl2pPr>
                      <a:lvl3pPr marL="914400" algn="l" defTabSz="914400" rtl="0" eaLnBrk="1" latinLnBrk="0" hangingPunct="1">
                        <a:defRPr sz="1800" kern="1200">
                          <a:solidFill>
                            <a:schemeClr val="tx1"/>
                          </a:solidFill>
                          <a:latin typeface="Arial" panose="020B0604020202090204"/>
                          <a:ea typeface="宋体"/>
                        </a:defRPr>
                      </a:lvl3pPr>
                      <a:lvl4pPr marL="1371600" algn="l" defTabSz="914400" rtl="0" eaLnBrk="1" latinLnBrk="0" hangingPunct="1">
                        <a:defRPr sz="1800" kern="1200">
                          <a:solidFill>
                            <a:schemeClr val="tx1"/>
                          </a:solidFill>
                          <a:latin typeface="Arial" panose="020B0604020202090204"/>
                          <a:ea typeface="宋体"/>
                        </a:defRPr>
                      </a:lvl4pPr>
                      <a:lvl5pPr marL="1828800" algn="l" defTabSz="914400" rtl="0" eaLnBrk="1" latinLnBrk="0" hangingPunct="1">
                        <a:defRPr sz="1800" kern="1200">
                          <a:solidFill>
                            <a:schemeClr val="tx1"/>
                          </a:solidFill>
                          <a:latin typeface="Arial" panose="020B0604020202090204"/>
                          <a:ea typeface="宋体"/>
                        </a:defRPr>
                      </a:lvl5pPr>
                      <a:lvl6pPr marL="2286000" algn="l" defTabSz="914400" rtl="0" eaLnBrk="1" latinLnBrk="0" hangingPunct="1">
                        <a:defRPr sz="1800" kern="1200">
                          <a:solidFill>
                            <a:schemeClr val="tx1"/>
                          </a:solidFill>
                          <a:latin typeface="Arial" panose="020B0604020202090204"/>
                          <a:ea typeface="宋体"/>
                        </a:defRPr>
                      </a:lvl6pPr>
                      <a:lvl7pPr marL="2743200" algn="l" defTabSz="914400" rtl="0" eaLnBrk="1" latinLnBrk="0" hangingPunct="1">
                        <a:defRPr sz="1800" kern="1200">
                          <a:solidFill>
                            <a:schemeClr val="tx1"/>
                          </a:solidFill>
                          <a:latin typeface="Arial" panose="020B0604020202090204"/>
                          <a:ea typeface="宋体"/>
                        </a:defRPr>
                      </a:lvl7pPr>
                      <a:lvl8pPr marL="3200400" algn="l" defTabSz="914400" rtl="0" eaLnBrk="1" latinLnBrk="0" hangingPunct="1">
                        <a:defRPr sz="1800" kern="1200">
                          <a:solidFill>
                            <a:schemeClr val="tx1"/>
                          </a:solidFill>
                          <a:latin typeface="Arial" panose="020B0604020202090204"/>
                          <a:ea typeface="宋体"/>
                        </a:defRPr>
                      </a:lvl8pPr>
                      <a:lvl9pPr marL="3657600" algn="l" defTabSz="914400" rtl="0" eaLnBrk="1" latinLnBrk="0" hangingPunct="1">
                        <a:defRPr sz="1800" kern="1200">
                          <a:solidFill>
                            <a:schemeClr val="tx1"/>
                          </a:solidFill>
                          <a:latin typeface="Arial" panose="020B0604020202090204"/>
                          <a:ea typeface="宋体"/>
                        </a:defRPr>
                      </a:lvl9pPr>
                    </a:lstStyle>
                    <a:p>
                      <a:pPr algn="ctr" fontAlgn="b"/>
                      <a:r>
                        <a:rPr lang="zh-CN" altLang="en-US" sz="1400" b="1" i="0" u="none" strike="noStrike">
                          <a:solidFill>
                            <a:srgbClr val="FFFFFF"/>
                          </a:solidFill>
                          <a:effectLst/>
                          <a:latin typeface="微软雅黑" panose="020B0503020204020204" pitchFamily="34" charset="-122"/>
                          <a:ea typeface="微软雅黑" panose="020B0503020204020204" pitchFamily="34" charset="-122"/>
                        </a:rPr>
                        <a:t>待办事项</a:t>
                      </a:r>
                      <a:endParaRPr lang="zh-CN" altLang="zh-TW" sz="1400" b="1" i="0" u="none" strike="noStrike">
                        <a:solidFill>
                          <a:srgbClr val="FFFFFF"/>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solidFill>
                      <a:srgbClr val="005EB8"/>
                    </a:solidFill>
                  </a:tcPr>
                </a:tc>
              </a:tr>
              <a:tr h="992210">
                <a:tc rowSpan="2">
                  <a:txBody>
                    <a:bodyPr/>
                    <a:lstStyle/>
                    <a:p>
                      <a:pPr algn="ctr" fontAlgn="t">
                        <a:buNone/>
                      </a:pPr>
                      <a:r>
                        <a:rPr lang="en-US" altLang="zh-TW" sz="1400" b="1" i="0" u="none" strike="noStrike">
                          <a:solidFill>
                            <a:schemeClr val="tx1"/>
                          </a:solidFill>
                          <a:effectLst/>
                          <a:latin typeface="微软雅黑" panose="020B0503020204020204" pitchFamily="34" charset="-122"/>
                          <a:ea typeface="微软雅黑" panose="020B0503020204020204" pitchFamily="34" charset="-122"/>
                        </a:rPr>
                        <a:t>1</a:t>
                      </a:r>
                      <a:endParaRPr lang="zh-TW" altLang="en-US" sz="1400" b="1"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a:noFill/>
                    </a:lnT>
                    <a:lnB>
                      <a:noFill/>
                    </a:lnB>
                    <a:solidFill>
                      <a:srgbClr val="DEEBF7"/>
                    </a:solidFill>
                  </a:tcPr>
                </a:tc>
                <a:tc rowSpan="2">
                  <a:txBody>
                    <a:bodyPr/>
                    <a:lstStyle/>
                    <a:p>
                      <a:pPr algn="l" fontAlgn="ctr">
                        <a:buNone/>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请领导协助事项</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a:noFill/>
                    </a:lnR>
                    <a:lnT w="9525" cap="flat" cmpd="sng" algn="ctr">
                      <a:no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l" fontAlgn="t">
                        <a:buNone/>
                      </a:pP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碳积分</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明确承福苑项目对接人，探讨碳积分实现方式</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w="9525" cap="flat" cmpd="sng" algn="ctr">
                      <a:no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r>
              <a:tr h="992210">
                <a:tc vMerge="1">
                  <a:tcPr marL="6350" marR="6350" marT="6350" marB="0" anchor="ctr">
                    <a:lnL>
                      <a:noFill/>
                    </a:lnL>
                    <a:lnR>
                      <a:noFill/>
                    </a:lnR>
                    <a:lnT>
                      <a:noFill/>
                    </a:lnT>
                    <a:lnB>
                      <a:noFill/>
                    </a:lnB>
                    <a:noFill/>
                  </a:tcPr>
                </a:tc>
                <a:tc vMerge="1">
                  <a:tcPr/>
                </a:tc>
                <a:tc>
                  <a:txBody>
                    <a:bodyPr/>
                    <a:lstStyle/>
                    <a:p>
                      <a:pPr algn="l" fontAlgn="t">
                        <a:buNone/>
                      </a:pPr>
                      <a:r>
                        <a:rPr lang="zh-TW" altLang="en-US" sz="1400" b="0" i="0" u="none" strike="noStrike">
                          <a:solidFill>
                            <a:schemeClr val="tx1"/>
                          </a:solidFill>
                          <a:effectLst/>
                          <a:latin typeface="微软雅黑" panose="020B0503020204020204" pitchFamily="34" charset="-122"/>
                          <a:ea typeface="微软雅黑" panose="020B0503020204020204" pitchFamily="34" charset="-122"/>
                        </a:rPr>
                        <a:t>现场调研</a:t>
                      </a:r>
                      <a:endParaRPr lang="zh-TW"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a:noFill/>
                    </a:lnL>
                    <a:lnR w="9525" cap="flat" cmpd="sng" algn="ctr">
                      <a:solidFill>
                        <a:schemeClr val="bg2">
                          <a:lumMod val="90000"/>
                        </a:schemeClr>
                      </a:solidFill>
                      <a:prstDash val="solid"/>
                      <a:round/>
                      <a:headEnd type="none" w="med" len="med"/>
                      <a:tailEnd type="none" w="med" len="med"/>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marL="457200" indent="-285750" algn="l" fontAlgn="t">
                        <a:buFont typeface="Arial" panose="020B0604020202090204" pitchFamily="34" charset="0"/>
                        <a:buChar char="•"/>
                      </a:pPr>
                      <a:r>
                        <a:rPr lang="zh-CN" altLang="en-US" sz="1400" b="0" i="0" u="none" strike="noStrike">
                          <a:solidFill>
                            <a:schemeClr val="tx1"/>
                          </a:solidFill>
                          <a:effectLst/>
                          <a:latin typeface="微软雅黑" panose="020B0503020204020204" pitchFamily="34" charset="-122"/>
                          <a:ea typeface="微软雅黑" panose="020B0503020204020204" pitchFamily="34" charset="-122"/>
                        </a:rPr>
                        <a:t>请指定现场调研项目及对接人</a:t>
                      </a:r>
                      <a:endParaRPr lang="zh-CN" altLang="en-US" sz="1400" b="0" i="0" u="none" strike="noStrike">
                        <a:solidFill>
                          <a:schemeClr val="tx1"/>
                        </a:solidFill>
                        <a:effectLst/>
                        <a:latin typeface="微软雅黑" panose="020B0503020204020204" pitchFamily="34" charset="-122"/>
                        <a:ea typeface="微软雅黑" panose="020B0503020204020204" pitchFamily="34" charset="-122"/>
                      </a:endParaRPr>
                    </a:p>
                  </a:txBody>
                  <a:tcPr marL="6350" marR="6350" marT="6350" marB="0" anchor="ctr">
                    <a:lnL w="9525" cap="flat" cmpd="sng" algn="ctr">
                      <a:solidFill>
                        <a:schemeClr val="bg2">
                          <a:lumMod val="90000"/>
                        </a:schemeClr>
                      </a:solidFill>
                      <a:prstDash val="solid"/>
                      <a:round/>
                      <a:headEnd type="none" w="med" len="med"/>
                      <a:tailEnd type="none" w="med" len="med"/>
                    </a:lnL>
                    <a:lnR>
                      <a:noFill/>
                    </a:lnR>
                    <a:lnT w="9525" cap="flat" cmpd="sng" algn="ctr">
                      <a:solidFill>
                        <a:schemeClr val="bg2">
                          <a:lumMod val="90000"/>
                        </a:schemeClr>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noFill/>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26774" y="1167848"/>
            <a:ext cx="4452730" cy="45223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1" i="0" u="none" strike="noStrike" kern="120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mn-cs"/>
              </a:rPr>
              <a:t>感谢！</a:t>
            </a:r>
            <a:endParaRPr kumimoji="0" lang="en-US" sz="9600" b="1" i="0" u="none" strike="noStrike" kern="1200" cap="none" spc="0" normalizeH="0" baseline="0" noProof="0" dirty="0" err="1">
              <a:ln>
                <a:noFill/>
              </a:ln>
              <a:solidFill>
                <a:srgbClr val="FFFFFF"/>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tags/tag1.xml><?xml version="1.0" encoding="utf-8"?>
<p:tagLst xmlns:p="http://schemas.openxmlformats.org/presentationml/2006/main">
  <p:tag name="ADV_TOP" val="493.4643"/>
  <p:tag name="ADV_LEFT" val="175.979"/>
  <p:tag name="ADV_HEIGHT" val="29.19685"/>
  <p:tag name="ADV_WIDTH" val="610.7717"/>
  <p:tag name="ADV_COPYRIGHT" val="TRUE"/>
</p:tagLst>
</file>

<file path=ppt/tags/tag2.xml><?xml version="1.0" encoding="utf-8"?>
<p:tagLst xmlns:p="http://schemas.openxmlformats.org/presentationml/2006/main">
  <p:tag name="ADV_TOP" val="493.4643"/>
  <p:tag name="ADV_LEFT" val="175.979"/>
  <p:tag name="ADV_HEIGHT" val="29.19685"/>
  <p:tag name="ADV_WIDTH" val="610.7717"/>
  <p:tag name="ADV_COPYRIGHT" val="TRUE"/>
</p:tagLst>
</file>

<file path=ppt/tags/tag3.xml><?xml version="1.0" encoding="utf-8"?>
<p:tagLst xmlns:p="http://schemas.openxmlformats.org/presentationml/2006/main">
  <p:tag name="ADV_TOP" val="493.4643"/>
  <p:tag name="ADV_LEFT" val="175.979"/>
  <p:tag name="ADV_HEIGHT" val="29.19685"/>
  <p:tag name="ADV_WIDTH" val="610.7717"/>
  <p:tag name="ADV_COPYRIGHT" val="TRUE"/>
</p:tagLst>
</file>

<file path=ppt/tags/tag4.xml><?xml version="1.0" encoding="utf-8"?>
<p:tagLst xmlns:p="http://schemas.openxmlformats.org/presentationml/2006/main">
  <p:tag name="THINKCELLSHAPEDONOTDELETE" val="thinkcellActiveDocDoNotDelete"/>
</p:tagLst>
</file>

<file path=ppt/tags/tag5.xml><?xml version="1.0" encoding="utf-8"?>
<p:tagLst xmlns:p="http://schemas.openxmlformats.org/presentationml/2006/main">
  <p:tag name="THINKCELLSHAPEDONOTDELETE" val="thinkcellActiveDocDoNotDelete"/>
</p:tagLst>
</file>

<file path=ppt/tags/tag6.xml><?xml version="1.0" encoding="utf-8"?>
<p:tagLst xmlns:p="http://schemas.openxmlformats.org/presentationml/2006/main">
  <p:tag name="THINKCELLSHAPEDONOTDELETE" val="t3B8VcOYfTJiMFx2jVW7mWg"/>
</p:tagLst>
</file>

<file path=ppt/tags/tag7.xml><?xml version="1.0" encoding="utf-8"?>
<p:tagLst xmlns:p="http://schemas.openxmlformats.org/presentationml/2006/main">
  <p:tag name="THINKCELLSHAPEDONOTDELETE" val="thinkcellActiveDocDoNotDelete"/>
</p:tagLst>
</file>

<file path=ppt/tags/tag8.xml><?xml version="1.0" encoding="utf-8"?>
<p:tagLst xmlns:p="http://schemas.openxmlformats.org/presentationml/2006/main">
  <p:tag name="THINKCELLSHAPEDONOTDELETE" val="thinkcellActiveDocDoNotDelete"/>
</p:tagLst>
</file>

<file path=ppt/tags/tag9.xml><?xml version="1.0" encoding="utf-8"?>
<p:tagLst xmlns:p="http://schemas.openxmlformats.org/presentationml/2006/main">
  <p:tag name="THINKCELLSHAPEDONOTDELETE" val="t4uWjOUqYx1o.HBg.fRbAjg"/>
</p:tagLst>
</file>

<file path=ppt/tags/tag10.xml><?xml version="1.0" encoding="utf-8"?>
<p:tagLst xmlns:p="http://schemas.openxmlformats.org/presentationml/2006/main">
  <p:tag name="ADV_TOP" val="497.6471"/>
  <p:tag name="ADV_LEFT" val="121.9184"/>
  <p:tag name="ADV_HEIGHT" val="29.19685"/>
  <p:tag name="ADV_WIDTH" val="538.937"/>
  <p:tag name="ADV_COPYRIGHT" val="TRUE"/>
</p:tagLst>
</file>

<file path=ppt/tags/tag11.xml><?xml version="1.0" encoding="utf-8"?>
<p:tagLst xmlns:p="http://schemas.openxmlformats.org/presentationml/2006/main">
  <p:tag name="THINKCELLSHAPEDONOTDELETE" val="thinkcellActiveDocDoNotDelete"/>
</p:tagLst>
</file>

<file path=ppt/tags/tag12.xml><?xml version="1.0" encoding="utf-8"?>
<p:tagLst xmlns:p="http://schemas.openxmlformats.org/presentationml/2006/main">
  <p:tag name="THINKCELLSHAPEDONOTDELETE" val="t3B8VcOYfTJiMFx2jVW7mWg"/>
</p:tagLst>
</file>

<file path=ppt/tags/tag13.xml><?xml version="1.0" encoding="utf-8"?>
<p:tagLst xmlns:p="http://schemas.openxmlformats.org/presentationml/2006/main">
  <p:tag name="ADV_TOP" val="497.6471"/>
  <p:tag name="ADV_LEFT" val="121.9184"/>
  <p:tag name="ADV_HEIGHT" val="29.19685"/>
  <p:tag name="ADV_WIDTH" val="538.937"/>
  <p:tag name="ADV_COPYRIGHT" val="TRUE"/>
</p:tagLst>
</file>

<file path=ppt/tags/tag14.xml><?xml version="1.0" encoding="utf-8"?>
<p:tagLst xmlns:p="http://schemas.openxmlformats.org/presentationml/2006/main">
  <p:tag name="THINKCELLSHAPEDONOTDELETE" val="thinkcellActiveDocDoNotDelete"/>
</p:tagLst>
</file>

<file path=ppt/tags/tag15.xml><?xml version="1.0" encoding="utf-8"?>
<p:tagLst xmlns:p="http://schemas.openxmlformats.org/presentationml/2006/main">
  <p:tag name="THINKCELLSHAPEDONOTDELETE" val="t4uWjOUqYx1o.HBg.fRbAjg"/>
</p:tagLst>
</file>

<file path=ppt/tags/tag16.xml><?xml version="1.0" encoding="utf-8"?>
<p:tagLst xmlns:p="http://schemas.openxmlformats.org/presentationml/2006/main">
  <p:tag name="ADV_TOP" val="497.6471"/>
  <p:tag name="ADV_LEFT" val="121.9184"/>
  <p:tag name="ADV_HEIGHT" val="29.19685"/>
  <p:tag name="ADV_WIDTH" val="538.937"/>
  <p:tag name="ADV_COPYRIGHT" val="TRUE"/>
</p:tagLst>
</file>

<file path=ppt/tags/tag17.xml><?xml version="1.0" encoding="utf-8"?>
<p:tagLst xmlns:p="http://schemas.openxmlformats.org/presentationml/2006/main">
  <p:tag name="THINKCELLSHAPEDONOTDELETE" val="thinkcellActiveDocDoNotDelete"/>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71.xml><?xml version="1.0" encoding="utf-8"?>
<p:tagLst xmlns:p="http://schemas.openxmlformats.org/presentationml/2006/main">
  <p:tag name="THINKCELLUNDODONOTDELETE" val="0"/>
</p:tagLst>
</file>

<file path=ppt/theme/theme1.xml><?xml version="1.0" encoding="utf-8"?>
<a:theme xmlns:a="http://schemas.openxmlformats.org/drawingml/2006/main" name="7_KPMG_Talkbook_4x3_1021_2015">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lIns="54000" tIns="54000" rIns="54000" bIns="54000" rtlCol="0" anchor="ctr"/>
      <a:lstStyle>
        <a:defPPr algn="ctr">
          <a:spcAft>
            <a:spcPts val="600"/>
          </a:spcAft>
          <a:defRPr sz="1100" b="1" dirty="0" smtClean="0">
            <a:solidFill>
              <a:schemeClr val="bg1"/>
            </a:solidFill>
            <a:latin typeface="微软雅黑" panose="020B0503020204020204" pitchFamily="34" charset="-122"/>
            <a:ea typeface="微软雅黑" panose="020B0503020204020204" pitchFamily="34" charset="-122"/>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50000"/>
            </a:schemeClr>
          </a:solidFill>
          <a:prstDash val="solid"/>
          <a:tailEnd type="triangl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0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自定义 1">
      <a:majorFont>
        <a:latin typeface="KPMG Extralight"/>
        <a:ea typeface="微软雅黑"/>
        <a:cs typeface=""/>
      </a:majorFont>
      <a:minorFont>
        <a:latin typeface="微软雅黑"/>
        <a:ea typeface="微软雅黑"/>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KPMG_Widescreen_16:9 02/02/2016">
  <a:themeElements>
    <a:clrScheme name="New KPMG Colours">
      <a:dk1>
        <a:srgbClr val="000000"/>
      </a:dk1>
      <a:lt1>
        <a:sysClr val="window" lastClr="FFFFFF"/>
      </a:lt1>
      <a:dk2>
        <a:srgbClr val="00338D"/>
      </a:dk2>
      <a:lt2>
        <a:srgbClr val="F0F0F0"/>
      </a:lt2>
      <a:accent1>
        <a:srgbClr val="0091DA"/>
      </a:accent1>
      <a:accent2>
        <a:srgbClr val="6D2077"/>
      </a:accent2>
      <a:accent3>
        <a:srgbClr val="005EB8"/>
      </a:accent3>
      <a:accent4>
        <a:srgbClr val="00A3A1"/>
      </a:accent4>
      <a:accent5>
        <a:srgbClr val="EAAA00"/>
      </a:accent5>
      <a:accent6>
        <a:srgbClr val="43B02A"/>
      </a:accent6>
      <a:hlink>
        <a:srgbClr val="0091DA"/>
      </a:hlink>
      <a:folHlink>
        <a:srgbClr val="0091DA"/>
      </a:folHlink>
    </a:clrScheme>
    <a:fontScheme name="KPMG">
      <a:majorFont>
        <a:latin typeface="KPMG Extralight"/>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54610" tIns="54610" rIns="54610" bIns="54610" rtlCol="0">
        <a:noAutofit/>
      </a:bodyPr>
      <a:lstStyle>
        <a:defPPr>
          <a:spcAft>
            <a:spcPts val="600"/>
          </a:spcAft>
          <a:defRPr sz="1500" dirty="0" err="1" smtClean="0">
            <a:solidFill>
              <a:schemeClr val="tx2"/>
            </a:solidFill>
          </a:defRPr>
        </a:defPPr>
      </a:lstStyle>
    </a:txDef>
  </a:objectDefaults>
  <a:custClrLst>
    <a:custClr name="KPMG Blue">
      <a:srgbClr val="00338D"/>
    </a:custClr>
    <a:custClr name="Medium Blue">
      <a:srgbClr val="005EB8"/>
    </a:custClr>
    <a:custClr name="Light Blue">
      <a:srgbClr val="0091DA"/>
    </a:custClr>
    <a:custClr name="Violet">
      <a:srgbClr val="483698"/>
    </a:custClr>
    <a:custClr name="Purple">
      <a:srgbClr val="470A68"/>
    </a:custClr>
    <a:custClr name="Light Purple">
      <a:srgbClr val="6D2077"/>
    </a:custClr>
    <a:custClr name="Green">
      <a:srgbClr val="00A3A1"/>
    </a:custClr>
    <a:custClr name="Dark Green">
      <a:srgbClr val="009A44"/>
    </a:custClr>
    <a:custClr name="Light Green">
      <a:srgbClr val="43B02A"/>
    </a:custClr>
    <a:custClr name="Yellow">
      <a:srgbClr val="EAAA00"/>
    </a:custClr>
    <a:custClr name="Orange">
      <a:srgbClr val="F68D2E"/>
    </a:custClr>
    <a:custClr name="Red ">
      <a:srgbClr val="BC204B"/>
    </a:custClr>
    <a:custClr name="Pink">
      <a:srgbClr val="C6007E"/>
    </a:custClr>
    <a:custClr name="Dark Brown">
      <a:srgbClr val="753F19"/>
    </a:custClr>
    <a:custClr name="Light Brown">
      <a:srgbClr val="9B642E"/>
    </a:custClr>
    <a:custClr name="Olive">
      <a:srgbClr val="9D9375"/>
    </a:custClr>
    <a:custClr name="Beige">
      <a:srgbClr val="E3BC9F"/>
    </a:custClr>
    <a:custClr name="Light Pink">
      <a:srgbClr val="E36877"/>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5G模板">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40d5dwoi">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90204" pitchFamily="34" charset="0"/>
          <a:buNone/>
          <a:defRPr kumimoji="0" lang="zh-CN" sz="1800" b="0" i="0" u="none" strike="noStrike" cap="none" normalizeH="0" baseline="0" smtClean="0">
            <a:ln>
              <a:noFill/>
            </a:ln>
            <a:solidFill>
              <a:schemeClr val="tx1"/>
            </a:solidFill>
            <a:effectLst/>
            <a:latin typeface="Arial" panose="020B0604020202090204" pitchFamily="34" charset="0"/>
            <a:ea typeface="宋体" pitchFamily="2" charset="-122"/>
          </a:defRPr>
        </a:defPPr>
      </a:lstStyle>
    </a:spDef>
    <a:lnDef>
      <a:spPr bwMode="auto">
        <a:ln>
          <a:solidFill>
            <a:srgbClr val="FF9999"/>
          </a:solidFill>
          <a:headEnd type="none" w="med" len="med"/>
          <a:tailEnd type="none" w="med" len="med"/>
        </a:ln>
      </a:spPr>
      <a:bodyPr/>
      <a:lstStyle/>
      <a:style>
        <a:lnRef idx="1">
          <a:schemeClr val="dk1"/>
        </a:lnRef>
        <a:fillRef idx="0">
          <a:schemeClr val="dk1"/>
        </a:fillRef>
        <a:effectRef idx="0">
          <a:schemeClr val="dk1"/>
        </a:effectRef>
        <a:fontRef idx="minor">
          <a:schemeClr val="tx1"/>
        </a:fontRef>
      </a:style>
    </a:lnDef>
    <a:txDef>
      <a:spPr>
        <a:noFill/>
      </a:spPr>
      <a:bodyPr wrap="square" rtlCol="0" anchor="ctr">
        <a:noAutofit/>
      </a:bodyPr>
      <a:lstStyle>
        <a:defPPr marR="0" algn="ctr" defTabSz="914400" rtl="0" eaLnBrk="0" fontAlgn="base" latinLnBrk="0" hangingPunct="0">
          <a:lnSpc>
            <a:spcPct val="100000"/>
          </a:lnSpc>
          <a:spcBef>
            <a:spcPct val="20000"/>
          </a:spcBef>
          <a:spcAft>
            <a:spcPct val="0"/>
          </a:spcAft>
          <a:buClrTx/>
          <a:buSzTx/>
          <a:defRPr kumimoji="1" sz="2000" b="1" dirty="0" smtClean="0">
            <a:latin typeface="+mn-lt"/>
            <a:ea typeface="+mn-ea"/>
            <a:cs typeface="微软雅黑" panose="020B0503020204020204" pitchFamily="34" charset="-122"/>
            <a:sym typeface="Calibri" panose="020F050202020403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KPMG Widescreen [16:9] Feb 2022">
  <a:themeElements>
    <a:clrScheme name="KPMG_MAR">
      <a:dk1>
        <a:srgbClr val="000000"/>
      </a:dk1>
      <a:lt1>
        <a:srgbClr val="FFFFFF"/>
      </a:lt1>
      <a:dk2>
        <a:srgbClr val="00338D"/>
      </a:dk2>
      <a:lt2>
        <a:srgbClr val="E5E5E5"/>
      </a:lt2>
      <a:accent1>
        <a:srgbClr val="1E49E2"/>
      </a:accent1>
      <a:accent2>
        <a:srgbClr val="00338D"/>
      </a:accent2>
      <a:accent3>
        <a:srgbClr val="0C233C"/>
      </a:accent3>
      <a:accent4>
        <a:srgbClr val="00B8F5"/>
      </a:accent4>
      <a:accent5>
        <a:srgbClr val="7213EA"/>
      </a:accent5>
      <a:accent6>
        <a:srgbClr val="FD349C"/>
      </a:accent6>
      <a:hlink>
        <a:srgbClr val="00B8F5"/>
      </a:hlink>
      <a:folHlink>
        <a:srgbClr val="098E7E"/>
      </a:folHlink>
    </a:clrScheme>
    <a:fontScheme name="Custom 49">
      <a:majorFont>
        <a:latin typeface="KPMG Bold"/>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solidFill>
            <a:schemeClr val="accent1"/>
          </a:solidFill>
        </a:ln>
      </a:spPr>
      <a:bodyPr lIns="54610" tIns="54610" rIns="54610" bIns="54610" rtlCol="0" anchor="ctr"/>
      <a:lstStyle>
        <a:defPPr algn="l">
          <a:defRPr sz="15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accent3"/>
          </a:solidFill>
        </a:ln>
      </a:spPr>
      <a:bodyPr/>
      <a:lstStyle/>
      <a:style>
        <a:lnRef idx="1">
          <a:schemeClr val="accent1"/>
        </a:lnRef>
        <a:fillRef idx="0">
          <a:schemeClr val="accent1"/>
        </a:fillRef>
        <a:effectRef idx="0">
          <a:schemeClr val="accent1"/>
        </a:effectRef>
        <a:fontRef idx="minor">
          <a:schemeClr val="tx1"/>
        </a:fontRef>
      </a:style>
    </a:lnDef>
    <a:txDef>
      <a:spPr/>
      <a:bodyPr vert="horz" wrap="square" lIns="0" tIns="0" rIns="0" bIns="0" rtlCol="0" anchor="t" anchorCtr="0">
        <a:noAutofit/>
      </a:bodyPr>
      <a:lstStyle>
        <a:defPPr algn="l">
          <a:spcAft>
            <a:spcPts val="600"/>
          </a:spcAft>
          <a:defRPr sz="1500" b="1" dirty="0" smtClean="0">
            <a:solidFill>
              <a:schemeClr val="tx2"/>
            </a:solidFill>
          </a:defRPr>
        </a:defPPr>
      </a:lstStyle>
    </a:txDef>
  </a:objectDefaults>
  <a:custClrLst>
    <a:custClr name="KPMG Blue">
      <a:srgbClr val="00338D"/>
    </a:custClr>
    <a:custClr name="Pacific Blue">
      <a:srgbClr val="00B8F5"/>
    </a:custClr>
    <a:custClr name="Cobalt Blue">
      <a:srgbClr val="1E49E2"/>
    </a:custClr>
    <a:custClr name="Blue">
      <a:srgbClr val="76D2FF"/>
    </a:custClr>
    <a:custClr name="Purple">
      <a:srgbClr val="7213EA"/>
    </a:custClr>
    <a:custClr name="Light Purple">
      <a:srgbClr val="B497FF"/>
    </a:custClr>
    <a:custClr name="Dark Green">
      <a:srgbClr val="098E7E"/>
    </a:custClr>
    <a:custClr name="Green">
      <a:srgbClr val="00C0AE"/>
    </a:custClr>
    <a:custClr name="Dark Pink">
      <a:srgbClr val="AB0D82"/>
    </a:custClr>
    <a:custClr name="Pink">
      <a:srgbClr val="FD349C"/>
    </a:custClr>
    <a:custClr name="Light Pink">
      <a:srgbClr val="FFA3DA"/>
    </a:custClr>
    <a:custClr name="Grey 2">
      <a:srgbClr val="666666"/>
    </a:custClr>
    <a:custClr name="Dark Purple">
      <a:srgbClr val="510DBC"/>
    </a:custClr>
  </a:custClr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70.xml"/></Relationships>
</file>

<file path=customXml/item1.xml><?xml version="1.0" encoding="utf-8"?>
<ct:contentTypeSchema xmlns:ma="http://schemas.microsoft.com/office/2006/metadata/properties/metaAttributes" xmlns:ct="http://schemas.microsoft.com/office/2006/metadata/contentType" ct:_="" ma:contentTypeDescription="Create a new document." ma:_="" ma:contentTypeVersion="" ma:contentTypeScope="" ma:versionID="6517f2a19c7926be7f13e765facea42a" ma:contentTypeID="0x0101002AB2D2FD19F34B4C81FB877218B32E98" ma:contentTypeName="Document">
  <xsd:schema xmlns:p="http://schemas.microsoft.com/office/2006/metadata/properties" xmlns:ns2="1EB9234B-3EF0-4438-85C1-29115B6A0884" xmlns:ns1="http://schemas.microsoft.com/sharepoint/v3" xmlns:xs="http://www.w3.org/2001/XMLSchema" xmlns:xsd="http://www.w3.org/2001/XMLSchema" xmlns:ns3="61c59613-fa3d-49ac-a488-29be1c5cd5ec" ma:fieldsID="8fade61f09b4dd69c711cb280a1f546f" ma:root="true" targetNamespace="http://schemas.microsoft.com/office/2006/metadata/properties" ns2:_="" ns1:_="" ns3:_="">
    <xsd:import namespace="http://schemas.microsoft.com/sharepoint/v3"/>
    <xsd:import namespace="1EB9234B-3EF0-4438-85C1-29115B6A0884"/>
    <xsd:import namespace="61c59613-fa3d-49ac-a488-29be1c5cd5ec"/>
    <xsd:element name="properties">
      <xsd:complexType>
        <xsd:sequence>
          <xsd:element name="documentManagement">
            <xsd:complexType>
              <xsd:all>
                <xsd:element minOccurs="0" ref="ns1:PublishingStartDate"/>
                <xsd:element minOccurs="0" ref="ns1:PublishingExpirationDate"/>
                <xsd:element minOccurs="0" ref="ns2:Email_x0020_Subject"/>
                <xsd:element minOccurs="0" ref="ns2:Email_x0020_From"/>
                <xsd:element minOccurs="0" ref="ns2:Email_x0020_To"/>
                <xsd:element minOccurs="0" ref="ns2:Email_x0020_Cc"/>
                <xsd:element minOccurs="0" ref="ns2:Email_x0020_DateTime"/>
                <xsd:element minOccurs="0" ref="ns2:Email_x0020_Importance"/>
                <xsd:element minOccurs="0" ref="ns2:Display"/>
                <xsd:element minOccurs="0" ref="ns3:SharedWithUsers"/>
              </xsd:all>
            </xsd:complexType>
          </xsd:element>
        </xsd:sequence>
      </xsd:complexType>
    </xsd:element>
  </xsd:schema>
  <xsd:schema xmlns:pc="http://schemas.microsoft.com/office/infopath/2007/PartnerControls" xmlns:xs="http://www.w3.org/2001/XMLSchema" xmlns:dms="http://schemas.microsoft.com/office/2006/documentManagement/types" xmlns:xsd="http://www.w3.org/2001/XMLSchema" elementFormDefault="qualified" targetNamespace="http://schemas.microsoft.com/sharepoint/v3">
    <xsd:import namespace="http://schemas.microsoft.com/office/2006/documentManagement/types"/>
    <xsd:import namespace="http://schemas.microsoft.com/office/infopath/2007/PartnerControls"/>
    <xsd:element ma:internalName="PublishingStartDate" ma:displayName="Scheduling Start Date" name="PublishingStartDate" nillable="true" ma:description="Scheduling Start Date is a site column created by the Publishing feature. It is used to specify the date and time on which this page will first appear to site visitors." ma:index="4">
      <xsd:simpleType>
        <xsd:restriction base="dms:Unknown"/>
      </xsd:simpleType>
    </xsd:element>
    <xsd:element ma:internalName="PublishingExpirationDate" ma:displayName="Scheduling End Date" name="PublishingExpirationDate" nillable="true" ma:description="Scheduling End Date is a site column created by the Publishing feature. It is used to specify the date and time on which this page will no longer appear to site visitors." ma:index="5">
      <xsd:simpleType>
        <xsd:restriction base="dms:Unknown"/>
      </xsd:simpleType>
    </xsd:element>
  </xsd:schema>
  <xsd:schema xmlns:pc="http://schemas.microsoft.com/office/infopath/2007/PartnerControls" xmlns:xs="http://www.w3.org/2001/XMLSchema" xmlns:dms="http://schemas.microsoft.com/office/2006/documentManagement/types" xmlns:xsd="http://www.w3.org/2001/XMLSchema" elementFormDefault="qualified" targetNamespace="1EB9234B-3EF0-4438-85C1-29115B6A0884">
    <xsd:import namespace="http://schemas.microsoft.com/office/2006/documentManagement/types"/>
    <xsd:import namespace="http://schemas.microsoft.com/office/infopath/2007/PartnerControls"/>
    <xsd:element ma:readOnly="false" ma:internalName="Email_x0020_Subject" ma:displayName="Email Subject" name="Email_x0020_Subject" nillable="true" ma:index="6">
      <xsd:simpleType>
        <xsd:restriction base="dms:Text">
          <xsd:maxLength value="255"/>
        </xsd:restriction>
      </xsd:simpleType>
    </xsd:element>
    <xsd:element ma:readOnly="false" ma:internalName="Email_x0020_From" ma:displayName="Email From" name="Email_x0020_From" nillable="true" ma:index="7">
      <xsd:simpleType>
        <xsd:restriction base="dms:Text">
          <xsd:maxLength value="255"/>
        </xsd:restriction>
      </xsd:simpleType>
    </xsd:element>
    <xsd:element ma:readOnly="false" ma:internalName="Email_x0020_To" ma:displayName="Email To" name="Email_x0020_To" nillable="true" ma:index="8">
      <xsd:simpleType>
        <xsd:restriction base="dms:Text">
          <xsd:maxLength value="255"/>
        </xsd:restriction>
      </xsd:simpleType>
    </xsd:element>
    <xsd:element ma:readOnly="false" ma:internalName="Email_x0020_Cc" ma:displayName="Email Cc" name="Email_x0020_Cc" nillable="true" ma:index="9">
      <xsd:simpleType>
        <xsd:restriction base="dms:Text">
          <xsd:maxLength value="255"/>
        </xsd:restriction>
      </xsd:simpleType>
    </xsd:element>
    <xsd:element ma:readOnly="false" ma:internalName="Email_x0020_DateTime" ma:format="DateTime" ma:displayName="Email DateTime" name="Email_x0020_DateTime" nillable="true" ma:index="10">
      <xsd:simpleType>
        <xsd:restriction base="dms:DateTime"/>
      </xsd:simpleType>
    </xsd:element>
    <xsd:element ma:readOnly="false" ma:internalName="Email_x0020_Importance" ma:displayName="Email Importance" name="Email_x0020_Importance" nillable="true" ma:index="11">
      <xsd:simpleType>
        <xsd:restriction base="dms:Text">
          <xsd:maxLength value="255"/>
        </xsd:restriction>
      </xsd:simpleType>
    </xsd:element>
    <xsd:element ma:internalName="Display" ma:default="1" ma:displayName="Display" name="Display" nillable="true" ma:index="16">
      <xsd:simpleType>
        <xsd:restriction base="dms:Boolean"/>
      </xsd:simpleType>
    </xsd:element>
  </xsd:schema>
  <xsd:schema xmlns:pc="http://schemas.microsoft.com/office/infopath/2007/PartnerControls" xmlns:xs="http://www.w3.org/2001/XMLSchema" xmlns:dms="http://schemas.microsoft.com/office/2006/documentManagement/types" xmlns:xsd="http://www.w3.org/2001/XMLSchema" elementFormDefault="qualified" targetNamespace="61c59613-fa3d-49ac-a488-29be1c5cd5ec">
    <xsd:import namespace="http://schemas.microsoft.com/office/2006/documentManagement/types"/>
    <xsd:import namespace="http://schemas.microsoft.com/office/infopath/2007/PartnerControls"/>
    <xsd:element ma:readOnly="true" ma:internalName="SharedWithUsers" ma:displayName="Shared With" name="SharedWithUsers" nillable="true" ma:index="17">
      <xsd:complexType>
        <xsd:complexContent>
          <xsd:extension base="dms:UserMulti">
            <xsd:sequence>
              <xsd:element minOccurs="0" maxOccurs="unbounded" name="UserInfo">
                <xsd:complexType>
                  <xsd:sequence>
                    <xsd:element minOccurs="0" type="xsd:string" name="DisplayName"/>
                    <xsd:element minOccurs="0" type="dms:UserId" name="AccountId" nillable="true"/>
                    <xsd:element minOccurs="0" type="xsd:string" name="AccountType"/>
                  </xsd:sequence>
                </xsd:complexType>
              </xsd:element>
            </xsd:sequence>
          </xsd:extension>
        </xsd:complexContent>
      </xsd:complexType>
    </xsd:element>
  </xsd:schema>
  <xsd:schema xmlns:xsi="http://www.w3.org/2001/XMLSchema-instance" xmlns="http://schemas.openxmlformats.org/package/2006/metadata/core-properties" xmlns:dc="http://purl.org/dc/elements/1.1/" xmlns:dcterms="http://purl.org/dc/terms/" xmlns:xsd="http://www.w3.org/2001/XMLSchema" xmlns:odoc="http://schemas.microsoft.com/internal/obd" elementFormDefault="qualified" attributeFormDefault="unqualified" targetNamespace="http://schemas.openxmlformats.org/package/2006/metadata/core-properties" blockDefault="#all">
    <xsd:import schemaLocation="http://dublincore.org/schemas/xmls/qdc/2003/04/02/dc.xsd" namespace="http://purl.org/dc/elements/1.1/"/>
    <xsd:import schemaLocation="http://dublincore.org/schemas/xmls/qdc/2003/04/02/dcterms.xsd" namespace="http://purl.org/dc/terms/"/>
    <xsd:element type="CT_coreProperties" name="coreProperties"/>
    <xsd:complexType name="CT_coreProperties">
      <xsd:all>
        <xsd:element minOccurs="0" maxOccurs="1" ref="dc:creator"/>
        <xsd:element minOccurs="0" maxOccurs="1" ref="dcterms:created"/>
        <xsd:element minOccurs="0" maxOccurs="1" ref="dc:identifier"/>
        <xsd:element minOccurs="0" type="xsd:string" maxOccurs="1" ma:displayName="Content Type" name="contentType" ma:index="12"/>
        <xsd:element minOccurs="0" maxOccurs="1" ma:displayName="Title" ma:index="3" ref="dc:title"/>
        <xsd:element minOccurs="0" maxOccurs="1" ref="dc:subject"/>
        <xsd:element minOccurs="0" maxOccurs="1" ref="dc:description"/>
        <xsd:element minOccurs="0" type="xsd:string" maxOccurs="1" name="keywords"/>
        <xsd:element minOccurs="0" maxOccurs="1" ref="dc:language"/>
        <xsd:element minOccurs="0" type="xsd:string" maxOccurs="1" name="category"/>
        <xsd:element minOccurs="0" type="xsd:string" maxOccurs="1" name="version"/>
        <xsd:element minOccurs="0" type="xsd:string" maxOccurs="1" name="revision">
          <xsd:annotation>
            <xsd:documentation>
                        This value indicates the number of saves or revisions. The application is responsible for updating this value after each revision.
                    </xsd:documentation>
          </xsd:annotation>
        </xsd:element>
        <xsd:element minOccurs="0" type="xsd:string" maxOccurs="1" name="lastModifiedBy"/>
        <xsd:element minOccurs="0" maxOccurs="1" ref="dcterms:modified"/>
        <xsd:element minOccurs="0" type="xsd:string" maxOccurs="1" name="contentStatus"/>
      </xsd:all>
    </xsd:complexType>
  </xsd:schema>
  <xs:schema xmlns:pc="http://schemas.microsoft.com/office/infopath/2007/PartnerControls" xmlns:xs="http://www.w3.org/2001/XMLSchema" elementFormDefault="qualified" attributeFormDefault="unqualified" targetNamespace="http://schemas.microsoft.com/office/infopath/2007/PartnerControls">
    <xs:element name="Person">
      <xs:complexType>
        <xs:sequence>
          <xs:element minOccurs="0" ref="pc:DisplayName"/>
          <xs:element minOccurs="0" ref="pc:AccountId"/>
          <xs:element minOccurs="0" ref="pc:AccountType"/>
        </xs:sequence>
      </xs:complexType>
    </xs:element>
    <xs:element type="xs:string" name="DisplayName"/>
    <xs:element type="xs:string" name="AccountId"/>
    <xs:element type="xs:string" name="AccountType"/>
    <xs:element name="BDCAssociatedEntity">
      <xs:complexType>
        <xs:sequence>
          <xs:element minOccurs="0" maxOccurs="unbounded" ref="pc:BDCEntity"/>
        </xs:sequence>
        <xs:attribute ref="pc:EntityNamespace"/>
        <xs:attribute ref="pc:EntityName"/>
        <xs:attribute ref="pc:SystemInstanceName"/>
        <xs:attribute ref="pc:AssociationName"/>
      </xs:complexType>
    </xs:element>
    <xs:attribute type="xs:string" name="EntityNamespace"/>
    <xs:attribute type="xs:string" name="EntityName"/>
    <xs:attribute type="xs:string" name="SystemInstanceName"/>
    <xs:attribute type="xs:string" name="AssociationName"/>
    <xs:element name="BDCEntity">
      <xs:complexType>
        <xs:sequence>
          <xs:element minOccurs="0" ref="pc:EntityDisplayName"/>
          <xs:element minOccurs="0" ref="pc:EntityInstanceReference"/>
          <xs:element minOccurs="0" ref="pc:EntityId1"/>
          <xs:element minOccurs="0" ref="pc:EntityId2"/>
          <xs:element minOccurs="0" ref="pc:EntityId3"/>
          <xs:element minOccurs="0" ref="pc:EntityId4"/>
          <xs:element minOccurs="0" ref="pc:EntityId5"/>
        </xs:sequence>
      </xs:complexType>
    </xs:element>
    <xs:element type="xs:string" name="EntityDisplayName"/>
    <xs:element type="xs:string" name="EntityInstanceReference"/>
    <xs:element type="xs:string" name="EntityId1"/>
    <xs:element type="xs:string" name="EntityId2"/>
    <xs:element type="xs:string" name="EntityId3"/>
    <xs:element type="xs:string" name="EntityId4"/>
    <xs:element type="xs:string" name="EntityId5"/>
    <xs:element name="Terms">
      <xs:complexType>
        <xs:sequence>
          <xs:element minOccurs="0" maxOccurs="unbounded" ref="pc:TermInfo"/>
        </xs:sequence>
      </xs:complexType>
    </xs:element>
    <xs:element name="TermInfo">
      <xs:complexType>
        <xs:sequence>
          <xs:element minOccurs="0" ref="pc:TermName"/>
          <xs:element minOccurs="0" ref="pc:TermId"/>
        </xs:sequence>
      </xs:complexType>
    </xs:element>
    <xs:element type="xs:string" name="TermName"/>
    <xs:element type="xs:string" name="TermId"/>
  </xs:schema>
</ct:contentTypeSchema>
</file>

<file path=customXml/item2.xml><?xml version="1.0" encoding="utf-8"?>
<p:properties xmlns:pc="http://schemas.microsoft.com/office/infopath/2007/PartnerControls" xmlns:p="http://schemas.microsoft.com/office/2006/metadata/properties" xmlns:xsi="http://www.w3.org/2001/XMLSchema-instance">
  <documentManagement>
    <PublishingExpirationDate xmlns="http://schemas.microsoft.com/sharepoint/v3" xsi:nil="true"/>
    <PublishingStartDate xmlns="http://schemas.microsoft.com/sharepoint/v3" xsi:nil="true"/>
    <Email_x0020_From xmlns="1EB9234B-3EF0-4438-85C1-29115B6A0884" xsi:nil="true"/>
    <Email_x0020_Importance xmlns="1EB9234B-3EF0-4438-85C1-29115B6A0884" xsi:nil="true"/>
    <Email_x0020_Subject xmlns="1EB9234B-3EF0-4438-85C1-29115B6A0884" xsi:nil="true"/>
    <Email_x0020_Cc xmlns="1EB9234B-3EF0-4438-85C1-29115B6A0884" xsi:nil="true"/>
    <Email_x0020_DateTime xmlns="1EB9234B-3EF0-4438-85C1-29115B6A0884" xsi:nil="true"/>
    <Email_x0020_To xmlns="1EB9234B-3EF0-4438-85C1-29115B6A0884" xsi:nil="true"/>
    <Display xmlns="1EB9234B-3EF0-4438-85C1-29115B6A0884">true</Display>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68.xml><?xml version="1.0" encoding="utf-8"?>
<ds:datastoreItem xmlns:ds="http://schemas.openxmlformats.org/officeDocument/2006/customXml" ds:itemID="{AC59C3E5-A26C-48CE-BFC2-80A5CA8DEA11}">
  <ds:schemaRefs/>
</ds:datastoreItem>
</file>

<file path=customXml/itemProps69.xml><?xml version="1.0" encoding="utf-8"?>
<ds:datastoreItem xmlns:ds="http://schemas.openxmlformats.org/officeDocument/2006/customXml" ds:itemID="{A6AB9A83-368B-41D4-97FA-E9F00DB82C03}">
  <ds:schemaRefs/>
</ds:datastoreItem>
</file>

<file path=customXml/itemProps70.xml><?xml version="1.0" encoding="utf-8"?>
<ds:datastoreItem xmlns:ds="http://schemas.openxmlformats.org/officeDocument/2006/customXml" ds:itemID="{E6514A09-765E-4393-80CA-D13DCB2DA4A4}">
  <ds:schemaRefs/>
</ds:datastoreItem>
</file>

<file path=docProps/app.xml><?xml version="1.0" encoding="utf-8"?>
<Properties xmlns="http://schemas.openxmlformats.org/officeDocument/2006/extended-properties" xmlns:vt="http://schemas.openxmlformats.org/officeDocument/2006/docPropsVTypes">
  <TotalTime>0</TotalTime>
  <Words>10629</Words>
  <Application>WPS 表格</Application>
  <PresentationFormat>Widescreen</PresentationFormat>
  <Paragraphs>2550</Paragraphs>
  <Slides>21</Slides>
  <Notes>45</Notes>
  <HiddenSlides>0</HiddenSlides>
  <MMClips>0</MMClips>
  <ScaleCrop>false</ScaleCrop>
  <HeadingPairs>
    <vt:vector size="8" baseType="variant">
      <vt:variant>
        <vt:lpstr>已用的字体</vt:lpstr>
      </vt:variant>
      <vt:variant>
        <vt:i4>38</vt:i4>
      </vt:variant>
      <vt:variant>
        <vt:lpstr>主题</vt:lpstr>
      </vt:variant>
      <vt:variant>
        <vt:i4>7</vt:i4>
      </vt:variant>
      <vt:variant>
        <vt:lpstr>嵌入 OLE 服务器</vt:lpstr>
      </vt:variant>
      <vt:variant>
        <vt:i4>7</vt:i4>
      </vt:variant>
      <vt:variant>
        <vt:lpstr>幻灯片标题</vt:lpstr>
      </vt:variant>
      <vt:variant>
        <vt:i4>21</vt:i4>
      </vt:variant>
    </vt:vector>
  </HeadingPairs>
  <TitlesOfParts>
    <vt:vector size="73" baseType="lpstr">
      <vt:lpstr>Arial</vt:lpstr>
      <vt:lpstr>宋体</vt:lpstr>
      <vt:lpstr>Wingdings</vt:lpstr>
      <vt:lpstr>微软雅黑</vt:lpstr>
      <vt:lpstr>汉仪旗黑</vt:lpstr>
      <vt:lpstr>Arial</vt:lpstr>
      <vt:lpstr>Univers for KPMG</vt:lpstr>
      <vt:lpstr>黑体</vt:lpstr>
      <vt:lpstr>微软雅黑</vt:lpstr>
      <vt:lpstr>华文楷体</vt:lpstr>
      <vt:lpstr>汉仪书宋二KW</vt:lpstr>
      <vt:lpstr>Calibri</vt:lpstr>
      <vt:lpstr>Helvetica Neue</vt:lpstr>
      <vt:lpstr>Open Sans</vt:lpstr>
      <vt:lpstr>等线</vt:lpstr>
      <vt:lpstr>等线</vt:lpstr>
      <vt:lpstr>Georgia</vt:lpstr>
      <vt:lpstr>MiSans</vt:lpstr>
      <vt:lpstr>Courier New</vt:lpstr>
      <vt:lpstr>宋体</vt:lpstr>
      <vt:lpstr>Arial Unicode MS</vt:lpstr>
      <vt:lpstr>宋体</vt:lpstr>
      <vt:lpstr>微软雅黑</vt:lpstr>
      <vt:lpstr>Noto Sans SC</vt:lpstr>
      <vt:lpstr>PingFang SC</vt:lpstr>
      <vt:lpstr>Thonburi</vt:lpstr>
      <vt:lpstr>汉仪中黑KW</vt:lpstr>
      <vt:lpstr>苹方-简</vt:lpstr>
      <vt:lpstr>汉仪中等线KW</vt:lpstr>
      <vt:lpstr>KPMG Extralight</vt:lpstr>
      <vt:lpstr>微软雅黑</vt:lpstr>
      <vt:lpstr>MiSans</vt:lpstr>
      <vt:lpstr>Noto Sans SC</vt:lpstr>
      <vt:lpstr>等线</vt:lpstr>
      <vt:lpstr>KPMG Bold</vt:lpstr>
      <vt:lpstr>Apple Color Emoji</vt:lpstr>
      <vt:lpstr>HarmonyOS Sans</vt:lpstr>
      <vt:lpstr>宋体-简</vt:lpstr>
      <vt:lpstr>7_KPMG_Talkbook_4x3_1021_2015</vt:lpstr>
      <vt:lpstr>KPMG_Widescreen_16:9 02/02/2016</vt:lpstr>
      <vt:lpstr>1_KPMG_Widescreen_16:9 02/02/2016</vt:lpstr>
      <vt:lpstr>2_KPMG_Widescreen_16:9 02/02/2016</vt:lpstr>
      <vt:lpstr>4_KPMG_Widescreen_16:9 02/02/2016</vt:lpstr>
      <vt:lpstr>1_5G模板</vt:lpstr>
      <vt:lpstr>1_KPMG Widescreen [16:9] Feb 2022</vt:lpstr>
      <vt:lpstr>TCLayout.ActiveDocument.1</vt:lpstr>
      <vt:lpstr>TCLayout.ActiveDocument.1</vt:lpstr>
      <vt:lpstr>TCLayout.ActiveDocument.1</vt:lpstr>
      <vt:lpstr>TCLayout.ActiveDocument.1</vt:lpstr>
      <vt:lpstr>TCLayout.ActiveDocument.1</vt:lpstr>
      <vt:lpstr>TCLayout.ActiveDocument.1</vt:lpstr>
      <vt:lpstr>TCLayout.ActiveDocument.1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KPMG</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HP</dc:creator>
  <cp:category>KPMG Confidential</cp:category>
  <cp:lastModifiedBy>这一刻</cp:lastModifiedBy>
  <cp:revision>6708</cp:revision>
  <cp:lastPrinted>2026-05-26T11:46:26Z</cp:lastPrinted>
  <dcterms:created xsi:type="dcterms:W3CDTF">2026-05-26T11:46:26Z</dcterms:created>
  <dcterms:modified xsi:type="dcterms:W3CDTF">2026-05-26T11:46:26Z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RubyTemplateID">
    <vt:lpwstr>2</vt:lpwstr>
  </property>
  <property fmtid="{D5CDD505-2E9C-101B-9397-08002B2CF9AE}" pid="3" name="KSOProductBuildVer">
    <vt:lpwstr>2052-12.1.24031.24031</vt:lpwstr>
  </property>
  <property fmtid="{D5CDD505-2E9C-101B-9397-08002B2CF9AE}" pid="4" name="ContentTypeId">
    <vt:lpwstr>0x0101002AB2D2FD19F34B4C81FB877218B32E98</vt:lpwstr>
  </property>
  <property fmtid="{D5CDD505-2E9C-101B-9397-08002B2CF9AE}" pid="5" name="ICV">
    <vt:lpwstr>C3AA4FCFEF200400CD49CA69B1D0537C_42</vt:lpwstr>
  </property>
</Properties>
</file>